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1" r:id="rId3"/>
    <p:sldId id="258" r:id="rId4"/>
    <p:sldId id="262" r:id="rId5"/>
    <p:sldId id="263" r:id="rId6"/>
    <p:sldId id="259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68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6356C-5FAD-43E2-AAE9-DBD2E2A15DA7}" v="28" dt="2021-11-11T09:20:53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Granja" userId="d0a12471-25a3-466a-a647-7cb796ed786c" providerId="ADAL" clId="{9B46356C-5FAD-43E2-AAE9-DBD2E2A15DA7}"/>
    <pc:docChg chg="undo custSel addSld delSld modSld sldOrd">
      <pc:chgData name="Ivan Granja" userId="d0a12471-25a3-466a-a647-7cb796ed786c" providerId="ADAL" clId="{9B46356C-5FAD-43E2-AAE9-DBD2E2A15DA7}" dt="2021-11-11T09:21:19.990" v="5513" actId="20577"/>
      <pc:docMkLst>
        <pc:docMk/>
      </pc:docMkLst>
      <pc:sldChg chg="modSp mod">
        <pc:chgData name="Ivan Granja" userId="d0a12471-25a3-466a-a647-7cb796ed786c" providerId="ADAL" clId="{9B46356C-5FAD-43E2-AAE9-DBD2E2A15DA7}" dt="2021-11-11T08:54:34.358" v="3931" actId="20577"/>
        <pc:sldMkLst>
          <pc:docMk/>
          <pc:sldMk cId="1201363542" sldId="256"/>
        </pc:sldMkLst>
        <pc:spChg chg="mod">
          <ac:chgData name="Ivan Granja" userId="d0a12471-25a3-466a-a647-7cb796ed786c" providerId="ADAL" clId="{9B46356C-5FAD-43E2-AAE9-DBD2E2A15DA7}" dt="2021-11-11T08:54:34.358" v="3931" actId="20577"/>
          <ac:spMkLst>
            <pc:docMk/>
            <pc:sldMk cId="1201363542" sldId="256"/>
            <ac:spMk id="2" creationId="{00000000-0000-0000-0000-000000000000}"/>
          </ac:spMkLst>
        </pc:spChg>
        <pc:spChg chg="mod">
          <ac:chgData name="Ivan Granja" userId="d0a12471-25a3-466a-a647-7cb796ed786c" providerId="ADAL" clId="{9B46356C-5FAD-43E2-AAE9-DBD2E2A15DA7}" dt="2021-11-10T19:57:53.867" v="342" actId="1076"/>
          <ac:spMkLst>
            <pc:docMk/>
            <pc:sldMk cId="1201363542" sldId="256"/>
            <ac:spMk id="3" creationId="{00000000-0000-0000-0000-000000000000}"/>
          </ac:spMkLst>
        </pc:spChg>
      </pc:sldChg>
      <pc:sldChg chg="del">
        <pc:chgData name="Ivan Granja" userId="d0a12471-25a3-466a-a647-7cb796ed786c" providerId="ADAL" clId="{9B46356C-5FAD-43E2-AAE9-DBD2E2A15DA7}" dt="2021-11-10T19:33:53.482" v="31" actId="47"/>
        <pc:sldMkLst>
          <pc:docMk/>
          <pc:sldMk cId="3265140747" sldId="257"/>
        </pc:sldMkLst>
      </pc:sldChg>
      <pc:sldChg chg="addSp delSp modSp mod">
        <pc:chgData name="Ivan Granja" userId="d0a12471-25a3-466a-a647-7cb796ed786c" providerId="ADAL" clId="{9B46356C-5FAD-43E2-AAE9-DBD2E2A15DA7}" dt="2021-11-10T20:16:45.282" v="1392"/>
        <pc:sldMkLst>
          <pc:docMk/>
          <pc:sldMk cId="875119312" sldId="258"/>
        </pc:sldMkLst>
        <pc:spChg chg="mod">
          <ac:chgData name="Ivan Granja" userId="d0a12471-25a3-466a-a647-7cb796ed786c" providerId="ADAL" clId="{9B46356C-5FAD-43E2-AAE9-DBD2E2A15DA7}" dt="2021-11-10T20:16:45.282" v="1392"/>
          <ac:spMkLst>
            <pc:docMk/>
            <pc:sldMk cId="875119312" sldId="258"/>
            <ac:spMk id="2" creationId="{A48F242E-EC2F-41FE-A0D7-29AC1F8EBC37}"/>
          </ac:spMkLst>
        </pc:spChg>
        <pc:spChg chg="del mod">
          <ac:chgData name="Ivan Granja" userId="d0a12471-25a3-466a-a647-7cb796ed786c" providerId="ADAL" clId="{9B46356C-5FAD-43E2-AAE9-DBD2E2A15DA7}" dt="2021-11-10T19:59:50.475" v="420" actId="478"/>
          <ac:spMkLst>
            <pc:docMk/>
            <pc:sldMk cId="875119312" sldId="258"/>
            <ac:spMk id="3" creationId="{A0D70590-13F5-474B-A0CC-F0589B7A8904}"/>
          </ac:spMkLst>
        </pc:spChg>
        <pc:spChg chg="add mod">
          <ac:chgData name="Ivan Granja" userId="d0a12471-25a3-466a-a647-7cb796ed786c" providerId="ADAL" clId="{9B46356C-5FAD-43E2-AAE9-DBD2E2A15DA7}" dt="2021-11-10T20:07:45.261" v="718" actId="27636"/>
          <ac:spMkLst>
            <pc:docMk/>
            <pc:sldMk cId="875119312" sldId="258"/>
            <ac:spMk id="7" creationId="{079CCECC-9A5B-4B4D-83D5-58437092CE0F}"/>
          </ac:spMkLst>
        </pc:spChg>
        <pc:spChg chg="add mod">
          <ac:chgData name="Ivan Granja" userId="d0a12471-25a3-466a-a647-7cb796ed786c" providerId="ADAL" clId="{9B46356C-5FAD-43E2-AAE9-DBD2E2A15DA7}" dt="2021-11-10T20:02:32.398" v="425" actId="1076"/>
          <ac:spMkLst>
            <pc:docMk/>
            <pc:sldMk cId="875119312" sldId="258"/>
            <ac:spMk id="8" creationId="{B1010FC2-733B-4CD8-842D-03FAE86F3671}"/>
          </ac:spMkLst>
        </pc:spChg>
        <pc:picChg chg="add mod">
          <ac:chgData name="Ivan Granja" userId="d0a12471-25a3-466a-a647-7cb796ed786c" providerId="ADAL" clId="{9B46356C-5FAD-43E2-AAE9-DBD2E2A15DA7}" dt="2021-11-10T19:59:57.662" v="423" actId="14100"/>
          <ac:picMkLst>
            <pc:docMk/>
            <pc:sldMk cId="875119312" sldId="258"/>
            <ac:picMk id="5" creationId="{8F4D1D31-6DEB-42A1-B59D-0F91024B03AF}"/>
          </ac:picMkLst>
        </pc:picChg>
      </pc:sldChg>
      <pc:sldChg chg="addSp modSp add mod">
        <pc:chgData name="Ivan Granja" userId="d0a12471-25a3-466a-a647-7cb796ed786c" providerId="ADAL" clId="{9B46356C-5FAD-43E2-AAE9-DBD2E2A15DA7}" dt="2021-11-10T20:21:46.974" v="1553" actId="20577"/>
        <pc:sldMkLst>
          <pc:docMk/>
          <pc:sldMk cId="2917205007" sldId="259"/>
        </pc:sldMkLst>
        <pc:spChg chg="mod">
          <ac:chgData name="Ivan Granja" userId="d0a12471-25a3-466a-a647-7cb796ed786c" providerId="ADAL" clId="{9B46356C-5FAD-43E2-AAE9-DBD2E2A15DA7}" dt="2021-11-10T20:17:01.374" v="1398" actId="1076"/>
          <ac:spMkLst>
            <pc:docMk/>
            <pc:sldMk cId="2917205007" sldId="259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0T20:21:46.974" v="1553" actId="20577"/>
          <ac:spMkLst>
            <pc:docMk/>
            <pc:sldMk cId="2917205007" sldId="259"/>
            <ac:spMk id="3" creationId="{A0D70590-13F5-474B-A0CC-F0589B7A8904}"/>
          </ac:spMkLst>
        </pc:spChg>
        <pc:spChg chg="add mod">
          <ac:chgData name="Ivan Granja" userId="d0a12471-25a3-466a-a647-7cb796ed786c" providerId="ADAL" clId="{9B46356C-5FAD-43E2-AAE9-DBD2E2A15DA7}" dt="2021-11-10T20:21:29.719" v="1551" actId="1076"/>
          <ac:spMkLst>
            <pc:docMk/>
            <pc:sldMk cId="2917205007" sldId="259"/>
            <ac:spMk id="6" creationId="{1254F0CF-7BB1-4B6D-A153-E700D00027CD}"/>
          </ac:spMkLst>
        </pc:spChg>
        <pc:picChg chg="add mod">
          <ac:chgData name="Ivan Granja" userId="d0a12471-25a3-466a-a647-7cb796ed786c" providerId="ADAL" clId="{9B46356C-5FAD-43E2-AAE9-DBD2E2A15DA7}" dt="2021-11-10T20:21:26.871" v="1550" actId="14100"/>
          <ac:picMkLst>
            <pc:docMk/>
            <pc:sldMk cId="2917205007" sldId="259"/>
            <ac:picMk id="5" creationId="{A226B38F-123A-48B3-932A-60C6484F890B}"/>
          </ac:picMkLst>
        </pc:picChg>
      </pc:sldChg>
      <pc:sldChg chg="del">
        <pc:chgData name="Ivan Granja" userId="d0a12471-25a3-466a-a647-7cb796ed786c" providerId="ADAL" clId="{9B46356C-5FAD-43E2-AAE9-DBD2E2A15DA7}" dt="2021-11-10T19:33:53.637" v="32" actId="47"/>
        <pc:sldMkLst>
          <pc:docMk/>
          <pc:sldMk cId="3952435095" sldId="260"/>
        </pc:sldMkLst>
      </pc:sldChg>
      <pc:sldChg chg="modSp add del mod">
        <pc:chgData name="Ivan Granja" userId="d0a12471-25a3-466a-a647-7cb796ed786c" providerId="ADAL" clId="{9B46356C-5FAD-43E2-AAE9-DBD2E2A15DA7}" dt="2021-11-11T08:56:00.617" v="3968" actId="20577"/>
        <pc:sldMkLst>
          <pc:docMk/>
          <pc:sldMk cId="1250187864" sldId="261"/>
        </pc:sldMkLst>
        <pc:spChg chg="mod">
          <ac:chgData name="Ivan Granja" userId="d0a12471-25a3-466a-a647-7cb796ed786c" providerId="ADAL" clId="{9B46356C-5FAD-43E2-AAE9-DBD2E2A15DA7}" dt="2021-11-10T19:56:15.201" v="305" actId="20577"/>
          <ac:spMkLst>
            <pc:docMk/>
            <pc:sldMk cId="1250187864" sldId="261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1T08:56:00.617" v="3968" actId="20577"/>
          <ac:spMkLst>
            <pc:docMk/>
            <pc:sldMk cId="1250187864" sldId="261"/>
            <ac:spMk id="3" creationId="{A0D70590-13F5-474B-A0CC-F0589B7A8904}"/>
          </ac:spMkLst>
        </pc:spChg>
      </pc:sldChg>
      <pc:sldChg chg="del">
        <pc:chgData name="Ivan Granja" userId="d0a12471-25a3-466a-a647-7cb796ed786c" providerId="ADAL" clId="{9B46356C-5FAD-43E2-AAE9-DBD2E2A15DA7}" dt="2021-11-10T19:33:58.892" v="34" actId="47"/>
        <pc:sldMkLst>
          <pc:docMk/>
          <pc:sldMk cId="2715249921" sldId="262"/>
        </pc:sldMkLst>
      </pc:sldChg>
      <pc:sldChg chg="delSp modSp add mod">
        <pc:chgData name="Ivan Granja" userId="d0a12471-25a3-466a-a647-7cb796ed786c" providerId="ADAL" clId="{9B46356C-5FAD-43E2-AAE9-DBD2E2A15DA7}" dt="2021-11-10T20:16:49.755" v="1394"/>
        <pc:sldMkLst>
          <pc:docMk/>
          <pc:sldMk cId="3480330304" sldId="262"/>
        </pc:sldMkLst>
        <pc:spChg chg="mod">
          <ac:chgData name="Ivan Granja" userId="d0a12471-25a3-466a-a647-7cb796ed786c" providerId="ADAL" clId="{9B46356C-5FAD-43E2-AAE9-DBD2E2A15DA7}" dt="2021-11-10T20:16:49.755" v="1394"/>
          <ac:spMkLst>
            <pc:docMk/>
            <pc:sldMk cId="3480330304" sldId="262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0T20:11:55.562" v="1052" actId="20577"/>
          <ac:spMkLst>
            <pc:docMk/>
            <pc:sldMk cId="3480330304" sldId="262"/>
            <ac:spMk id="7" creationId="{079CCECC-9A5B-4B4D-83D5-58437092CE0F}"/>
          </ac:spMkLst>
        </pc:spChg>
        <pc:spChg chg="del">
          <ac:chgData name="Ivan Granja" userId="d0a12471-25a3-466a-a647-7cb796ed786c" providerId="ADAL" clId="{9B46356C-5FAD-43E2-AAE9-DBD2E2A15DA7}" dt="2021-11-10T20:08:29.058" v="721" actId="478"/>
          <ac:spMkLst>
            <pc:docMk/>
            <pc:sldMk cId="3480330304" sldId="262"/>
            <ac:spMk id="8" creationId="{B1010FC2-733B-4CD8-842D-03FAE86F3671}"/>
          </ac:spMkLst>
        </pc:spChg>
        <pc:picChg chg="del">
          <ac:chgData name="Ivan Granja" userId="d0a12471-25a3-466a-a647-7cb796ed786c" providerId="ADAL" clId="{9B46356C-5FAD-43E2-AAE9-DBD2E2A15DA7}" dt="2021-11-10T20:08:26.769" v="720" actId="478"/>
          <ac:picMkLst>
            <pc:docMk/>
            <pc:sldMk cId="3480330304" sldId="262"/>
            <ac:picMk id="5" creationId="{8F4D1D31-6DEB-42A1-B59D-0F91024B03AF}"/>
          </ac:picMkLst>
        </pc:picChg>
      </pc:sldChg>
      <pc:sldChg chg="addSp delSp modSp add mod ord">
        <pc:chgData name="Ivan Granja" userId="d0a12471-25a3-466a-a647-7cb796ed786c" providerId="ADAL" clId="{9B46356C-5FAD-43E2-AAE9-DBD2E2A15DA7}" dt="2021-11-10T20:16:53.037" v="1397" actId="27636"/>
        <pc:sldMkLst>
          <pc:docMk/>
          <pc:sldMk cId="1235932044" sldId="263"/>
        </pc:sldMkLst>
        <pc:spChg chg="mod">
          <ac:chgData name="Ivan Granja" userId="d0a12471-25a3-466a-a647-7cb796ed786c" providerId="ADAL" clId="{9B46356C-5FAD-43E2-AAE9-DBD2E2A15DA7}" dt="2021-11-10T20:16:53.037" v="1397" actId="27636"/>
          <ac:spMkLst>
            <pc:docMk/>
            <pc:sldMk cId="1235932044" sldId="263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0T20:16:03.058" v="1383" actId="20577"/>
          <ac:spMkLst>
            <pc:docMk/>
            <pc:sldMk cId="1235932044" sldId="263"/>
            <ac:spMk id="7" creationId="{079CCECC-9A5B-4B4D-83D5-58437092CE0F}"/>
          </ac:spMkLst>
        </pc:spChg>
        <pc:picChg chg="add mod">
          <ac:chgData name="Ivan Granja" userId="d0a12471-25a3-466a-a647-7cb796ed786c" providerId="ADAL" clId="{9B46356C-5FAD-43E2-AAE9-DBD2E2A15DA7}" dt="2021-11-10T20:13:51.999" v="1058" actId="1076"/>
          <ac:picMkLst>
            <pc:docMk/>
            <pc:sldMk cId="1235932044" sldId="263"/>
            <ac:picMk id="4" creationId="{0167717C-7E82-4435-911B-6B65AB1E4D9E}"/>
          </ac:picMkLst>
        </pc:picChg>
        <pc:picChg chg="del">
          <ac:chgData name="Ivan Granja" userId="d0a12471-25a3-466a-a647-7cb796ed786c" providerId="ADAL" clId="{9B46356C-5FAD-43E2-AAE9-DBD2E2A15DA7}" dt="2021-11-10T20:13:48.663" v="1056" actId="478"/>
          <ac:picMkLst>
            <pc:docMk/>
            <pc:sldMk cId="1235932044" sldId="263"/>
            <ac:picMk id="5" creationId="{8F4D1D31-6DEB-42A1-B59D-0F91024B03AF}"/>
          </ac:picMkLst>
        </pc:picChg>
      </pc:sldChg>
      <pc:sldChg chg="del">
        <pc:chgData name="Ivan Granja" userId="d0a12471-25a3-466a-a647-7cb796ed786c" providerId="ADAL" clId="{9B46356C-5FAD-43E2-AAE9-DBD2E2A15DA7}" dt="2021-11-10T19:33:59.262" v="35" actId="47"/>
        <pc:sldMkLst>
          <pc:docMk/>
          <pc:sldMk cId="1907271705" sldId="263"/>
        </pc:sldMkLst>
      </pc:sldChg>
      <pc:sldChg chg="del">
        <pc:chgData name="Ivan Granja" userId="d0a12471-25a3-466a-a647-7cb796ed786c" providerId="ADAL" clId="{9B46356C-5FAD-43E2-AAE9-DBD2E2A15DA7}" dt="2021-11-10T19:33:59.610" v="36" actId="47"/>
        <pc:sldMkLst>
          <pc:docMk/>
          <pc:sldMk cId="2523321186" sldId="264"/>
        </pc:sldMkLst>
      </pc:sldChg>
      <pc:sldChg chg="addSp delSp modSp add mod">
        <pc:chgData name="Ivan Granja" userId="d0a12471-25a3-466a-a647-7cb796ed786c" providerId="ADAL" clId="{9B46356C-5FAD-43E2-AAE9-DBD2E2A15DA7}" dt="2021-11-10T20:22:50.271" v="1588" actId="1076"/>
        <pc:sldMkLst>
          <pc:docMk/>
          <pc:sldMk cId="3262604049" sldId="264"/>
        </pc:sldMkLst>
        <pc:spChg chg="mod">
          <ac:chgData name="Ivan Granja" userId="d0a12471-25a3-466a-a647-7cb796ed786c" providerId="ADAL" clId="{9B46356C-5FAD-43E2-AAE9-DBD2E2A15DA7}" dt="2021-11-10T20:22:37.621" v="1584" actId="14100"/>
          <ac:spMkLst>
            <pc:docMk/>
            <pc:sldMk cId="3262604049" sldId="264"/>
            <ac:spMk id="2" creationId="{A48F242E-EC2F-41FE-A0D7-29AC1F8EBC37}"/>
          </ac:spMkLst>
        </pc:spChg>
        <pc:spChg chg="del">
          <ac:chgData name="Ivan Granja" userId="d0a12471-25a3-466a-a647-7cb796ed786c" providerId="ADAL" clId="{9B46356C-5FAD-43E2-AAE9-DBD2E2A15DA7}" dt="2021-11-10T20:22:08.838" v="1555" actId="478"/>
          <ac:spMkLst>
            <pc:docMk/>
            <pc:sldMk cId="3262604049" sldId="264"/>
            <ac:spMk id="3" creationId="{A0D70590-13F5-474B-A0CC-F0589B7A8904}"/>
          </ac:spMkLst>
        </pc:spChg>
        <pc:spChg chg="mod">
          <ac:chgData name="Ivan Granja" userId="d0a12471-25a3-466a-a647-7cb796ed786c" providerId="ADAL" clId="{9B46356C-5FAD-43E2-AAE9-DBD2E2A15DA7}" dt="2021-11-10T20:22:20.066" v="1558" actId="1076"/>
          <ac:spMkLst>
            <pc:docMk/>
            <pc:sldMk cId="3262604049" sldId="264"/>
            <ac:spMk id="6" creationId="{1254F0CF-7BB1-4B6D-A153-E700D00027CD}"/>
          </ac:spMkLst>
        </pc:spChg>
        <pc:spChg chg="add del mod">
          <ac:chgData name="Ivan Granja" userId="d0a12471-25a3-466a-a647-7cb796ed786c" providerId="ADAL" clId="{9B46356C-5FAD-43E2-AAE9-DBD2E2A15DA7}" dt="2021-11-10T20:22:13.928" v="1556" actId="478"/>
          <ac:spMkLst>
            <pc:docMk/>
            <pc:sldMk cId="3262604049" sldId="264"/>
            <ac:spMk id="7" creationId="{8E309C25-E5AD-4E69-8D4E-A75D41218C44}"/>
          </ac:spMkLst>
        </pc:spChg>
        <pc:picChg chg="mod">
          <ac:chgData name="Ivan Granja" userId="d0a12471-25a3-466a-a647-7cb796ed786c" providerId="ADAL" clId="{9B46356C-5FAD-43E2-AAE9-DBD2E2A15DA7}" dt="2021-11-10T20:22:50.271" v="1588" actId="1076"/>
          <ac:picMkLst>
            <pc:docMk/>
            <pc:sldMk cId="3262604049" sldId="264"/>
            <ac:picMk id="5" creationId="{A226B38F-123A-48B3-932A-60C6484F890B}"/>
          </ac:picMkLst>
        </pc:picChg>
      </pc:sldChg>
      <pc:sldChg chg="addSp delSp modSp add mod">
        <pc:chgData name="Ivan Granja" userId="d0a12471-25a3-466a-a647-7cb796ed786c" providerId="ADAL" clId="{9B46356C-5FAD-43E2-AAE9-DBD2E2A15DA7}" dt="2021-11-10T20:23:42.392" v="1594" actId="1076"/>
        <pc:sldMkLst>
          <pc:docMk/>
          <pc:sldMk cId="923329233" sldId="265"/>
        </pc:sldMkLst>
        <pc:picChg chg="del">
          <ac:chgData name="Ivan Granja" userId="d0a12471-25a3-466a-a647-7cb796ed786c" providerId="ADAL" clId="{9B46356C-5FAD-43E2-AAE9-DBD2E2A15DA7}" dt="2021-11-10T20:23:03.413" v="1590" actId="478"/>
          <ac:picMkLst>
            <pc:docMk/>
            <pc:sldMk cId="923329233" sldId="265"/>
            <ac:picMk id="5" creationId="{A226B38F-123A-48B3-932A-60C6484F890B}"/>
          </ac:picMkLst>
        </pc:picChg>
        <pc:picChg chg="add mod">
          <ac:chgData name="Ivan Granja" userId="d0a12471-25a3-466a-a647-7cb796ed786c" providerId="ADAL" clId="{9B46356C-5FAD-43E2-AAE9-DBD2E2A15DA7}" dt="2021-11-10T20:23:42.392" v="1594" actId="1076"/>
          <ac:picMkLst>
            <pc:docMk/>
            <pc:sldMk cId="923329233" sldId="265"/>
            <ac:picMk id="7" creationId="{C6074BCB-8D63-40D6-B5E7-E207534CEA9F}"/>
          </ac:picMkLst>
        </pc:picChg>
      </pc:sldChg>
      <pc:sldChg chg="del">
        <pc:chgData name="Ivan Granja" userId="d0a12471-25a3-466a-a647-7cb796ed786c" providerId="ADAL" clId="{9B46356C-5FAD-43E2-AAE9-DBD2E2A15DA7}" dt="2021-11-10T19:33:59.796" v="37" actId="47"/>
        <pc:sldMkLst>
          <pc:docMk/>
          <pc:sldMk cId="3976056129" sldId="265"/>
        </pc:sldMkLst>
      </pc:sldChg>
      <pc:sldChg chg="del">
        <pc:chgData name="Ivan Granja" userId="d0a12471-25a3-466a-a647-7cb796ed786c" providerId="ADAL" clId="{9B46356C-5FAD-43E2-AAE9-DBD2E2A15DA7}" dt="2021-11-10T19:34:00.631" v="38" actId="47"/>
        <pc:sldMkLst>
          <pc:docMk/>
          <pc:sldMk cId="123860163" sldId="266"/>
        </pc:sldMkLst>
      </pc:sldChg>
      <pc:sldChg chg="addSp delSp modSp add mod">
        <pc:chgData name="Ivan Granja" userId="d0a12471-25a3-466a-a647-7cb796ed786c" providerId="ADAL" clId="{9B46356C-5FAD-43E2-AAE9-DBD2E2A15DA7}" dt="2021-11-10T20:24:26.984" v="1605" actId="167"/>
        <pc:sldMkLst>
          <pc:docMk/>
          <pc:sldMk cId="2730426318" sldId="266"/>
        </pc:sldMkLst>
        <pc:spChg chg="mod">
          <ac:chgData name="Ivan Granja" userId="d0a12471-25a3-466a-a647-7cb796ed786c" providerId="ADAL" clId="{9B46356C-5FAD-43E2-AAE9-DBD2E2A15DA7}" dt="2021-11-10T20:24:12.891" v="1602" actId="1076"/>
          <ac:spMkLst>
            <pc:docMk/>
            <pc:sldMk cId="2730426318" sldId="266"/>
            <ac:spMk id="6" creationId="{1254F0CF-7BB1-4B6D-A153-E700D00027CD}"/>
          </ac:spMkLst>
        </pc:spChg>
        <pc:picChg chg="add mod ord">
          <ac:chgData name="Ivan Granja" userId="d0a12471-25a3-466a-a647-7cb796ed786c" providerId="ADAL" clId="{9B46356C-5FAD-43E2-AAE9-DBD2E2A15DA7}" dt="2021-11-10T20:24:26.984" v="1605" actId="167"/>
          <ac:picMkLst>
            <pc:docMk/>
            <pc:sldMk cId="2730426318" sldId="266"/>
            <ac:picMk id="5" creationId="{F96B5E9A-CC46-4CDE-B0F6-AE382BF0D731}"/>
          </ac:picMkLst>
        </pc:picChg>
        <pc:picChg chg="del">
          <ac:chgData name="Ivan Granja" userId="d0a12471-25a3-466a-a647-7cb796ed786c" providerId="ADAL" clId="{9B46356C-5FAD-43E2-AAE9-DBD2E2A15DA7}" dt="2021-11-10T20:23:50.156" v="1596" actId="478"/>
          <ac:picMkLst>
            <pc:docMk/>
            <pc:sldMk cId="2730426318" sldId="266"/>
            <ac:picMk id="7" creationId="{C6074BCB-8D63-40D6-B5E7-E207534CEA9F}"/>
          </ac:picMkLst>
        </pc:picChg>
      </pc:sldChg>
      <pc:sldChg chg="modSp add mod ord">
        <pc:chgData name="Ivan Granja" userId="d0a12471-25a3-466a-a647-7cb796ed786c" providerId="ADAL" clId="{9B46356C-5FAD-43E2-AAE9-DBD2E2A15DA7}" dt="2021-11-10T20:36:40.655" v="2647" actId="20577"/>
        <pc:sldMkLst>
          <pc:docMk/>
          <pc:sldMk cId="1770951868" sldId="267"/>
        </pc:sldMkLst>
        <pc:spChg chg="mod">
          <ac:chgData name="Ivan Granja" userId="d0a12471-25a3-466a-a647-7cb796ed786c" providerId="ADAL" clId="{9B46356C-5FAD-43E2-AAE9-DBD2E2A15DA7}" dt="2021-11-10T20:25:23.304" v="1613" actId="27636"/>
          <ac:spMkLst>
            <pc:docMk/>
            <pc:sldMk cId="1770951868" sldId="267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0T20:36:40.655" v="2647" actId="20577"/>
          <ac:spMkLst>
            <pc:docMk/>
            <pc:sldMk cId="1770951868" sldId="267"/>
            <ac:spMk id="7" creationId="{079CCECC-9A5B-4B4D-83D5-58437092CE0F}"/>
          </ac:spMkLst>
        </pc:spChg>
      </pc:sldChg>
      <pc:sldChg chg="modSp add mod">
        <pc:chgData name="Ivan Granja" userId="d0a12471-25a3-466a-a647-7cb796ed786c" providerId="ADAL" clId="{9B46356C-5FAD-43E2-AAE9-DBD2E2A15DA7}" dt="2021-11-10T20:54:28" v="3485" actId="20577"/>
        <pc:sldMkLst>
          <pc:docMk/>
          <pc:sldMk cId="2963753794" sldId="268"/>
        </pc:sldMkLst>
        <pc:spChg chg="mod">
          <ac:chgData name="Ivan Granja" userId="d0a12471-25a3-466a-a647-7cb796ed786c" providerId="ADAL" clId="{9B46356C-5FAD-43E2-AAE9-DBD2E2A15DA7}" dt="2021-11-10T20:49:19.977" v="3223"/>
          <ac:spMkLst>
            <pc:docMk/>
            <pc:sldMk cId="2963753794" sldId="268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0T20:54:28" v="3485" actId="20577"/>
          <ac:spMkLst>
            <pc:docMk/>
            <pc:sldMk cId="2963753794" sldId="268"/>
            <ac:spMk id="7" creationId="{079CCECC-9A5B-4B4D-83D5-58437092CE0F}"/>
          </ac:spMkLst>
        </pc:spChg>
      </pc:sldChg>
      <pc:sldChg chg="modSp add mod ord">
        <pc:chgData name="Ivan Granja" userId="d0a12471-25a3-466a-a647-7cb796ed786c" providerId="ADAL" clId="{9B46356C-5FAD-43E2-AAE9-DBD2E2A15DA7}" dt="2021-11-10T20:44:05.935" v="3054"/>
        <pc:sldMkLst>
          <pc:docMk/>
          <pc:sldMk cId="3410182695" sldId="269"/>
        </pc:sldMkLst>
        <pc:spChg chg="mod">
          <ac:chgData name="Ivan Granja" userId="d0a12471-25a3-466a-a647-7cb796ed786c" providerId="ADAL" clId="{9B46356C-5FAD-43E2-AAE9-DBD2E2A15DA7}" dt="2021-11-10T20:43:59.592" v="3052" actId="20577"/>
          <ac:spMkLst>
            <pc:docMk/>
            <pc:sldMk cId="3410182695" sldId="269"/>
            <ac:spMk id="7" creationId="{079CCECC-9A5B-4B4D-83D5-58437092CE0F}"/>
          </ac:spMkLst>
        </pc:spChg>
      </pc:sldChg>
      <pc:sldChg chg="addSp delSp modSp add mod ord">
        <pc:chgData name="Ivan Granja" userId="d0a12471-25a3-466a-a647-7cb796ed786c" providerId="ADAL" clId="{9B46356C-5FAD-43E2-AAE9-DBD2E2A15DA7}" dt="2021-11-11T09:00:24.111" v="4126"/>
        <pc:sldMkLst>
          <pc:docMk/>
          <pc:sldMk cId="861341698" sldId="270"/>
        </pc:sldMkLst>
        <pc:spChg chg="mod">
          <ac:chgData name="Ivan Granja" userId="d0a12471-25a3-466a-a647-7cb796ed786c" providerId="ADAL" clId="{9B46356C-5FAD-43E2-AAE9-DBD2E2A15DA7}" dt="2021-11-10T20:49:01.287" v="3222" actId="14100"/>
          <ac:spMkLst>
            <pc:docMk/>
            <pc:sldMk cId="861341698" sldId="270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1T08:59:30.595" v="4106" actId="113"/>
          <ac:spMkLst>
            <pc:docMk/>
            <pc:sldMk cId="861341698" sldId="270"/>
            <ac:spMk id="7" creationId="{079CCECC-9A5B-4B4D-83D5-58437092CE0F}"/>
          </ac:spMkLst>
        </pc:spChg>
        <pc:spChg chg="add mod">
          <ac:chgData name="Ivan Granja" userId="d0a12471-25a3-466a-a647-7cb796ed786c" providerId="ADAL" clId="{9B46356C-5FAD-43E2-AAE9-DBD2E2A15DA7}" dt="2021-11-11T09:00:24.111" v="4126"/>
          <ac:spMkLst>
            <pc:docMk/>
            <pc:sldMk cId="861341698" sldId="270"/>
            <ac:spMk id="9" creationId="{BC40C9D7-B496-486F-8D0C-89CC89FBDC1D}"/>
          </ac:spMkLst>
        </pc:spChg>
        <pc:picChg chg="del">
          <ac:chgData name="Ivan Granja" userId="d0a12471-25a3-466a-a647-7cb796ed786c" providerId="ADAL" clId="{9B46356C-5FAD-43E2-AAE9-DBD2E2A15DA7}" dt="2021-11-10T20:44:37.739" v="3074" actId="478"/>
          <ac:picMkLst>
            <pc:docMk/>
            <pc:sldMk cId="861341698" sldId="270"/>
            <ac:picMk id="4" creationId="{0167717C-7E82-4435-911B-6B65AB1E4D9E}"/>
          </ac:picMkLst>
        </pc:picChg>
        <pc:picChg chg="add mod">
          <ac:chgData name="Ivan Granja" userId="d0a12471-25a3-466a-a647-7cb796ed786c" providerId="ADAL" clId="{9B46356C-5FAD-43E2-AAE9-DBD2E2A15DA7}" dt="2021-11-10T20:44:40.650" v="3076" actId="1076"/>
          <ac:picMkLst>
            <pc:docMk/>
            <pc:sldMk cId="861341698" sldId="270"/>
            <ac:picMk id="5" creationId="{FD2C7C8F-E9FE-4970-A630-6B95AC730FCC}"/>
          </ac:picMkLst>
        </pc:picChg>
        <pc:cxnChg chg="add mod">
          <ac:chgData name="Ivan Granja" userId="d0a12471-25a3-466a-a647-7cb796ed786c" providerId="ADAL" clId="{9B46356C-5FAD-43E2-AAE9-DBD2E2A15DA7}" dt="2021-11-11T09:00:03.856" v="4124" actId="692"/>
          <ac:cxnSpMkLst>
            <pc:docMk/>
            <pc:sldMk cId="861341698" sldId="270"/>
            <ac:cxnSpMk id="4" creationId="{E6504912-AF2A-4498-9F20-6D54BE9CE8FE}"/>
          </ac:cxnSpMkLst>
        </pc:cxnChg>
      </pc:sldChg>
      <pc:sldChg chg="modSp add mod">
        <pc:chgData name="Ivan Granja" userId="d0a12471-25a3-466a-a647-7cb796ed786c" providerId="ADAL" clId="{9B46356C-5FAD-43E2-AAE9-DBD2E2A15DA7}" dt="2021-11-10T20:48:30.866" v="3221" actId="113"/>
        <pc:sldMkLst>
          <pc:docMk/>
          <pc:sldMk cId="2652833985" sldId="271"/>
        </pc:sldMkLst>
        <pc:spChg chg="mod">
          <ac:chgData name="Ivan Granja" userId="d0a12471-25a3-466a-a647-7cb796ed786c" providerId="ADAL" clId="{9B46356C-5FAD-43E2-AAE9-DBD2E2A15DA7}" dt="2021-11-10T20:48:30.866" v="3221" actId="113"/>
          <ac:spMkLst>
            <pc:docMk/>
            <pc:sldMk cId="2652833985" sldId="271"/>
            <ac:spMk id="7" creationId="{079CCECC-9A5B-4B4D-83D5-58437092CE0F}"/>
          </ac:spMkLst>
        </pc:spChg>
      </pc:sldChg>
      <pc:sldChg chg="modSp add mod">
        <pc:chgData name="Ivan Granja" userId="d0a12471-25a3-466a-a647-7cb796ed786c" providerId="ADAL" clId="{9B46356C-5FAD-43E2-AAE9-DBD2E2A15DA7}" dt="2021-11-10T21:04:01.132" v="3928" actId="20577"/>
        <pc:sldMkLst>
          <pc:docMk/>
          <pc:sldMk cId="1042735503" sldId="272"/>
        </pc:sldMkLst>
        <pc:spChg chg="mod">
          <ac:chgData name="Ivan Granja" userId="d0a12471-25a3-466a-a647-7cb796ed786c" providerId="ADAL" clId="{9B46356C-5FAD-43E2-AAE9-DBD2E2A15DA7}" dt="2021-11-10T21:04:01.132" v="3928" actId="20577"/>
          <ac:spMkLst>
            <pc:docMk/>
            <pc:sldMk cId="1042735503" sldId="272"/>
            <ac:spMk id="7" creationId="{079CCECC-9A5B-4B4D-83D5-58437092CE0F}"/>
          </ac:spMkLst>
        </pc:spChg>
      </pc:sldChg>
      <pc:sldChg chg="addSp delSp modSp add mod">
        <pc:chgData name="Ivan Granja" userId="d0a12471-25a3-466a-a647-7cb796ed786c" providerId="ADAL" clId="{9B46356C-5FAD-43E2-AAE9-DBD2E2A15DA7}" dt="2021-11-11T09:02:23.398" v="4220" actId="27636"/>
        <pc:sldMkLst>
          <pc:docMk/>
          <pc:sldMk cId="2285211416" sldId="273"/>
        </pc:sldMkLst>
        <pc:spChg chg="mod">
          <ac:chgData name="Ivan Granja" userId="d0a12471-25a3-466a-a647-7cb796ed786c" providerId="ADAL" clId="{9B46356C-5FAD-43E2-AAE9-DBD2E2A15DA7}" dt="2021-11-11T08:55:49.268" v="3953" actId="20577"/>
          <ac:spMkLst>
            <pc:docMk/>
            <pc:sldMk cId="2285211416" sldId="273"/>
            <ac:spMk id="2" creationId="{A48F242E-EC2F-41FE-A0D7-29AC1F8EBC37}"/>
          </ac:spMkLst>
        </pc:spChg>
        <pc:spChg chg="add mod">
          <ac:chgData name="Ivan Granja" userId="d0a12471-25a3-466a-a647-7cb796ed786c" providerId="ADAL" clId="{9B46356C-5FAD-43E2-AAE9-DBD2E2A15DA7}" dt="2021-11-11T08:58:06.093" v="4097" actId="14100"/>
          <ac:spMkLst>
            <pc:docMk/>
            <pc:sldMk cId="2285211416" sldId="273"/>
            <ac:spMk id="3" creationId="{7D338098-F121-4AD6-AC49-E664EC57CC46}"/>
          </ac:spMkLst>
        </pc:spChg>
        <pc:spChg chg="add mod">
          <ac:chgData name="Ivan Granja" userId="d0a12471-25a3-466a-a647-7cb796ed786c" providerId="ADAL" clId="{9B46356C-5FAD-43E2-AAE9-DBD2E2A15DA7}" dt="2021-11-11T08:57:12.272" v="4005"/>
          <ac:spMkLst>
            <pc:docMk/>
            <pc:sldMk cId="2285211416" sldId="273"/>
            <ac:spMk id="4" creationId="{E471D695-8BB8-4CDA-AD62-82E1DD740296}"/>
          </ac:spMkLst>
        </pc:spChg>
        <pc:spChg chg="mod">
          <ac:chgData name="Ivan Granja" userId="d0a12471-25a3-466a-a647-7cb796ed786c" providerId="ADAL" clId="{9B46356C-5FAD-43E2-AAE9-DBD2E2A15DA7}" dt="2021-11-11T09:02:23.398" v="4220" actId="27636"/>
          <ac:spMkLst>
            <pc:docMk/>
            <pc:sldMk cId="2285211416" sldId="273"/>
            <ac:spMk id="7" creationId="{079CCECC-9A5B-4B4D-83D5-58437092CE0F}"/>
          </ac:spMkLst>
        </pc:spChg>
        <pc:spChg chg="add del mod">
          <ac:chgData name="Ivan Granja" userId="d0a12471-25a3-466a-a647-7cb796ed786c" providerId="ADAL" clId="{9B46356C-5FAD-43E2-AAE9-DBD2E2A15DA7}" dt="2021-11-11T09:00:20.998" v="4125" actId="21"/>
          <ac:spMkLst>
            <pc:docMk/>
            <pc:sldMk cId="2285211416" sldId="273"/>
            <ac:spMk id="8" creationId="{5EA20F29-A169-4F86-BFA1-983771287E31}"/>
          </ac:spMkLst>
        </pc:spChg>
        <pc:picChg chg="add mod">
          <ac:chgData name="Ivan Granja" userId="d0a12471-25a3-466a-a647-7cb796ed786c" providerId="ADAL" clId="{9B46356C-5FAD-43E2-AAE9-DBD2E2A15DA7}" dt="2021-11-11T08:57:12.272" v="4005"/>
          <ac:picMkLst>
            <pc:docMk/>
            <pc:sldMk cId="2285211416" sldId="273"/>
            <ac:picMk id="5" creationId="{2D650A97-B534-470D-B2B0-CEBE00DFA1EA}"/>
          </ac:picMkLst>
        </pc:picChg>
      </pc:sldChg>
      <pc:sldChg chg="modSp add mod ord">
        <pc:chgData name="Ivan Granja" userId="d0a12471-25a3-466a-a647-7cb796ed786c" providerId="ADAL" clId="{9B46356C-5FAD-43E2-AAE9-DBD2E2A15DA7}" dt="2021-11-11T09:07:22.492" v="4656" actId="20577"/>
        <pc:sldMkLst>
          <pc:docMk/>
          <pc:sldMk cId="2309941182" sldId="274"/>
        </pc:sldMkLst>
        <pc:spChg chg="mod">
          <ac:chgData name="Ivan Granja" userId="d0a12471-25a3-466a-a647-7cb796ed786c" providerId="ADAL" clId="{9B46356C-5FAD-43E2-AAE9-DBD2E2A15DA7}" dt="2021-11-11T09:03:37.003" v="4252" actId="20577"/>
          <ac:spMkLst>
            <pc:docMk/>
            <pc:sldMk cId="2309941182" sldId="274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1T09:07:22.492" v="4656" actId="20577"/>
          <ac:spMkLst>
            <pc:docMk/>
            <pc:sldMk cId="2309941182" sldId="274"/>
            <ac:spMk id="7" creationId="{079CCECC-9A5B-4B4D-83D5-58437092CE0F}"/>
          </ac:spMkLst>
        </pc:spChg>
      </pc:sldChg>
      <pc:sldChg chg="modSp add mod">
        <pc:chgData name="Ivan Granja" userId="d0a12471-25a3-466a-a647-7cb796ed786c" providerId="ADAL" clId="{9B46356C-5FAD-43E2-AAE9-DBD2E2A15DA7}" dt="2021-11-11T09:14:25.389" v="5104" actId="6549"/>
        <pc:sldMkLst>
          <pc:docMk/>
          <pc:sldMk cId="3874581501" sldId="275"/>
        </pc:sldMkLst>
        <pc:spChg chg="mod">
          <ac:chgData name="Ivan Granja" userId="d0a12471-25a3-466a-a647-7cb796ed786c" providerId="ADAL" clId="{9B46356C-5FAD-43E2-AAE9-DBD2E2A15DA7}" dt="2021-11-11T09:08:38.341" v="4678" actId="27636"/>
          <ac:spMkLst>
            <pc:docMk/>
            <pc:sldMk cId="3874581501" sldId="275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1T09:14:25.389" v="5104" actId="6549"/>
          <ac:spMkLst>
            <pc:docMk/>
            <pc:sldMk cId="3874581501" sldId="275"/>
            <ac:spMk id="7" creationId="{079CCECC-9A5B-4B4D-83D5-58437092CE0F}"/>
          </ac:spMkLst>
        </pc:spChg>
      </pc:sldChg>
      <pc:sldChg chg="modSp add mod">
        <pc:chgData name="Ivan Granja" userId="d0a12471-25a3-466a-a647-7cb796ed786c" providerId="ADAL" clId="{9B46356C-5FAD-43E2-AAE9-DBD2E2A15DA7}" dt="2021-11-11T09:21:19.990" v="5513" actId="20577"/>
        <pc:sldMkLst>
          <pc:docMk/>
          <pc:sldMk cId="12585971" sldId="276"/>
        </pc:sldMkLst>
        <pc:spChg chg="mod">
          <ac:chgData name="Ivan Granja" userId="d0a12471-25a3-466a-a647-7cb796ed786c" providerId="ADAL" clId="{9B46356C-5FAD-43E2-AAE9-DBD2E2A15DA7}" dt="2021-11-11T09:14:37.023" v="5106" actId="27636"/>
          <ac:spMkLst>
            <pc:docMk/>
            <pc:sldMk cId="12585971" sldId="276"/>
            <ac:spMk id="2" creationId="{A48F242E-EC2F-41FE-A0D7-29AC1F8EBC37}"/>
          </ac:spMkLst>
        </pc:spChg>
        <pc:spChg chg="mod">
          <ac:chgData name="Ivan Granja" userId="d0a12471-25a3-466a-a647-7cb796ed786c" providerId="ADAL" clId="{9B46356C-5FAD-43E2-AAE9-DBD2E2A15DA7}" dt="2021-11-11T09:21:19.990" v="5513" actId="20577"/>
          <ac:spMkLst>
            <pc:docMk/>
            <pc:sldMk cId="12585971" sldId="276"/>
            <ac:spMk id="7" creationId="{079CCECC-9A5B-4B4D-83D5-58437092CE0F}"/>
          </ac:spMkLst>
        </pc:spChg>
      </pc:sldChg>
    </pc:docChg>
  </pc:docChgLst>
  <pc:docChgLst>
    <pc:chgData name="Ivan Granja" userId="d0a12471-25a3-466a-a647-7cb796ed786c" providerId="ADAL" clId="{4CCD6891-63DB-4998-AA35-CC31E3015B7D}"/>
    <pc:docChg chg="undo custSel addSld delSld modSld">
      <pc:chgData name="Ivan Granja" userId="d0a12471-25a3-466a-a647-7cb796ed786c" providerId="ADAL" clId="{4CCD6891-63DB-4998-AA35-CC31E3015B7D}" dt="2021-10-28T11:03:31.647" v="3191" actId="14100"/>
      <pc:docMkLst>
        <pc:docMk/>
      </pc:docMkLst>
      <pc:sldChg chg="addSp delSp modSp mod">
        <pc:chgData name="Ivan Granja" userId="d0a12471-25a3-466a-a647-7cb796ed786c" providerId="ADAL" clId="{4CCD6891-63DB-4998-AA35-CC31E3015B7D}" dt="2021-10-28T10:50:24.894" v="2223" actId="313"/>
        <pc:sldMkLst>
          <pc:docMk/>
          <pc:sldMk cId="3265140747" sldId="257"/>
        </pc:sldMkLst>
        <pc:spChg chg="mod">
          <ac:chgData name="Ivan Granja" userId="d0a12471-25a3-466a-a647-7cb796ed786c" providerId="ADAL" clId="{4CCD6891-63DB-4998-AA35-CC31E3015B7D}" dt="2021-10-28T10:31:23.954" v="384" actId="313"/>
          <ac:spMkLst>
            <pc:docMk/>
            <pc:sldMk cId="3265140747" sldId="257"/>
            <ac:spMk id="2" creationId="{B8A530BF-CE1F-4241-984E-FA99891DB104}"/>
          </ac:spMkLst>
        </pc:spChg>
        <pc:spChg chg="del">
          <ac:chgData name="Ivan Granja" userId="d0a12471-25a3-466a-a647-7cb796ed786c" providerId="ADAL" clId="{4CCD6891-63DB-4998-AA35-CC31E3015B7D}" dt="2021-10-28T10:26:02.944" v="1" actId="21"/>
          <ac:spMkLst>
            <pc:docMk/>
            <pc:sldMk cId="3265140747" sldId="257"/>
            <ac:spMk id="3" creationId="{C9B5E9A5-0C17-44EE-A2CD-E1B5970EF22C}"/>
          </ac:spMkLst>
        </pc:spChg>
        <pc:spChg chg="del">
          <ac:chgData name="Ivan Granja" userId="d0a12471-25a3-466a-a647-7cb796ed786c" providerId="ADAL" clId="{4CCD6891-63DB-4998-AA35-CC31E3015B7D}" dt="2021-10-28T10:26:32.863" v="48" actId="478"/>
          <ac:spMkLst>
            <pc:docMk/>
            <pc:sldMk cId="3265140747" sldId="257"/>
            <ac:spMk id="4" creationId="{511BBD72-7B34-4C79-A16B-CC74D97A37D7}"/>
          </ac:spMkLst>
        </pc:spChg>
        <pc:spChg chg="add mod">
          <ac:chgData name="Ivan Granja" userId="d0a12471-25a3-466a-a647-7cb796ed786c" providerId="ADAL" clId="{4CCD6891-63DB-4998-AA35-CC31E3015B7D}" dt="2021-10-28T10:50:24.894" v="2223" actId="313"/>
          <ac:spMkLst>
            <pc:docMk/>
            <pc:sldMk cId="3265140747" sldId="257"/>
            <ac:spMk id="6" creationId="{07FBBF4F-2CC0-4606-B574-0107041BCF5B}"/>
          </ac:spMkLst>
        </pc:spChg>
        <pc:picChg chg="mod">
          <ac:chgData name="Ivan Granja" userId="d0a12471-25a3-466a-a647-7cb796ed786c" providerId="ADAL" clId="{4CCD6891-63DB-4998-AA35-CC31E3015B7D}" dt="2021-10-28T10:31:21.417" v="383" actId="167"/>
          <ac:picMkLst>
            <pc:docMk/>
            <pc:sldMk cId="3265140747" sldId="257"/>
            <ac:picMk id="1026" creationId="{5A520B98-0628-47EA-822B-96413C130C97}"/>
          </ac:picMkLst>
        </pc:picChg>
      </pc:sldChg>
      <pc:sldChg chg="modSp mod">
        <pc:chgData name="Ivan Granja" userId="d0a12471-25a3-466a-a647-7cb796ed786c" providerId="ADAL" clId="{4CCD6891-63DB-4998-AA35-CC31E3015B7D}" dt="2021-10-28T10:33:50.694" v="535" actId="113"/>
        <pc:sldMkLst>
          <pc:docMk/>
          <pc:sldMk cId="875119312" sldId="258"/>
        </pc:sldMkLst>
        <pc:spChg chg="mod">
          <ac:chgData name="Ivan Granja" userId="d0a12471-25a3-466a-a647-7cb796ed786c" providerId="ADAL" clId="{4CCD6891-63DB-4998-AA35-CC31E3015B7D}" dt="2021-10-28T10:33:50.694" v="535" actId="113"/>
          <ac:spMkLst>
            <pc:docMk/>
            <pc:sldMk cId="875119312" sldId="258"/>
            <ac:spMk id="2" creationId="{A48F242E-EC2F-41FE-A0D7-29AC1F8EBC37}"/>
          </ac:spMkLst>
        </pc:spChg>
      </pc:sldChg>
      <pc:sldChg chg="del">
        <pc:chgData name="Ivan Granja" userId="d0a12471-25a3-466a-a647-7cb796ed786c" providerId="ADAL" clId="{4CCD6891-63DB-4998-AA35-CC31E3015B7D}" dt="2021-10-28T10:33:52.716" v="536" actId="47"/>
        <pc:sldMkLst>
          <pc:docMk/>
          <pc:sldMk cId="1884075428" sldId="259"/>
        </pc:sldMkLst>
      </pc:sldChg>
      <pc:sldChg chg="modSp add mod">
        <pc:chgData name="Ivan Granja" userId="d0a12471-25a3-466a-a647-7cb796ed786c" providerId="ADAL" clId="{4CCD6891-63DB-4998-AA35-CC31E3015B7D}" dt="2021-10-28T10:33:40.161" v="534" actId="20577"/>
        <pc:sldMkLst>
          <pc:docMk/>
          <pc:sldMk cId="3952435095" sldId="260"/>
        </pc:sldMkLst>
        <pc:spChg chg="mod">
          <ac:chgData name="Ivan Granja" userId="d0a12471-25a3-466a-a647-7cb796ed786c" providerId="ADAL" clId="{4CCD6891-63DB-4998-AA35-CC31E3015B7D}" dt="2021-10-28T10:33:40.161" v="534" actId="20577"/>
          <ac:spMkLst>
            <pc:docMk/>
            <pc:sldMk cId="3952435095" sldId="260"/>
            <ac:spMk id="2" creationId="{B8A530BF-CE1F-4241-984E-FA99891DB104}"/>
          </ac:spMkLst>
        </pc:spChg>
        <pc:spChg chg="mod">
          <ac:chgData name="Ivan Granja" userId="d0a12471-25a3-466a-a647-7cb796ed786c" providerId="ADAL" clId="{4CCD6891-63DB-4998-AA35-CC31E3015B7D}" dt="2021-10-28T10:33:07.580" v="519" actId="20577"/>
          <ac:spMkLst>
            <pc:docMk/>
            <pc:sldMk cId="3952435095" sldId="260"/>
            <ac:spMk id="3" creationId="{C9B5E9A5-0C17-44EE-A2CD-E1B5970EF22C}"/>
          </ac:spMkLst>
        </pc:spChg>
        <pc:spChg chg="mod">
          <ac:chgData name="Ivan Granja" userId="d0a12471-25a3-466a-a647-7cb796ed786c" providerId="ADAL" clId="{4CCD6891-63DB-4998-AA35-CC31E3015B7D}" dt="2021-10-28T10:33:02.845" v="498" actId="1037"/>
          <ac:spMkLst>
            <pc:docMk/>
            <pc:sldMk cId="3952435095" sldId="260"/>
            <ac:spMk id="4" creationId="{511BBD72-7B34-4C79-A16B-CC74D97A37D7}"/>
          </ac:spMkLst>
        </pc:spChg>
        <pc:picChg chg="mod">
          <ac:chgData name="Ivan Granja" userId="d0a12471-25a3-466a-a647-7cb796ed786c" providerId="ADAL" clId="{4CCD6891-63DB-4998-AA35-CC31E3015B7D}" dt="2021-10-28T10:26:53.120" v="70" actId="167"/>
          <ac:picMkLst>
            <pc:docMk/>
            <pc:sldMk cId="3952435095" sldId="260"/>
            <ac:picMk id="1026" creationId="{5A520B98-0628-47EA-822B-96413C130C97}"/>
          </ac:picMkLst>
        </pc:picChg>
      </pc:sldChg>
      <pc:sldChg chg="modSp add mod">
        <pc:chgData name="Ivan Granja" userId="d0a12471-25a3-466a-a647-7cb796ed786c" providerId="ADAL" clId="{4CCD6891-63DB-4998-AA35-CC31E3015B7D}" dt="2021-10-28T10:38:44.999" v="1023" actId="313"/>
        <pc:sldMkLst>
          <pc:docMk/>
          <pc:sldMk cId="1250187864" sldId="261"/>
        </pc:sldMkLst>
        <pc:spChg chg="mod">
          <ac:chgData name="Ivan Granja" userId="d0a12471-25a3-466a-a647-7cb796ed786c" providerId="ADAL" clId="{4CCD6891-63DB-4998-AA35-CC31E3015B7D}" dt="2021-10-28T10:38:44.999" v="1023" actId="313"/>
          <ac:spMkLst>
            <pc:docMk/>
            <pc:sldMk cId="1250187864" sldId="261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37:41.624" v="938" actId="20577"/>
          <ac:spMkLst>
            <pc:docMk/>
            <pc:sldMk cId="1250187864" sldId="261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41:33.435" v="1290" actId="20577"/>
        <pc:sldMkLst>
          <pc:docMk/>
          <pc:sldMk cId="2715249921" sldId="262"/>
        </pc:sldMkLst>
        <pc:spChg chg="mod">
          <ac:chgData name="Ivan Granja" userId="d0a12471-25a3-466a-a647-7cb796ed786c" providerId="ADAL" clId="{4CCD6891-63DB-4998-AA35-CC31E3015B7D}" dt="2021-10-28T10:41:33.435" v="1290" actId="20577"/>
          <ac:spMkLst>
            <pc:docMk/>
            <pc:sldMk cId="2715249921" sldId="262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41:30.628" v="1289" actId="20577"/>
          <ac:spMkLst>
            <pc:docMk/>
            <pc:sldMk cId="2715249921" sldId="262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44:47.842" v="1708" actId="20577"/>
        <pc:sldMkLst>
          <pc:docMk/>
          <pc:sldMk cId="1907271705" sldId="263"/>
        </pc:sldMkLst>
        <pc:spChg chg="mod">
          <ac:chgData name="Ivan Granja" userId="d0a12471-25a3-466a-a647-7cb796ed786c" providerId="ADAL" clId="{4CCD6891-63DB-4998-AA35-CC31E3015B7D}" dt="2021-10-28T10:42:29.322" v="1344" actId="20577"/>
          <ac:spMkLst>
            <pc:docMk/>
            <pc:sldMk cId="1907271705" sldId="263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44:47.842" v="1708" actId="20577"/>
          <ac:spMkLst>
            <pc:docMk/>
            <pc:sldMk cId="1907271705" sldId="263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48:10.609" v="2098" actId="20577"/>
        <pc:sldMkLst>
          <pc:docMk/>
          <pc:sldMk cId="2523321186" sldId="264"/>
        </pc:sldMkLst>
        <pc:spChg chg="mod">
          <ac:chgData name="Ivan Granja" userId="d0a12471-25a3-466a-a647-7cb796ed786c" providerId="ADAL" clId="{4CCD6891-63DB-4998-AA35-CC31E3015B7D}" dt="2021-10-28T10:48:10.609" v="2098" actId="20577"/>
          <ac:spMkLst>
            <pc:docMk/>
            <pc:sldMk cId="2523321186" sldId="264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48:07.146" v="2097" actId="27636"/>
          <ac:spMkLst>
            <pc:docMk/>
            <pc:sldMk cId="2523321186" sldId="264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53:53.794" v="2605" actId="20577"/>
        <pc:sldMkLst>
          <pc:docMk/>
          <pc:sldMk cId="3976056129" sldId="265"/>
        </pc:sldMkLst>
        <pc:spChg chg="mod">
          <ac:chgData name="Ivan Granja" userId="d0a12471-25a3-466a-a647-7cb796ed786c" providerId="ADAL" clId="{4CCD6891-63DB-4998-AA35-CC31E3015B7D}" dt="2021-10-28T10:50:39.696" v="2224" actId="20577"/>
          <ac:spMkLst>
            <pc:docMk/>
            <pc:sldMk cId="3976056129" sldId="265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53:53.794" v="2605" actId="20577"/>
          <ac:spMkLst>
            <pc:docMk/>
            <pc:sldMk cId="3976056129" sldId="265"/>
            <ac:spMk id="3" creationId="{A0D70590-13F5-474B-A0CC-F0589B7A8904}"/>
          </ac:spMkLst>
        </pc:spChg>
      </pc:sldChg>
      <pc:sldChg chg="addSp delSp modSp add mod">
        <pc:chgData name="Ivan Granja" userId="d0a12471-25a3-466a-a647-7cb796ed786c" providerId="ADAL" clId="{4CCD6891-63DB-4998-AA35-CC31E3015B7D}" dt="2021-10-28T11:03:31.647" v="3191" actId="14100"/>
        <pc:sldMkLst>
          <pc:docMk/>
          <pc:sldMk cId="123860163" sldId="266"/>
        </pc:sldMkLst>
        <pc:spChg chg="mod">
          <ac:chgData name="Ivan Granja" userId="d0a12471-25a3-466a-a647-7cb796ed786c" providerId="ADAL" clId="{4CCD6891-63DB-4998-AA35-CC31E3015B7D}" dt="2021-10-28T11:03:03.367" v="3142" actId="6549"/>
          <ac:spMkLst>
            <pc:docMk/>
            <pc:sldMk cId="123860163" sldId="266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1:03:31.647" v="3191" actId="14100"/>
          <ac:spMkLst>
            <pc:docMk/>
            <pc:sldMk cId="123860163" sldId="266"/>
            <ac:spMk id="3" creationId="{A0D70590-13F5-474B-A0CC-F0589B7A8904}"/>
          </ac:spMkLst>
        </pc:spChg>
        <pc:spChg chg="add del">
          <ac:chgData name="Ivan Granja" userId="d0a12471-25a3-466a-a647-7cb796ed786c" providerId="ADAL" clId="{4CCD6891-63DB-4998-AA35-CC31E3015B7D}" dt="2021-10-28T10:59:42.068" v="3103"/>
          <ac:spMkLst>
            <pc:docMk/>
            <pc:sldMk cId="123860163" sldId="266"/>
            <ac:spMk id="4" creationId="{F2FCCCEF-6570-4C8E-B28D-12931D87C143}"/>
          </ac:spMkLst>
        </pc:spChg>
      </pc:sldChg>
      <pc:sldChg chg="add del">
        <pc:chgData name="Ivan Granja" userId="d0a12471-25a3-466a-a647-7cb796ed786c" providerId="ADAL" clId="{4CCD6891-63DB-4998-AA35-CC31E3015B7D}" dt="2021-10-28T11:02:53.685" v="3141" actId="47"/>
        <pc:sldMkLst>
          <pc:docMk/>
          <pc:sldMk cId="3644265444" sldId="267"/>
        </pc:sldMkLst>
      </pc:sldChg>
    </pc:docChg>
  </pc:docChgLst>
  <pc:docChgLst>
    <pc:chgData name="Ivan Granja" userId="d0a12471-25a3-466a-a647-7cb796ed786c" providerId="ADAL" clId="{A134E0CE-35DC-4F19-9CFB-468BDE72B7BE}"/>
    <pc:docChg chg="undo custSel modSld">
      <pc:chgData name="Ivan Granja" userId="d0a12471-25a3-466a-a647-7cb796ed786c" providerId="ADAL" clId="{A134E0CE-35DC-4F19-9CFB-468BDE72B7BE}" dt="2021-11-11T12:24:03.580" v="45" actId="27636"/>
      <pc:docMkLst>
        <pc:docMk/>
      </pc:docMkLst>
      <pc:sldChg chg="modSp mod">
        <pc:chgData name="Ivan Granja" userId="d0a12471-25a3-466a-a647-7cb796ed786c" providerId="ADAL" clId="{A134E0CE-35DC-4F19-9CFB-468BDE72B7BE}" dt="2021-11-11T12:14:08.868" v="30" actId="20577"/>
        <pc:sldMkLst>
          <pc:docMk/>
          <pc:sldMk cId="2963753794" sldId="268"/>
        </pc:sldMkLst>
        <pc:spChg chg="mod">
          <ac:chgData name="Ivan Granja" userId="d0a12471-25a3-466a-a647-7cb796ed786c" providerId="ADAL" clId="{A134E0CE-35DC-4F19-9CFB-468BDE72B7BE}" dt="2021-11-11T12:14:08.868" v="30" actId="20577"/>
          <ac:spMkLst>
            <pc:docMk/>
            <pc:sldMk cId="2963753794" sldId="268"/>
            <ac:spMk id="7" creationId="{079CCECC-9A5B-4B4D-83D5-58437092CE0F}"/>
          </ac:spMkLst>
        </pc:spChg>
      </pc:sldChg>
      <pc:sldChg chg="modSp mod">
        <pc:chgData name="Ivan Granja" userId="d0a12471-25a3-466a-a647-7cb796ed786c" providerId="ADAL" clId="{A134E0CE-35DC-4F19-9CFB-468BDE72B7BE}" dt="2021-11-11T12:20:05.696" v="34" actId="20577"/>
        <pc:sldMkLst>
          <pc:docMk/>
          <pc:sldMk cId="2285211416" sldId="273"/>
        </pc:sldMkLst>
        <pc:spChg chg="mod">
          <ac:chgData name="Ivan Granja" userId="d0a12471-25a3-466a-a647-7cb796ed786c" providerId="ADAL" clId="{A134E0CE-35DC-4F19-9CFB-468BDE72B7BE}" dt="2021-11-11T12:20:05.696" v="34" actId="20577"/>
          <ac:spMkLst>
            <pc:docMk/>
            <pc:sldMk cId="2285211416" sldId="273"/>
            <ac:spMk id="7" creationId="{079CCECC-9A5B-4B4D-83D5-58437092CE0F}"/>
          </ac:spMkLst>
        </pc:spChg>
      </pc:sldChg>
      <pc:sldChg chg="modSp mod">
        <pc:chgData name="Ivan Granja" userId="d0a12471-25a3-466a-a647-7cb796ed786c" providerId="ADAL" clId="{A134E0CE-35DC-4F19-9CFB-468BDE72B7BE}" dt="2021-11-11T12:24:03.580" v="45" actId="27636"/>
        <pc:sldMkLst>
          <pc:docMk/>
          <pc:sldMk cId="2309941182" sldId="274"/>
        </pc:sldMkLst>
        <pc:spChg chg="mod">
          <ac:chgData name="Ivan Granja" userId="d0a12471-25a3-466a-a647-7cb796ed786c" providerId="ADAL" clId="{A134E0CE-35DC-4F19-9CFB-468BDE72B7BE}" dt="2021-11-11T12:24:03.580" v="45" actId="27636"/>
          <ac:spMkLst>
            <pc:docMk/>
            <pc:sldMk cId="2309941182" sldId="274"/>
            <ac:spMk id="7" creationId="{079CCECC-9A5B-4B4D-83D5-58437092CE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24165-7913-46B6-88B3-C29DC7E914B1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AB8B-10FA-43D4-AC9A-953A332D9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42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40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5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7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12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33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97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615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3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60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2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bokwiki.org/wiki/ISO/IEC/IEEE_1528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97390" y="168507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/>
              <a:t>Engenharia de Sistemas</a:t>
            </a:r>
            <a:br>
              <a:rPr lang="pt-BR" dirty="0"/>
            </a:br>
            <a:r>
              <a:rPr lang="pt-BR" b="1" dirty="0"/>
              <a:t>Avançando na Engenharia e Gerenciamento de Sistemas </a:t>
            </a:r>
            <a:br>
              <a:rPr lang="pt-BR" b="1" dirty="0"/>
            </a:br>
            <a:r>
              <a:rPr lang="pt-BR" b="1" dirty="0"/>
              <a:t/>
            </a:r>
            <a:br>
              <a:rPr lang="pt-BR" b="1" dirty="0"/>
            </a:br>
            <a:r>
              <a:rPr lang="pt-BR" dirty="0"/>
              <a:t>Parte 3 – SEBOK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36541" y="4773859"/>
            <a:ext cx="9144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Prof. Ivan Granja</a:t>
            </a:r>
          </a:p>
          <a:p>
            <a:r>
              <a:rPr lang="pt-BR" sz="3200" dirty="0"/>
              <a:t>PUC-Campinas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0136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/>
              <a:t>Parte 3 – Engenharia e Gerenciamento de Sistemas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9 Áreas de 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pt-BR" dirty="0"/>
              <a:t>Introdução ao Processo de Ciclo de Vida</a:t>
            </a:r>
          </a:p>
          <a:p>
            <a:r>
              <a:rPr lang="pt-BR" dirty="0"/>
              <a:t>Modelos de Ciclo de Vida</a:t>
            </a:r>
          </a:p>
          <a:p>
            <a:r>
              <a:rPr lang="pt-BR" dirty="0"/>
              <a:t>Definição de Conceitos (definir, no sentido de “especificar”)</a:t>
            </a:r>
          </a:p>
          <a:p>
            <a:r>
              <a:rPr lang="pt-BR" dirty="0"/>
              <a:t>Definição do Sistema (definir, no sentido de “especificar”)</a:t>
            </a:r>
          </a:p>
          <a:p>
            <a:r>
              <a:rPr lang="pt-BR" dirty="0"/>
              <a:t>Realização/Percepção do Sistema (</a:t>
            </a:r>
            <a:r>
              <a:rPr lang="pt-BR" i="1" dirty="0"/>
              <a:t>system </a:t>
            </a:r>
            <a:r>
              <a:rPr lang="pt-BR" i="1" dirty="0" err="1"/>
              <a:t>realization</a:t>
            </a:r>
            <a:r>
              <a:rPr lang="pt-BR" dirty="0"/>
              <a:t>)</a:t>
            </a:r>
          </a:p>
          <a:p>
            <a:r>
              <a:rPr lang="pt-BR" dirty="0" smtClean="0"/>
              <a:t>Liberação </a:t>
            </a:r>
            <a:r>
              <a:rPr lang="pt-BR" dirty="0"/>
              <a:t>e Uso do Sistema</a:t>
            </a:r>
          </a:p>
          <a:p>
            <a:r>
              <a:rPr lang="pt-BR" dirty="0"/>
              <a:t>Gestão da Engenharia do Sistema</a:t>
            </a:r>
          </a:p>
          <a:p>
            <a:r>
              <a:rPr lang="pt-BR" dirty="0"/>
              <a:t>Gestão da “Vida” (ciclo de vida) de Produto e Serviços (sistemas)</a:t>
            </a:r>
          </a:p>
          <a:p>
            <a:r>
              <a:rPr lang="pt-BR" dirty="0"/>
              <a:t>Padrões da Engenharia de Sistemas</a:t>
            </a:r>
          </a:p>
        </p:txBody>
      </p:sp>
    </p:spTree>
    <p:extLst>
      <p:ext uri="{BB962C8B-B14F-4D97-AF65-F5344CB8AC3E}">
        <p14:creationId xmlns:p14="http://schemas.microsoft.com/office/powerpoint/2010/main" val="125018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Processo de Ciclo de Vida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4D1D31-6DEB-42A1-B59D-0F91024B0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785" y="1761791"/>
            <a:ext cx="8002215" cy="4351337"/>
          </a:xfrm>
          <a:prstGeom prst="rect">
            <a:avLst/>
          </a:prstGeom>
        </p:spPr>
      </p:pic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0"/>
            <a:ext cx="4347411" cy="5334000"/>
          </a:xfrm>
        </p:spPr>
        <p:txBody>
          <a:bodyPr>
            <a:normAutofit/>
          </a:bodyPr>
          <a:lstStyle/>
          <a:p>
            <a:r>
              <a:rPr lang="pt-BR" dirty="0"/>
              <a:t>A função de um processo de ciclo de vida é definir o trabalho a ser realizado e os artefatos associados a serem produzidos. </a:t>
            </a:r>
          </a:p>
          <a:p>
            <a:r>
              <a:rPr lang="pt-BR" dirty="0"/>
              <a:t>Artefatos, são os produtos do processo, sejam intermediários (modelos, especificações, etc.) ou o produto final (o sistema em si, com seus subsistemas e partes/elementos)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010FC2-733B-4CD8-842D-03FAE86F3671}"/>
              </a:ext>
            </a:extLst>
          </p:cNvPr>
          <p:cNvSpPr txBox="1"/>
          <p:nvPr/>
        </p:nvSpPr>
        <p:spPr>
          <a:xfrm>
            <a:off x="5222668" y="6184231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87511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Processo de Ciclo de Vida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524000"/>
            <a:ext cx="11261558" cy="4491789"/>
          </a:xfrm>
        </p:spPr>
        <p:txBody>
          <a:bodyPr>
            <a:normAutofit/>
          </a:bodyPr>
          <a:lstStyle/>
          <a:p>
            <a:r>
              <a:rPr lang="pt-BR" sz="3200" dirty="0"/>
              <a:t>O processo de ciclo de vida aglutina e organiza os meios (métodos, técnicas, pessoas, etc..) necessários para produzir o sistema desejado.</a:t>
            </a:r>
          </a:p>
          <a:p>
            <a:endParaRPr lang="pt-BR" sz="3200" dirty="0"/>
          </a:p>
          <a:p>
            <a:r>
              <a:rPr lang="pt-BR" sz="3200" dirty="0"/>
              <a:t>Um processo é uma série de ações ou medidas tomadas para alcançar um fim específico. Processos podem ser realizados por humanos ou máquinas, transformando sucessivamente entradas em saídas (artefatos ou produtos do processo).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48033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79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SEBOK Parte 3 </a:t>
            </a:r>
            <a:br>
              <a:rPr lang="pt-BR" b="1" dirty="0"/>
            </a:br>
            <a:r>
              <a:rPr lang="pt-BR" dirty="0"/>
              <a:t>Processo de Ciclo de Vida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0"/>
            <a:ext cx="4620126" cy="5334000"/>
          </a:xfrm>
        </p:spPr>
        <p:txBody>
          <a:bodyPr>
            <a:normAutofit/>
          </a:bodyPr>
          <a:lstStyle/>
          <a:p>
            <a:r>
              <a:rPr lang="pt-BR" b="1" dirty="0"/>
              <a:t>Atividades</a:t>
            </a:r>
            <a:r>
              <a:rPr lang="pt-BR" dirty="0"/>
              <a:t> são disciplinas que exigem habilidades, conhecimento e competências para realização</a:t>
            </a:r>
          </a:p>
          <a:p>
            <a:endParaRPr lang="pt-BR" dirty="0"/>
          </a:p>
          <a:p>
            <a:r>
              <a:rPr lang="pt-BR" b="1" dirty="0"/>
              <a:t>Estágios</a:t>
            </a:r>
            <a:r>
              <a:rPr lang="pt-BR" dirty="0"/>
              <a:t> (ou fases), definem as fases sucessivas pelas quais o processo flui, no sentido de se obter o produto final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010FC2-733B-4CD8-842D-03FAE86F3671}"/>
              </a:ext>
            </a:extLst>
          </p:cNvPr>
          <p:cNvSpPr txBox="1"/>
          <p:nvPr/>
        </p:nvSpPr>
        <p:spPr>
          <a:xfrm>
            <a:off x="5222668" y="6184231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67717C-7E82-4435-911B-6B65AB1E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611" y="1027906"/>
            <a:ext cx="68008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3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br>
              <a:rPr lang="pt-BR" b="1" dirty="0"/>
            </a:br>
            <a:r>
              <a:rPr lang="pt-BR" dirty="0"/>
              <a:t>Modelos de Ciclo de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0253"/>
            <a:ext cx="4876800" cy="455671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 ciclo de vida para um sistema, em geral, consiste em uma série de etapas reguladas por um conjunto de decisões de gestão que confirmam que o sistema está maduro o suficiente para deixar um estágio e entrar em outro.</a:t>
            </a:r>
          </a:p>
          <a:p>
            <a:endParaRPr lang="pt-BR" dirty="0"/>
          </a:p>
          <a:p>
            <a:r>
              <a:rPr lang="pt-BR" dirty="0"/>
              <a:t>Um exemplo “Moderno” de ciclo de vida é o modelo V (</a:t>
            </a:r>
            <a:r>
              <a:rPr lang="pt-BR" dirty="0" err="1"/>
              <a:t>Vee</a:t>
            </a:r>
            <a:r>
              <a:rPr lang="pt-BR" dirty="0"/>
              <a:t>) ao lado.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26B38F-123A-48B3-932A-60C6484F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089" y="1343818"/>
            <a:ext cx="7597907" cy="45567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254F0CF-7BB1-4B6D-A153-E700D00027CD}"/>
              </a:ext>
            </a:extLst>
          </p:cNvPr>
          <p:cNvSpPr txBox="1"/>
          <p:nvPr/>
        </p:nvSpPr>
        <p:spPr>
          <a:xfrm>
            <a:off x="5174541" y="5946130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917205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88650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Modelo V (</a:t>
            </a:r>
            <a:r>
              <a:rPr lang="pt-BR" b="1" dirty="0" err="1"/>
              <a:t>Vee</a:t>
            </a:r>
            <a:r>
              <a:rPr lang="pt-BR" b="1" dirty="0"/>
              <a:t> Model)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26B38F-123A-48B3-932A-60C6484F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48" y="963979"/>
            <a:ext cx="8991625" cy="539256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254F0CF-7BB1-4B6D-A153-E700D00027CD}"/>
              </a:ext>
            </a:extLst>
          </p:cNvPr>
          <p:cNvSpPr txBox="1"/>
          <p:nvPr/>
        </p:nvSpPr>
        <p:spPr>
          <a:xfrm>
            <a:off x="5318920" y="6356547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26260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88650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Modelo V (</a:t>
            </a:r>
            <a:r>
              <a:rPr lang="pt-BR" b="1" dirty="0" err="1"/>
              <a:t>Vee</a:t>
            </a:r>
            <a:r>
              <a:rPr lang="pt-BR" b="1" dirty="0"/>
              <a:t> Model)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254F0CF-7BB1-4B6D-A153-E700D00027CD}"/>
              </a:ext>
            </a:extLst>
          </p:cNvPr>
          <p:cNvSpPr txBox="1"/>
          <p:nvPr/>
        </p:nvSpPr>
        <p:spPr>
          <a:xfrm>
            <a:off x="5318920" y="6356547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C6074BCB-8D63-40D6-B5E7-E207534C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60530"/>
            <a:ext cx="10118572" cy="539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2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mesa, display, homem, avião&#10;&#10;Descrição gerada automaticamente">
            <a:extLst>
              <a:ext uri="{FF2B5EF4-FFF2-40B4-BE49-F238E27FC236}">
                <a16:creationId xmlns:a16="http://schemas.microsoft.com/office/drawing/2014/main" id="{F96B5E9A-CC46-4CDE-B0F6-AE382BF0D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89" y="899636"/>
            <a:ext cx="8061316" cy="59583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88650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Modelo V (</a:t>
            </a:r>
            <a:r>
              <a:rPr lang="pt-BR" b="1" dirty="0" err="1"/>
              <a:t>Vee</a:t>
            </a:r>
            <a:r>
              <a:rPr lang="pt-BR" b="1" dirty="0"/>
              <a:t> Model)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254F0CF-7BB1-4B6D-A153-E700D00027CD}"/>
              </a:ext>
            </a:extLst>
          </p:cNvPr>
          <p:cNvSpPr txBox="1"/>
          <p:nvPr/>
        </p:nvSpPr>
        <p:spPr>
          <a:xfrm>
            <a:off x="7669509" y="6033381"/>
            <a:ext cx="45224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73042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Definição de Conceitos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568" y="1459831"/>
            <a:ext cx="11863137" cy="5133474"/>
          </a:xfrm>
        </p:spPr>
        <p:txBody>
          <a:bodyPr>
            <a:normAutofit fontScale="92500" lnSpcReduction="10000"/>
          </a:bodyPr>
          <a:lstStyle/>
          <a:p>
            <a:r>
              <a:rPr lang="pt-BR" sz="3200" dirty="0"/>
              <a:t>Definição conceitual é o conjunto de atividades de engenharia de sistemas em que o espaço do problema e as necessidades e requisitos do negócio ou empresa e stakeholders (envolvidos) são examinados de perto</a:t>
            </a:r>
          </a:p>
          <a:p>
            <a:r>
              <a:rPr lang="pt-BR" sz="3200" dirty="0"/>
              <a:t>Avalia-se o contexto no qual o sistema se inserirá, com foco no negócio.</a:t>
            </a:r>
          </a:p>
          <a:p>
            <a:pPr lvl="1"/>
            <a:r>
              <a:rPr lang="pt-BR" sz="2800" dirty="0"/>
              <a:t>A que missão de propõe o sistema?</a:t>
            </a:r>
          </a:p>
          <a:p>
            <a:pPr lvl="1"/>
            <a:r>
              <a:rPr lang="pt-BR" sz="2800" dirty="0"/>
              <a:t>Quais as necessidades de todos os envolvidos deve ser conciliadas?</a:t>
            </a:r>
          </a:p>
          <a:p>
            <a:pPr lvl="1"/>
            <a:r>
              <a:rPr lang="pt-BR" sz="2800" dirty="0"/>
              <a:t>Em geral produz um Caso de Negócio (Business Case)</a:t>
            </a:r>
          </a:p>
          <a:p>
            <a:r>
              <a:rPr lang="pt-BR" sz="3200" dirty="0"/>
              <a:t>Qual o público que fará uso do sistema a ser construído?</a:t>
            </a:r>
          </a:p>
          <a:p>
            <a:pPr lvl="1"/>
            <a:r>
              <a:rPr lang="pt-BR" sz="2800" dirty="0"/>
              <a:t>Um Sistema especifico para um ou poucos clientes (máquinas em sistema produtivo)</a:t>
            </a:r>
          </a:p>
          <a:p>
            <a:pPr lvl="1"/>
            <a:r>
              <a:rPr lang="pt-BR" sz="2800" dirty="0"/>
              <a:t>Um Sistema para um grupo maior de usuários (sistema de segurança, um software empresarial)</a:t>
            </a:r>
          </a:p>
          <a:p>
            <a:pPr lvl="1"/>
            <a:r>
              <a:rPr lang="pt-BR" sz="2800" dirty="0"/>
              <a:t>Um sistema de aplicação geral (Aplicativos, Carros, Máquina de Guloseimas)</a:t>
            </a:r>
          </a:p>
        </p:txBody>
      </p:sp>
    </p:spTree>
    <p:extLst>
      <p:ext uri="{BB962C8B-B14F-4D97-AF65-F5344CB8AC3E}">
        <p14:creationId xmlns:p14="http://schemas.microsoft.com/office/powerpoint/2010/main" val="1770951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Definição do Sistema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524000"/>
            <a:ext cx="11261558" cy="5133474"/>
          </a:xfrm>
        </p:spPr>
        <p:txBody>
          <a:bodyPr>
            <a:normAutofit fontScale="92500" lnSpcReduction="10000"/>
          </a:bodyPr>
          <a:lstStyle/>
          <a:p>
            <a:r>
              <a:rPr lang="pt-BR" sz="3200" dirty="0"/>
              <a:t>As atividades de definição do sistema são conduzidas para criar e descrever detalhadamente um sistema de interesse (</a:t>
            </a:r>
            <a:r>
              <a:rPr lang="pt-BR" sz="3200" dirty="0" err="1"/>
              <a:t>SoI</a:t>
            </a:r>
            <a:r>
              <a:rPr lang="pt-BR" sz="3200" dirty="0"/>
              <a:t>) para satisfazer uma necessidade identificada</a:t>
            </a:r>
          </a:p>
          <a:p>
            <a:pPr lvl="1"/>
            <a:r>
              <a:rPr lang="pt-BR" sz="2800" dirty="0"/>
              <a:t>Definição de Requisitos (do sistema)</a:t>
            </a:r>
          </a:p>
          <a:p>
            <a:pPr lvl="1"/>
            <a:r>
              <a:rPr lang="pt-BR" sz="2800" dirty="0"/>
              <a:t>Arquitetura do sistema (lógica e Física)</a:t>
            </a:r>
          </a:p>
          <a:p>
            <a:pPr lvl="1"/>
            <a:r>
              <a:rPr lang="pt-BR" sz="2800" dirty="0"/>
              <a:t>Análise e Design do Sistema</a:t>
            </a:r>
          </a:p>
          <a:p>
            <a:pPr lvl="1"/>
            <a:r>
              <a:rPr lang="pt-BR" sz="2800" dirty="0"/>
              <a:t>Produz Modelos e Especificação do sistema em diferentes níveis de detalhe</a:t>
            </a:r>
          </a:p>
          <a:p>
            <a:pPr marL="457200" lvl="1" indent="0">
              <a:buNone/>
            </a:pPr>
            <a:endParaRPr lang="pt-BR" sz="3200" dirty="0"/>
          </a:p>
          <a:p>
            <a:r>
              <a:rPr lang="pt-BR" sz="3200" dirty="0"/>
              <a:t>Apesar de parecida com definição de conceitos, é uma atividade focada na definição de sucessivas camadas de definição do sistema, cada uma com mais detalhes que a anterior. </a:t>
            </a:r>
          </a:p>
          <a:p>
            <a:pPr lvl="1"/>
            <a:r>
              <a:rPr lang="pt-BR" sz="2800" dirty="0"/>
              <a:t>Qual o papel da Modelagem de Sistemas na sua definição?</a:t>
            </a:r>
          </a:p>
        </p:txBody>
      </p:sp>
    </p:spTree>
    <p:extLst>
      <p:ext uri="{BB962C8B-B14F-4D97-AF65-F5344CB8AC3E}">
        <p14:creationId xmlns:p14="http://schemas.microsoft.com/office/powerpoint/2010/main" val="3410182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23105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SEBOK Parte 3 </a:t>
            </a:r>
            <a:br>
              <a:rPr lang="pt-BR" b="1" dirty="0"/>
            </a:br>
            <a:r>
              <a:rPr lang="pt-BR" dirty="0"/>
              <a:t>Realização do Sistema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0"/>
            <a:ext cx="4620126" cy="5334000"/>
          </a:xfrm>
        </p:spPr>
        <p:txBody>
          <a:bodyPr>
            <a:normAutofit/>
          </a:bodyPr>
          <a:lstStyle/>
          <a:p>
            <a:r>
              <a:rPr lang="pt-BR" dirty="0"/>
              <a:t>As atividades de realização do sistema são realizadas para criar e testar versões de um sistema conforme especificado na </a:t>
            </a:r>
            <a:r>
              <a:rPr lang="pt-BR" b="1" dirty="0"/>
              <a:t>definição do sistema. </a:t>
            </a:r>
          </a:p>
          <a:p>
            <a:r>
              <a:rPr lang="pt-BR" dirty="0"/>
              <a:t>As atividades são agrupadas e descritas como processos genéricos que são realizados iterativamente e/ou simultaneamente, dependendo do modelo de ciclo de vida selecionado.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010FC2-733B-4CD8-842D-03FAE86F3671}"/>
              </a:ext>
            </a:extLst>
          </p:cNvPr>
          <p:cNvSpPr txBox="1"/>
          <p:nvPr/>
        </p:nvSpPr>
        <p:spPr>
          <a:xfrm>
            <a:off x="5222668" y="6184231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2C7C8F-E9FE-4970-A630-6B95AC73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577244"/>
            <a:ext cx="7191375" cy="405765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6504912-AF2A-4498-9F20-6D54BE9CE8FE}"/>
              </a:ext>
            </a:extLst>
          </p:cNvPr>
          <p:cNvCxnSpPr/>
          <p:nvPr/>
        </p:nvCxnSpPr>
        <p:spPr>
          <a:xfrm flipV="1">
            <a:off x="4424516" y="2300748"/>
            <a:ext cx="798152" cy="899652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BC40C9D7-B496-486F-8D0C-89CC89FBDC1D}"/>
              </a:ext>
            </a:extLst>
          </p:cNvPr>
          <p:cNvSpPr/>
          <p:nvPr/>
        </p:nvSpPr>
        <p:spPr>
          <a:xfrm>
            <a:off x="9379974" y="2197510"/>
            <a:ext cx="1342104" cy="530942"/>
          </a:xfrm>
          <a:prstGeom prst="ellipse">
            <a:avLst/>
          </a:prstGeom>
          <a:solidFill>
            <a:schemeClr val="accent6">
              <a:alpha val="1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341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79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SEBOK Parte 3 </a:t>
            </a:r>
            <a:br>
              <a:rPr lang="pt-BR" b="1" dirty="0"/>
            </a:br>
            <a:r>
              <a:rPr lang="pt-BR" dirty="0"/>
              <a:t>Realização do Sistema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524000"/>
            <a:ext cx="5000625" cy="5334000"/>
          </a:xfrm>
        </p:spPr>
        <p:txBody>
          <a:bodyPr>
            <a:normAutofit/>
          </a:bodyPr>
          <a:lstStyle/>
          <a:p>
            <a:r>
              <a:rPr lang="pt-BR" dirty="0"/>
              <a:t>Mobilizam as tarefas técnicas necessárias para:</a:t>
            </a:r>
          </a:p>
          <a:p>
            <a:pPr lvl="1"/>
            <a:r>
              <a:rPr lang="pt-BR" dirty="0"/>
              <a:t> construir um sistema ou suas partes </a:t>
            </a:r>
            <a:r>
              <a:rPr lang="pt-BR" b="1" dirty="0"/>
              <a:t>(implementação do sistema)</a:t>
            </a:r>
          </a:p>
          <a:p>
            <a:pPr lvl="1"/>
            <a:r>
              <a:rPr lang="pt-BR" dirty="0"/>
              <a:t>integrar elementos diferentes do sistema </a:t>
            </a:r>
            <a:r>
              <a:rPr lang="pt-BR" b="1" dirty="0"/>
              <a:t>(integração do sistema) </a:t>
            </a:r>
          </a:p>
          <a:p>
            <a:pPr lvl="1"/>
            <a:r>
              <a:rPr lang="pt-BR" dirty="0"/>
              <a:t>e garantir que o sistema atenda tanto às necessidades das partes interessadas</a:t>
            </a:r>
            <a:r>
              <a:rPr lang="pt-BR" b="1" dirty="0"/>
              <a:t> (validação do sistema) </a:t>
            </a:r>
            <a:r>
              <a:rPr lang="pt-BR" dirty="0"/>
              <a:t>quanto alinhada com os requisitos do sistema e arquitetura </a:t>
            </a:r>
            <a:r>
              <a:rPr lang="pt-BR" b="1" dirty="0"/>
              <a:t>(verificação do sistema).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010FC2-733B-4CD8-842D-03FAE86F3671}"/>
              </a:ext>
            </a:extLst>
          </p:cNvPr>
          <p:cNvSpPr txBox="1"/>
          <p:nvPr/>
        </p:nvSpPr>
        <p:spPr>
          <a:xfrm>
            <a:off x="5222668" y="6184231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2C7C8F-E9FE-4970-A630-6B95AC73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577244"/>
            <a:ext cx="719137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3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Realização do Sistema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524000"/>
            <a:ext cx="11261558" cy="5133474"/>
          </a:xfrm>
        </p:spPr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dirty="0"/>
              <a:t>Implementação do Sistema </a:t>
            </a:r>
            <a:r>
              <a:rPr lang="pt-BR" dirty="0"/>
              <a:t>utiliza a estrutura criada durante o design arquitetural e os resultados da análise do sistema para construir elementos (partes, subsistemas, etc..) que atendam requisitos do sistema desenvolvidos nas fases iniciais do ciclo de vida </a:t>
            </a:r>
            <a:r>
              <a:rPr lang="pt-BR" dirty="0" smtClean="0"/>
              <a:t>(Definições </a:t>
            </a:r>
            <a:r>
              <a:rPr lang="pt-BR" dirty="0"/>
              <a:t>de Conceitos e de Sistemas)</a:t>
            </a:r>
          </a:p>
          <a:p>
            <a:pPr marL="0" indent="0">
              <a:buNone/>
            </a:pPr>
            <a:endParaRPr lang="en-US" dirty="0"/>
          </a:p>
          <a:p>
            <a:r>
              <a:rPr lang="pt-BR" dirty="0"/>
              <a:t>A </a:t>
            </a:r>
            <a:r>
              <a:rPr lang="pt-BR" b="1" dirty="0"/>
              <a:t>integração do sistema </a:t>
            </a:r>
            <a:r>
              <a:rPr lang="pt-BR" dirty="0"/>
              <a:t>consiste em fazer a integração dos elementos do sistema, implementado e compondo o sistema de interesse (</a:t>
            </a:r>
            <a:r>
              <a:rPr lang="pt-BR" dirty="0" err="1"/>
              <a:t>SoI</a:t>
            </a:r>
            <a:r>
              <a:rPr lang="pt-BR" dirty="0"/>
              <a:t>), reunindo esses elementos implementados em conjunto e realizar as ações de verificação e validação (ações de V&amp;V) no decorrer da “montagem” do sistema como um todo.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6375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Realização do Sistema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524000"/>
            <a:ext cx="11261558" cy="51334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pt-BR" dirty="0"/>
              <a:t>A </a:t>
            </a:r>
            <a:r>
              <a:rPr lang="pt-BR" b="1" dirty="0"/>
              <a:t>Verificação do Sistema </a:t>
            </a:r>
            <a:r>
              <a:rPr lang="pt-BR" dirty="0"/>
              <a:t>é um conjunto de ações utilizadas para checar a correção de qualquer produto/elemento (um sistema global, um subsistema, uma parte, um componente, um documento, uma especificação, um serviço, uma tarefa, um requisito, etc. ) de um sistema.
Estamos construindo o produto corretamente?</a:t>
            </a:r>
          </a:p>
          <a:p>
            <a:endParaRPr lang="pt-BR" sz="2800" dirty="0"/>
          </a:p>
          <a:p>
            <a:r>
              <a:rPr lang="pt-BR" dirty="0"/>
              <a:t>A </a:t>
            </a:r>
            <a:r>
              <a:rPr lang="pt-BR" b="1" dirty="0"/>
              <a:t>Validação do sistema </a:t>
            </a:r>
            <a:r>
              <a:rPr lang="pt-BR" dirty="0"/>
              <a:t>é um conjunto de ações utilizadas para assegurar a conformidade de qualquer produto/ elemento (um sistema global, um subsistema, uma parte, um componente, um documento, uma especificação, um serviço, uma tarefa, um requisito, etc. ) com respeito às finalidades e funções requeridas e definidas </a:t>
            </a:r>
            <a:r>
              <a:rPr lang="pt-BR"/>
              <a:t>por </a:t>
            </a:r>
            <a:r>
              <a:rPr lang="pt-BR" smtClean="0"/>
              <a:t>quem </a:t>
            </a:r>
            <a:r>
              <a:rPr lang="pt-BR" dirty="0"/>
              <a:t>vai usar </a:t>
            </a:r>
            <a:r>
              <a:rPr lang="pt-BR"/>
              <a:t>o sistema </a:t>
            </a:r>
            <a:r>
              <a:rPr lang="pt-BR" dirty="0"/>
              <a:t>(usuário)
Estamos construindo o produto correto?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42735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Liberação </a:t>
            </a:r>
            <a:r>
              <a:rPr lang="pt-BR" dirty="0"/>
              <a:t>e Uso do Sistema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3999"/>
            <a:ext cx="5021705" cy="5437239"/>
          </a:xfrm>
        </p:spPr>
        <p:txBody>
          <a:bodyPr>
            <a:normAutofit/>
          </a:bodyPr>
          <a:lstStyle/>
          <a:p>
            <a:r>
              <a:rPr lang="pt-BR"/>
              <a:t>A </a:t>
            </a:r>
            <a:r>
              <a:rPr lang="pt-BR" smtClean="0"/>
              <a:t>liberação </a:t>
            </a:r>
            <a:r>
              <a:rPr lang="pt-BR" dirty="0"/>
              <a:t>e utilização do sistema são atividades críticas de engenharia de sistemas, que garantem que o sistema desenvolvido seja operacionalmente aceitável e que a responsabilidade pelas operações efetivas, eficientes e seguras do sistema seja transferida ao cliente/usuário.</a:t>
            </a:r>
          </a:p>
          <a:p>
            <a:r>
              <a:rPr lang="pt-BR" sz="2800" dirty="0"/>
              <a:t>Comp</a:t>
            </a:r>
            <a:r>
              <a:rPr lang="pt-BR" dirty="0"/>
              <a:t>reende os assuntos:</a:t>
            </a:r>
          </a:p>
          <a:p>
            <a:pPr lvl="1"/>
            <a:r>
              <a:rPr lang="pt-BR" dirty="0"/>
              <a:t>Implantação, Operação, Manutenção e Logística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71D695-8BB8-4CDA-AD62-82E1DD740296}"/>
              </a:ext>
            </a:extLst>
          </p:cNvPr>
          <p:cNvSpPr txBox="1"/>
          <p:nvPr/>
        </p:nvSpPr>
        <p:spPr>
          <a:xfrm>
            <a:off x="5222668" y="6184231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650A97-B534-470D-B2B0-CEBE00DFA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577244"/>
            <a:ext cx="7191375" cy="405765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7D338098-F121-4AD6-AC49-E664EC57CC46}"/>
              </a:ext>
            </a:extLst>
          </p:cNvPr>
          <p:cNvSpPr/>
          <p:nvPr/>
        </p:nvSpPr>
        <p:spPr>
          <a:xfrm>
            <a:off x="10396605" y="4513008"/>
            <a:ext cx="1795395" cy="958644"/>
          </a:xfrm>
          <a:prstGeom prst="ellipse">
            <a:avLst/>
          </a:prstGeom>
          <a:solidFill>
            <a:schemeClr val="accent6">
              <a:alpha val="1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11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Gestão da Engenharia de Sistemas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524000"/>
            <a:ext cx="11261558" cy="533400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Essa área de conhecimento é sobre a gestão dos recursos e ativos destinados à realização de engenharia de sistemas, muitas vezes no contexto de um projeto ou um serviço, mas às vezes no contexto de uma atividade menos bem definida. A gestão de engenharia de sistemas se distingue da gestão geral de projetos por seu foco nos aspectos técnicos ou de engenharia de um projeto. Compreende diversas áreas e conhecimentos (mas com foco técnico):</a:t>
            </a:r>
          </a:p>
          <a:p>
            <a:pPr lvl="1"/>
            <a:r>
              <a:rPr lang="pt-BR"/>
              <a:t>Planejamento</a:t>
            </a:r>
            <a:endParaRPr lang="pt-BR" dirty="0"/>
          </a:p>
          <a:p>
            <a:pPr lvl="1"/>
            <a:r>
              <a:rPr lang="pt-BR" dirty="0"/>
              <a:t>Gestão de Riscos</a:t>
            </a:r>
          </a:p>
          <a:p>
            <a:pPr lvl="1"/>
            <a:r>
              <a:rPr lang="pt-BR" dirty="0"/>
              <a:t>Avaliação e controle</a:t>
            </a:r>
          </a:p>
          <a:p>
            <a:pPr lvl="1"/>
            <a:r>
              <a:rPr lang="pt-BR" dirty="0"/>
              <a:t>Medição</a:t>
            </a:r>
          </a:p>
          <a:p>
            <a:pPr lvl="1"/>
            <a:r>
              <a:rPr lang="pt-BR" dirty="0"/>
              <a:t>Gestão da Informação para Tomada de Decisão e Resolução de Conflitos</a:t>
            </a:r>
          </a:p>
          <a:p>
            <a:pPr lvl="1"/>
            <a:r>
              <a:rPr lang="pt-BR" dirty="0"/>
              <a:t>Gestão da Qualidade</a:t>
            </a:r>
          </a:p>
          <a:p>
            <a:pPr lvl="1"/>
            <a:r>
              <a:rPr lang="pt-BR" dirty="0"/>
              <a:t>Gestão de Configuração, de Versões e da Automação do Processo</a:t>
            </a:r>
          </a:p>
        </p:txBody>
      </p:sp>
    </p:spTree>
    <p:extLst>
      <p:ext uri="{BB962C8B-B14F-4D97-AF65-F5344CB8AC3E}">
        <p14:creationId xmlns:p14="http://schemas.microsoft.com/office/powerpoint/2010/main" val="230994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3 - </a:t>
            </a:r>
            <a:r>
              <a:rPr lang="pt-BR" dirty="0"/>
              <a:t>Gestão da “Vida” (ciclo de vida) de Produto e Serviços (sistemas)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524000"/>
            <a:ext cx="11261558" cy="5334000"/>
          </a:xfrm>
        </p:spPr>
        <p:txBody>
          <a:bodyPr>
            <a:normAutofit/>
          </a:bodyPr>
          <a:lstStyle/>
          <a:p>
            <a:r>
              <a:rPr lang="pt-BR" dirty="0"/>
              <a:t>A gestão da vida útil de produtos e serviços lida com o planejamento geral do ciclo de vida e o suporte de um sistema. A vida útil de um produto ou serviço abrange um período de tempo consideravelmente maior do que o tempo necessário para projetar e desenvolver o sistema. Os engenheiros de sistemas precisam entender e aplicar os princípios da gestão da vida ao longo do ciclo de vida do sistema.
Suporte inclui atendimento, pós-venda, assistências técnica, serviços especializados ao cliente.</a:t>
            </a:r>
          </a:p>
          <a:p>
            <a:r>
              <a:rPr lang="pt-BR" dirty="0"/>
              <a:t>Também compreende:</a:t>
            </a:r>
          </a:p>
          <a:p>
            <a:pPr lvl="1"/>
            <a:r>
              <a:rPr lang="pt-BR" dirty="0"/>
              <a:t>Extensão de vida útil
Atualizações de recursos, atualizações de versões e modernização
Alienação (depreciação contábil) e Descontinuação de uso</a:t>
            </a:r>
          </a:p>
        </p:txBody>
      </p:sp>
    </p:spTree>
    <p:extLst>
      <p:ext uri="{BB962C8B-B14F-4D97-AF65-F5344CB8AC3E}">
        <p14:creationId xmlns:p14="http://schemas.microsoft.com/office/powerpoint/2010/main" val="3874581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SEBOK Parte 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Padrões da Engenharia de Sistemas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79CCECC-9A5B-4B4D-83D5-58437092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524000"/>
            <a:ext cx="11261558" cy="5334000"/>
          </a:xfrm>
        </p:spPr>
        <p:txBody>
          <a:bodyPr>
            <a:normAutofit/>
          </a:bodyPr>
          <a:lstStyle/>
          <a:p>
            <a:r>
              <a:rPr lang="pt-BR" dirty="0"/>
              <a:t>se concentra nas normas e protocolos técnicos relevantes para a engenharia de sistemas. Ele analisa os tipos de padrões, alguns dos padrões-chave e os esforços de alinhamento para alcançar um conjunto consistente de padrões. 
Muitas áreas produzem padrões aplicáveis na Engenharia de Sistemas. Desta forma o Engenheiro deve:</a:t>
            </a:r>
          </a:p>
          <a:p>
            <a:pPr lvl="1"/>
            <a:r>
              <a:rPr lang="pt-BR" dirty="0"/>
              <a:t>Reconhecer a relevância e as aplicações de um padrão</a:t>
            </a:r>
          </a:p>
          <a:p>
            <a:pPr lvl="1"/>
            <a:r>
              <a:rPr lang="pt-BR" dirty="0"/>
              <a:t>Alinhamento e comparação de padrões</a:t>
            </a:r>
          </a:p>
          <a:p>
            <a:pPr lvl="1"/>
            <a:r>
              <a:rPr lang="pt-BR" dirty="0"/>
              <a:t>Aplicação de Padrões de Engenharia de Sistemas </a:t>
            </a:r>
          </a:p>
          <a:p>
            <a:pPr lvl="2"/>
            <a:r>
              <a:rPr lang="pt-BR" sz="2400" dirty="0" err="1"/>
              <a:t>Ex</a:t>
            </a:r>
            <a:r>
              <a:rPr lang="pt-BR" sz="2400" dirty="0"/>
              <a:t>: ISO/IEC/IEEE 15288 (</a:t>
            </a:r>
            <a:r>
              <a:rPr lang="pt-BR" sz="2400"/>
              <a:t>2015) </a:t>
            </a:r>
            <a:r>
              <a:rPr lang="pt-BR" sz="2400">
                <a:hlinkClick r:id="rId2"/>
              </a:rPr>
              <a:t>https</a:t>
            </a:r>
            <a:r>
              <a:rPr lang="pt-BR" sz="2400" dirty="0">
                <a:hlinkClick r:id="rId2"/>
              </a:rPr>
              <a:t>://www.sebokwiki.org/wiki/ISO/IEC/IEEE_15288</a:t>
            </a:r>
            <a:endParaRPr lang="pt-BR" sz="2400" dirty="0"/>
          </a:p>
          <a:p>
            <a:pPr lvl="2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585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1517</Words>
  <Application>Microsoft Office PowerPoint</Application>
  <PresentationFormat>Widescreen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do Office</vt:lpstr>
      <vt:lpstr>Engenharia de Sistemas Avançando na Engenharia e Gerenciamento de Sistemas   Parte 3 – SEBOK</vt:lpstr>
      <vt:lpstr>Parte 3 – Engenharia e Gerenciamento de Sistemas 9 Áreas de Conhecimento</vt:lpstr>
      <vt:lpstr>SEBOK Parte 3 Processo de Ciclo de Vida</vt:lpstr>
      <vt:lpstr>SEBOK Parte 3 Processo de Ciclo de Vida</vt:lpstr>
      <vt:lpstr>SEBOK Parte 3  Processo de Ciclo de Vida</vt:lpstr>
      <vt:lpstr>SEBOK Parte 3 Modelos de Ciclo de Vida</vt:lpstr>
      <vt:lpstr>Modelo V (Vee Model)</vt:lpstr>
      <vt:lpstr>Modelo V (Vee Model)</vt:lpstr>
      <vt:lpstr>Modelo V (Vee Model)</vt:lpstr>
      <vt:lpstr>SEBOK Parte 3 Definição de Conceitos</vt:lpstr>
      <vt:lpstr>SEBOK Parte 3 Definição do Sistema</vt:lpstr>
      <vt:lpstr>SEBOK Parte 3  Realização do Sistema</vt:lpstr>
      <vt:lpstr>SEBOK Parte 3  Realização do Sistema</vt:lpstr>
      <vt:lpstr>SEBOK Parte 3 Realização do Sistema</vt:lpstr>
      <vt:lpstr>SEBOK Parte 3 Realização do Sistema</vt:lpstr>
      <vt:lpstr>SEBOK Parte 3 Liberação e Uso do Sistema</vt:lpstr>
      <vt:lpstr>SEBOK Parte 3 Gestão da Engenharia de Sistemas</vt:lpstr>
      <vt:lpstr>SEBOK Parte 3 - Gestão da “Vida” (ciclo de vida) de Produto e Serviços (sistemas)</vt:lpstr>
      <vt:lpstr>SEBOK Parte 3 Padrões da Engenharia de Sistemas</vt:lpstr>
    </vt:vector>
  </TitlesOfParts>
  <Company>PUC-CAMPINAS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 TICs nas Empresas</dc:title>
  <dc:creator>coord.ntic;IVAN GRANJA</dc:creator>
  <cp:lastModifiedBy>Ivan Granja</cp:lastModifiedBy>
  <cp:revision>63</cp:revision>
  <dcterms:created xsi:type="dcterms:W3CDTF">2016-02-26T13:12:04Z</dcterms:created>
  <dcterms:modified xsi:type="dcterms:W3CDTF">2022-11-17T17:48:02Z</dcterms:modified>
</cp:coreProperties>
</file>