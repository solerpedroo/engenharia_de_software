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263" r:id="rId3"/>
    <p:sldId id="277" r:id="rId4"/>
    <p:sldId id="280" r:id="rId5"/>
    <p:sldId id="259" r:id="rId6"/>
    <p:sldId id="276" r:id="rId7"/>
    <p:sldId id="279" r:id="rId8"/>
    <p:sldId id="281" r:id="rId9"/>
    <p:sldId id="282" r:id="rId10"/>
    <p:sldId id="269" r:id="rId11"/>
    <p:sldId id="283" r:id="rId12"/>
    <p:sldId id="274" r:id="rId13"/>
    <p:sldId id="285" r:id="rId14"/>
    <p:sldId id="284" r:id="rId15"/>
    <p:sldId id="265" r:id="rId16"/>
    <p:sldId id="266" r:id="rId17"/>
    <p:sldId id="267" r:id="rId18"/>
    <p:sldId id="270" r:id="rId19"/>
    <p:sldId id="273" r:id="rId20"/>
    <p:sldId id="271" r:id="rId21"/>
    <p:sldId id="275" r:id="rId22"/>
  </p:sldIdLst>
  <p:sldSz cx="9144000" cy="6858000" type="screen4x3"/>
  <p:notesSz cx="7099300" cy="10234613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  <a:srgbClr val="B8E08C"/>
    <a:srgbClr val="00A84C"/>
    <a:srgbClr val="C8D6C9"/>
    <a:srgbClr val="007E39"/>
    <a:srgbClr val="005C2A"/>
    <a:srgbClr val="F48CED"/>
    <a:srgbClr val="BE1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D50223-9998-459C-8D52-B58F8BD29BB3}" v="35" dt="2021-10-07T12:22:29.247"/>
    <p1510:client id="{A2CB5F49-0AEB-4442-93E1-A7BDD7C8C9B4}" v="79" dt="2021-10-06T20:48:06.1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76" autoAdjust="0"/>
    <p:restoredTop sz="90146" autoAdjust="0"/>
  </p:normalViewPr>
  <p:slideViewPr>
    <p:cSldViewPr>
      <p:cViewPr varScale="1">
        <p:scale>
          <a:sx n="104" d="100"/>
          <a:sy n="104" d="100"/>
        </p:scale>
        <p:origin x="179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210"/>
    </p:cViewPr>
  </p:sorterViewPr>
  <p:notesViewPr>
    <p:cSldViewPr>
      <p:cViewPr varScale="1">
        <p:scale>
          <a:sx n="56" d="100"/>
          <a:sy n="56" d="100"/>
        </p:scale>
        <p:origin x="-1854" y="-84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an Granja" userId="d0a12471-25a3-466a-a647-7cb796ed786c" providerId="ADAL" clId="{94D50223-9998-459C-8D52-B58F8BD29BB3}"/>
    <pc:docChg chg="undo custSel addSld modSld sldOrd">
      <pc:chgData name="Ivan Granja" userId="d0a12471-25a3-466a-a647-7cb796ed786c" providerId="ADAL" clId="{94D50223-9998-459C-8D52-B58F8BD29BB3}" dt="2021-10-07T12:22:31.064" v="792" actId="313"/>
      <pc:docMkLst>
        <pc:docMk/>
      </pc:docMkLst>
      <pc:sldChg chg="modSp mod">
        <pc:chgData name="Ivan Granja" userId="d0a12471-25a3-466a-a647-7cb796ed786c" providerId="ADAL" clId="{94D50223-9998-459C-8D52-B58F8BD29BB3}" dt="2021-10-06T21:22:47.794" v="176" actId="20577"/>
        <pc:sldMkLst>
          <pc:docMk/>
          <pc:sldMk cId="0" sldId="259"/>
        </pc:sldMkLst>
        <pc:spChg chg="mod">
          <ac:chgData name="Ivan Granja" userId="d0a12471-25a3-466a-a647-7cb796ed786c" providerId="ADAL" clId="{94D50223-9998-459C-8D52-B58F8BD29BB3}" dt="2021-10-06T21:22:47.794" v="176" actId="20577"/>
          <ac:spMkLst>
            <pc:docMk/>
            <pc:sldMk cId="0" sldId="259"/>
            <ac:spMk id="278531" creationId="{67E7F6BB-F99D-4F23-9151-56EC31EC231C}"/>
          </ac:spMkLst>
        </pc:spChg>
      </pc:sldChg>
      <pc:sldChg chg="modSp mod">
        <pc:chgData name="Ivan Granja" userId="d0a12471-25a3-466a-a647-7cb796ed786c" providerId="ADAL" clId="{94D50223-9998-459C-8D52-B58F8BD29BB3}" dt="2021-10-06T21:20:18.134" v="61" actId="113"/>
        <pc:sldMkLst>
          <pc:docMk/>
          <pc:sldMk cId="0" sldId="263"/>
        </pc:sldMkLst>
        <pc:spChg chg="mod">
          <ac:chgData name="Ivan Granja" userId="d0a12471-25a3-466a-a647-7cb796ed786c" providerId="ADAL" clId="{94D50223-9998-459C-8D52-B58F8BD29BB3}" dt="2021-10-06T21:20:18.134" v="61" actId="113"/>
          <ac:spMkLst>
            <pc:docMk/>
            <pc:sldMk cId="0" sldId="263"/>
            <ac:spMk id="282627" creationId="{B0F7951A-DB5F-44A6-BEFB-ABED369466A5}"/>
          </ac:spMkLst>
        </pc:spChg>
      </pc:sldChg>
      <pc:sldChg chg="addSp modSp mod">
        <pc:chgData name="Ivan Granja" userId="d0a12471-25a3-466a-a647-7cb796ed786c" providerId="ADAL" clId="{94D50223-9998-459C-8D52-B58F8BD29BB3}" dt="2021-10-07T10:48:53.722" v="761" actId="207"/>
        <pc:sldMkLst>
          <pc:docMk/>
          <pc:sldMk cId="0" sldId="265"/>
        </pc:sldMkLst>
        <pc:spChg chg="add mod">
          <ac:chgData name="Ivan Granja" userId="d0a12471-25a3-466a-a647-7cb796ed786c" providerId="ADAL" clId="{94D50223-9998-459C-8D52-B58F8BD29BB3}" dt="2021-10-07T10:48:53.722" v="761" actId="207"/>
          <ac:spMkLst>
            <pc:docMk/>
            <pc:sldMk cId="0" sldId="265"/>
            <ac:spMk id="2" creationId="{27B03599-DCEE-4D1A-B651-F73C5A055A85}"/>
          </ac:spMkLst>
        </pc:spChg>
        <pc:spChg chg="mod">
          <ac:chgData name="Ivan Granja" userId="d0a12471-25a3-466a-a647-7cb796ed786c" providerId="ADAL" clId="{94D50223-9998-459C-8D52-B58F8BD29BB3}" dt="2021-10-07T10:48:21.785" v="715" actId="113"/>
          <ac:spMkLst>
            <pc:docMk/>
            <pc:sldMk cId="0" sldId="265"/>
            <ac:spMk id="284679" creationId="{02651437-B03D-4DE9-8E72-363A5D771565}"/>
          </ac:spMkLst>
        </pc:spChg>
      </pc:sldChg>
      <pc:sldChg chg="addSp modSp mod">
        <pc:chgData name="Ivan Granja" userId="d0a12471-25a3-466a-a647-7cb796ed786c" providerId="ADAL" clId="{94D50223-9998-459C-8D52-B58F8BD29BB3}" dt="2021-10-07T10:49:33.755" v="773" actId="14100"/>
        <pc:sldMkLst>
          <pc:docMk/>
          <pc:sldMk cId="0" sldId="266"/>
        </pc:sldMkLst>
        <pc:spChg chg="add mod">
          <ac:chgData name="Ivan Granja" userId="d0a12471-25a3-466a-a647-7cb796ed786c" providerId="ADAL" clId="{94D50223-9998-459C-8D52-B58F8BD29BB3}" dt="2021-10-07T10:49:33.755" v="773" actId="14100"/>
          <ac:spMkLst>
            <pc:docMk/>
            <pc:sldMk cId="0" sldId="266"/>
            <ac:spMk id="6" creationId="{E4C5AD38-B507-47FA-8C38-F3DCEFE6F58D}"/>
          </ac:spMkLst>
        </pc:spChg>
        <pc:spChg chg="mod">
          <ac:chgData name="Ivan Granja" userId="d0a12471-25a3-466a-a647-7cb796ed786c" providerId="ADAL" clId="{94D50223-9998-459C-8D52-B58F8BD29BB3}" dt="2021-10-07T10:49:26.859" v="770" actId="113"/>
          <ac:spMkLst>
            <pc:docMk/>
            <pc:sldMk cId="0" sldId="266"/>
            <ac:spMk id="285703" creationId="{F4B4EFFD-667B-4A56-B678-8A3120E5EBFB}"/>
          </ac:spMkLst>
        </pc:spChg>
      </pc:sldChg>
      <pc:sldChg chg="addSp modSp mod">
        <pc:chgData name="Ivan Granja" userId="d0a12471-25a3-466a-a647-7cb796ed786c" providerId="ADAL" clId="{94D50223-9998-459C-8D52-B58F8BD29BB3}" dt="2021-10-07T10:49:19.034" v="769" actId="113"/>
        <pc:sldMkLst>
          <pc:docMk/>
          <pc:sldMk cId="0" sldId="267"/>
        </pc:sldMkLst>
        <pc:spChg chg="add mod">
          <ac:chgData name="Ivan Granja" userId="d0a12471-25a3-466a-a647-7cb796ed786c" providerId="ADAL" clId="{94D50223-9998-459C-8D52-B58F8BD29BB3}" dt="2021-10-07T10:49:02.688" v="763" actId="1076"/>
          <ac:spMkLst>
            <pc:docMk/>
            <pc:sldMk cId="0" sldId="267"/>
            <ac:spMk id="8" creationId="{6D4B22B1-DEFE-4B8F-A2DC-D42BFC7ABD9C}"/>
          </ac:spMkLst>
        </pc:spChg>
        <pc:spChg chg="add mod">
          <ac:chgData name="Ivan Granja" userId="d0a12471-25a3-466a-a647-7cb796ed786c" providerId="ADAL" clId="{94D50223-9998-459C-8D52-B58F8BD29BB3}" dt="2021-10-07T10:49:11.146" v="767" actId="1076"/>
          <ac:spMkLst>
            <pc:docMk/>
            <pc:sldMk cId="0" sldId="267"/>
            <ac:spMk id="9" creationId="{0C688774-63DF-4634-8C09-D923670F74F4}"/>
          </ac:spMkLst>
        </pc:spChg>
        <pc:spChg chg="mod">
          <ac:chgData name="Ivan Granja" userId="d0a12471-25a3-466a-a647-7cb796ed786c" providerId="ADAL" clId="{94D50223-9998-459C-8D52-B58F8BD29BB3}" dt="2021-10-07T10:49:13.860" v="768" actId="113"/>
          <ac:spMkLst>
            <pc:docMk/>
            <pc:sldMk cId="0" sldId="267"/>
            <ac:spMk id="286726" creationId="{88D86900-CB03-4B90-B0ED-F1C5EA8B2995}"/>
          </ac:spMkLst>
        </pc:spChg>
        <pc:spChg chg="mod">
          <ac:chgData name="Ivan Granja" userId="d0a12471-25a3-466a-a647-7cb796ed786c" providerId="ADAL" clId="{94D50223-9998-459C-8D52-B58F8BD29BB3}" dt="2021-10-07T10:49:19.034" v="769" actId="113"/>
          <ac:spMkLst>
            <pc:docMk/>
            <pc:sldMk cId="0" sldId="267"/>
            <ac:spMk id="286727" creationId="{F309D830-78D2-4227-B09C-B73E53331EC2}"/>
          </ac:spMkLst>
        </pc:spChg>
      </pc:sldChg>
      <pc:sldChg chg="modSp mod">
        <pc:chgData name="Ivan Granja" userId="d0a12471-25a3-466a-a647-7cb796ed786c" providerId="ADAL" clId="{94D50223-9998-459C-8D52-B58F8BD29BB3}" dt="2021-10-06T21:28:10.350" v="339" actId="20577"/>
        <pc:sldMkLst>
          <pc:docMk/>
          <pc:sldMk cId="0" sldId="269"/>
        </pc:sldMkLst>
        <pc:spChg chg="mod">
          <ac:chgData name="Ivan Granja" userId="d0a12471-25a3-466a-a647-7cb796ed786c" providerId="ADAL" clId="{94D50223-9998-459C-8D52-B58F8BD29BB3}" dt="2021-10-06T21:28:10.350" v="339" actId="20577"/>
          <ac:spMkLst>
            <pc:docMk/>
            <pc:sldMk cId="0" sldId="269"/>
            <ac:spMk id="288772" creationId="{D7024ED7-4F34-4458-87C2-B3E109D44331}"/>
          </ac:spMkLst>
        </pc:spChg>
        <pc:picChg chg="mod">
          <ac:chgData name="Ivan Granja" userId="d0a12471-25a3-466a-a647-7cb796ed786c" providerId="ADAL" clId="{94D50223-9998-459C-8D52-B58F8BD29BB3}" dt="2021-10-06T21:26:31.274" v="277" actId="1076"/>
          <ac:picMkLst>
            <pc:docMk/>
            <pc:sldMk cId="0" sldId="269"/>
            <ac:picMk id="5" creationId="{139D07F5-7DC5-4BE5-997B-BF0CE5C39FA1}"/>
          </ac:picMkLst>
        </pc:picChg>
      </pc:sldChg>
      <pc:sldChg chg="modSp mod">
        <pc:chgData name="Ivan Granja" userId="d0a12471-25a3-466a-a647-7cb796ed786c" providerId="ADAL" clId="{94D50223-9998-459C-8D52-B58F8BD29BB3}" dt="2021-10-07T10:49:50.383" v="783" actId="1076"/>
        <pc:sldMkLst>
          <pc:docMk/>
          <pc:sldMk cId="0" sldId="270"/>
        </pc:sldMkLst>
        <pc:spChg chg="mod">
          <ac:chgData name="Ivan Granja" userId="d0a12471-25a3-466a-a647-7cb796ed786c" providerId="ADAL" clId="{94D50223-9998-459C-8D52-B58F8BD29BB3}" dt="2021-10-07T10:49:47.384" v="782" actId="20577"/>
          <ac:spMkLst>
            <pc:docMk/>
            <pc:sldMk cId="0" sldId="270"/>
            <ac:spMk id="289794" creationId="{F583F673-6B88-40F1-8058-281FB6612BA5}"/>
          </ac:spMkLst>
        </pc:spChg>
        <pc:picChg chg="mod">
          <ac:chgData name="Ivan Granja" userId="d0a12471-25a3-466a-a647-7cb796ed786c" providerId="ADAL" clId="{94D50223-9998-459C-8D52-B58F8BD29BB3}" dt="2021-10-07T10:49:50.383" v="783" actId="1076"/>
          <ac:picMkLst>
            <pc:docMk/>
            <pc:sldMk cId="0" sldId="270"/>
            <ac:picMk id="289805" creationId="{533010AA-E23D-46B3-BE70-8845F8EC4205}"/>
          </ac:picMkLst>
        </pc:picChg>
      </pc:sldChg>
      <pc:sldChg chg="addSp delSp modSp mod ord">
        <pc:chgData name="Ivan Granja" userId="d0a12471-25a3-466a-a647-7cb796ed786c" providerId="ADAL" clId="{94D50223-9998-459C-8D52-B58F8BD29BB3}" dt="2021-10-07T12:19:59.046" v="791" actId="5793"/>
        <pc:sldMkLst>
          <pc:docMk/>
          <pc:sldMk cId="0" sldId="274"/>
        </pc:sldMkLst>
        <pc:spChg chg="add del">
          <ac:chgData name="Ivan Granja" userId="d0a12471-25a3-466a-a647-7cb796ed786c" providerId="ADAL" clId="{94D50223-9998-459C-8D52-B58F8BD29BB3}" dt="2021-10-07T10:34:38.337" v="361"/>
          <ac:spMkLst>
            <pc:docMk/>
            <pc:sldMk cId="0" sldId="274"/>
            <ac:spMk id="2" creationId="{394C085E-5788-4FCA-9156-BA3775CDA2F0}"/>
          </ac:spMkLst>
        </pc:spChg>
        <pc:spChg chg="add del mod">
          <ac:chgData name="Ivan Granja" userId="d0a12471-25a3-466a-a647-7cb796ed786c" providerId="ADAL" clId="{94D50223-9998-459C-8D52-B58F8BD29BB3}" dt="2021-10-07T10:34:51.670" v="364" actId="478"/>
          <ac:spMkLst>
            <pc:docMk/>
            <pc:sldMk cId="0" sldId="274"/>
            <ac:spMk id="4" creationId="{F81333DB-3490-4781-911E-08D00820D87E}"/>
          </ac:spMkLst>
        </pc:spChg>
        <pc:spChg chg="add mod">
          <ac:chgData name="Ivan Granja" userId="d0a12471-25a3-466a-a647-7cb796ed786c" providerId="ADAL" clId="{94D50223-9998-459C-8D52-B58F8BD29BB3}" dt="2021-10-07T10:39:14.163" v="543" actId="122"/>
          <ac:spMkLst>
            <pc:docMk/>
            <pc:sldMk cId="0" sldId="274"/>
            <ac:spMk id="10" creationId="{FB31371D-4A8C-4B73-8113-7ECB1257A919}"/>
          </ac:spMkLst>
        </pc:spChg>
        <pc:spChg chg="add mod">
          <ac:chgData name="Ivan Granja" userId="d0a12471-25a3-466a-a647-7cb796ed786c" providerId="ADAL" clId="{94D50223-9998-459C-8D52-B58F8BD29BB3}" dt="2021-10-07T10:38:19.044" v="499" actId="121"/>
          <ac:spMkLst>
            <pc:docMk/>
            <pc:sldMk cId="0" sldId="274"/>
            <ac:spMk id="11" creationId="{A1D84E45-82A0-4B18-8385-DA1A0DF8863A}"/>
          </ac:spMkLst>
        </pc:spChg>
        <pc:spChg chg="add mod">
          <ac:chgData name="Ivan Granja" userId="d0a12471-25a3-466a-a647-7cb796ed786c" providerId="ADAL" clId="{94D50223-9998-459C-8D52-B58F8BD29BB3}" dt="2021-10-07T10:38:33.506" v="507" actId="1076"/>
          <ac:spMkLst>
            <pc:docMk/>
            <pc:sldMk cId="0" sldId="274"/>
            <ac:spMk id="12" creationId="{0B8CBFF0-5F11-4000-B36F-CA6403978E5A}"/>
          </ac:spMkLst>
        </pc:spChg>
        <pc:spChg chg="add mod">
          <ac:chgData name="Ivan Granja" userId="d0a12471-25a3-466a-a647-7cb796ed786c" providerId="ADAL" clId="{94D50223-9998-459C-8D52-B58F8BD29BB3}" dt="2021-10-07T10:43:03.110" v="627" actId="1076"/>
          <ac:spMkLst>
            <pc:docMk/>
            <pc:sldMk cId="0" sldId="274"/>
            <ac:spMk id="15" creationId="{53049607-4F15-4150-9DA1-4529200889C2}"/>
          </ac:spMkLst>
        </pc:spChg>
        <pc:spChg chg="mod">
          <ac:chgData name="Ivan Granja" userId="d0a12471-25a3-466a-a647-7cb796ed786c" providerId="ADAL" clId="{94D50223-9998-459C-8D52-B58F8BD29BB3}" dt="2021-10-07T10:35:00.461" v="366" actId="20577"/>
          <ac:spMkLst>
            <pc:docMk/>
            <pc:sldMk cId="0" sldId="274"/>
            <ac:spMk id="293890" creationId="{582FE206-6A87-4358-93A0-E2680B9955CE}"/>
          </ac:spMkLst>
        </pc:spChg>
        <pc:spChg chg="mod">
          <ac:chgData name="Ivan Granja" userId="d0a12471-25a3-466a-a647-7cb796ed786c" providerId="ADAL" clId="{94D50223-9998-459C-8D52-B58F8BD29BB3}" dt="2021-10-07T12:19:59.046" v="791" actId="5793"/>
          <ac:spMkLst>
            <pc:docMk/>
            <pc:sldMk cId="0" sldId="274"/>
            <ac:spMk id="293891" creationId="{28AB2F82-CC64-4C75-9324-F81FAF49E718}"/>
          </ac:spMkLst>
        </pc:spChg>
        <pc:picChg chg="del">
          <ac:chgData name="Ivan Granja" userId="d0a12471-25a3-466a-a647-7cb796ed786c" providerId="ADAL" clId="{94D50223-9998-459C-8D52-B58F8BD29BB3}" dt="2021-10-07T10:33:27.943" v="355" actId="478"/>
          <ac:picMkLst>
            <pc:docMk/>
            <pc:sldMk cId="0" sldId="274"/>
            <ac:picMk id="3" creationId="{E87A810B-0BB1-4313-96B3-EE4D3382C2E1}"/>
          </ac:picMkLst>
        </pc:picChg>
        <pc:picChg chg="del">
          <ac:chgData name="Ivan Granja" userId="d0a12471-25a3-466a-a647-7cb796ed786c" providerId="ADAL" clId="{94D50223-9998-459C-8D52-B58F8BD29BB3}" dt="2021-10-07T10:33:25.834" v="354" actId="478"/>
          <ac:picMkLst>
            <pc:docMk/>
            <pc:sldMk cId="0" sldId="274"/>
            <ac:picMk id="5" creationId="{074221DC-E20B-49FD-9EBC-774DD9BD735A}"/>
          </ac:picMkLst>
        </pc:picChg>
        <pc:picChg chg="add mod">
          <ac:chgData name="Ivan Granja" userId="d0a12471-25a3-466a-a647-7cb796ed786c" providerId="ADAL" clId="{94D50223-9998-459C-8D52-B58F8BD29BB3}" dt="2021-10-07T10:38:07.717" v="488" actId="1076"/>
          <ac:picMkLst>
            <pc:docMk/>
            <pc:sldMk cId="0" sldId="274"/>
            <ac:picMk id="7" creationId="{660ED25F-9D4C-4251-8CD6-35AC87C01D66}"/>
          </ac:picMkLst>
        </pc:picChg>
        <pc:picChg chg="add mod">
          <ac:chgData name="Ivan Granja" userId="d0a12471-25a3-466a-a647-7cb796ed786c" providerId="ADAL" clId="{94D50223-9998-459C-8D52-B58F8BD29BB3}" dt="2021-10-07T10:42:23.639" v="608" actId="1076"/>
          <ac:picMkLst>
            <pc:docMk/>
            <pc:sldMk cId="0" sldId="274"/>
            <ac:picMk id="9" creationId="{34377C7D-78C9-43B1-B1D6-7CDF756397D9}"/>
          </ac:picMkLst>
        </pc:picChg>
        <pc:picChg chg="add mod">
          <ac:chgData name="Ivan Granja" userId="d0a12471-25a3-466a-a647-7cb796ed786c" providerId="ADAL" clId="{94D50223-9998-459C-8D52-B58F8BD29BB3}" dt="2021-10-07T10:43:12.242" v="631" actId="1076"/>
          <ac:picMkLst>
            <pc:docMk/>
            <pc:sldMk cId="0" sldId="274"/>
            <ac:picMk id="14" creationId="{890D0C3F-3261-4C73-BBA0-83F09B175F18}"/>
          </ac:picMkLst>
        </pc:picChg>
      </pc:sldChg>
      <pc:sldChg chg="modSp mod">
        <pc:chgData name="Ivan Granja" userId="d0a12471-25a3-466a-a647-7cb796ed786c" providerId="ADAL" clId="{94D50223-9998-459C-8D52-B58F8BD29BB3}" dt="2021-10-07T11:59:55.412" v="784" actId="20577"/>
        <pc:sldMkLst>
          <pc:docMk/>
          <pc:sldMk cId="3813715356" sldId="276"/>
        </pc:sldMkLst>
        <pc:spChg chg="mod">
          <ac:chgData name="Ivan Granja" userId="d0a12471-25a3-466a-a647-7cb796ed786c" providerId="ADAL" clId="{94D50223-9998-459C-8D52-B58F8BD29BB3}" dt="2021-10-07T11:59:55.412" v="784" actId="20577"/>
          <ac:spMkLst>
            <pc:docMk/>
            <pc:sldMk cId="3813715356" sldId="276"/>
            <ac:spMk id="293891" creationId="{28AB2F82-CC64-4C75-9324-F81FAF49E718}"/>
          </ac:spMkLst>
        </pc:spChg>
      </pc:sldChg>
      <pc:sldChg chg="modSp mod">
        <pc:chgData name="Ivan Granja" userId="d0a12471-25a3-466a-a647-7cb796ed786c" providerId="ADAL" clId="{94D50223-9998-459C-8D52-B58F8BD29BB3}" dt="2021-10-07T12:00:38.661" v="786" actId="114"/>
        <pc:sldMkLst>
          <pc:docMk/>
          <pc:sldMk cId="407950041" sldId="279"/>
        </pc:sldMkLst>
        <pc:spChg chg="mod">
          <ac:chgData name="Ivan Granja" userId="d0a12471-25a3-466a-a647-7cb796ed786c" providerId="ADAL" clId="{94D50223-9998-459C-8D52-B58F8BD29BB3}" dt="2021-10-07T12:00:38.661" v="786" actId="114"/>
          <ac:spMkLst>
            <pc:docMk/>
            <pc:sldMk cId="407950041" sldId="279"/>
            <ac:spMk id="293891" creationId="{28AB2F82-CC64-4C75-9324-F81FAF49E718}"/>
          </ac:spMkLst>
        </pc:spChg>
      </pc:sldChg>
      <pc:sldChg chg="modSp mod">
        <pc:chgData name="Ivan Granja" userId="d0a12471-25a3-466a-a647-7cb796ed786c" providerId="ADAL" clId="{94D50223-9998-459C-8D52-B58F8BD29BB3}" dt="2021-10-06T21:25:10.507" v="257" actId="14100"/>
        <pc:sldMkLst>
          <pc:docMk/>
          <pc:sldMk cId="1218344399" sldId="281"/>
        </pc:sldMkLst>
        <pc:spChg chg="mod">
          <ac:chgData name="Ivan Granja" userId="d0a12471-25a3-466a-a647-7cb796ed786c" providerId="ADAL" clId="{94D50223-9998-459C-8D52-B58F8BD29BB3}" dt="2021-10-06T21:25:04.068" v="256" actId="20577"/>
          <ac:spMkLst>
            <pc:docMk/>
            <pc:sldMk cId="1218344399" sldId="281"/>
            <ac:spMk id="288772" creationId="{D7024ED7-4F34-4458-87C2-B3E109D44331}"/>
          </ac:spMkLst>
        </pc:spChg>
        <pc:spChg chg="mod">
          <ac:chgData name="Ivan Granja" userId="d0a12471-25a3-466a-a647-7cb796ed786c" providerId="ADAL" clId="{94D50223-9998-459C-8D52-B58F8BD29BB3}" dt="2021-10-06T21:25:10.507" v="257" actId="14100"/>
          <ac:spMkLst>
            <pc:docMk/>
            <pc:sldMk cId="1218344399" sldId="281"/>
            <ac:spMk id="288777" creationId="{4BC1A606-8CFC-40DE-91BD-AA62FC8B54DB}"/>
          </ac:spMkLst>
        </pc:spChg>
      </pc:sldChg>
      <pc:sldChg chg="add">
        <pc:chgData name="Ivan Granja" userId="d0a12471-25a3-466a-a647-7cb796ed786c" providerId="ADAL" clId="{94D50223-9998-459C-8D52-B58F8BD29BB3}" dt="2021-10-07T10:33:14.896" v="340" actId="2890"/>
        <pc:sldMkLst>
          <pc:docMk/>
          <pc:sldMk cId="3200206301" sldId="284"/>
        </pc:sldMkLst>
      </pc:sldChg>
      <pc:sldChg chg="addSp delSp modSp add mod">
        <pc:chgData name="Ivan Granja" userId="d0a12471-25a3-466a-a647-7cb796ed786c" providerId="ADAL" clId="{94D50223-9998-459C-8D52-B58F8BD29BB3}" dt="2021-10-07T12:22:31.064" v="792" actId="313"/>
        <pc:sldMkLst>
          <pc:docMk/>
          <pc:sldMk cId="1770088710" sldId="285"/>
        </pc:sldMkLst>
        <pc:spChg chg="mod">
          <ac:chgData name="Ivan Granja" userId="d0a12471-25a3-466a-a647-7cb796ed786c" providerId="ADAL" clId="{94D50223-9998-459C-8D52-B58F8BD29BB3}" dt="2021-10-07T12:22:31.064" v="792" actId="313"/>
          <ac:spMkLst>
            <pc:docMk/>
            <pc:sldMk cId="1770088710" sldId="285"/>
            <ac:spMk id="4" creationId="{CF7025E0-7BC7-4274-8E86-A2B30C076945}"/>
          </ac:spMkLst>
        </pc:spChg>
        <pc:picChg chg="add">
          <ac:chgData name="Ivan Granja" userId="d0a12471-25a3-466a-a647-7cb796ed786c" providerId="ADAL" clId="{94D50223-9998-459C-8D52-B58F8BD29BB3}" dt="2021-10-07T10:45:59.508" v="714" actId="22"/>
          <ac:picMkLst>
            <pc:docMk/>
            <pc:sldMk cId="1770088710" sldId="285"/>
            <ac:picMk id="5" creationId="{3DE38835-3F55-4A91-B5AF-B7BAE312B5A1}"/>
          </ac:picMkLst>
        </pc:picChg>
        <pc:picChg chg="del">
          <ac:chgData name="Ivan Granja" userId="d0a12471-25a3-466a-a647-7cb796ed786c" providerId="ADAL" clId="{94D50223-9998-459C-8D52-B58F8BD29BB3}" dt="2021-10-07T10:45:59.060" v="713" actId="478"/>
          <ac:picMkLst>
            <pc:docMk/>
            <pc:sldMk cId="1770088710" sldId="285"/>
            <ac:picMk id="10" creationId="{84E4FD6B-F032-4D70-B352-915B6D58A93A}"/>
          </ac:picMkLst>
        </pc:picChg>
      </pc:sldChg>
    </pc:docChg>
  </pc:docChgLst>
  <pc:docChgLst>
    <pc:chgData name="Ivan Granja" userId="d0a12471-25a3-466a-a647-7cb796ed786c" providerId="ADAL" clId="{A95D5F24-2791-40C2-8D12-06AD1F8CA56D}"/>
    <pc:docChg chg="undo custSel addSld delSld modSld sldOrd delMainMaster">
      <pc:chgData name="Ivan Granja" userId="d0a12471-25a3-466a-a647-7cb796ed786c" providerId="ADAL" clId="{A95D5F24-2791-40C2-8D12-06AD1F8CA56D}" dt="2020-09-29T10:44:19.673" v="2585" actId="1037"/>
      <pc:docMkLst>
        <pc:docMk/>
      </pc:docMkLst>
      <pc:sldChg chg="modSp mod">
        <pc:chgData name="Ivan Granja" userId="d0a12471-25a3-466a-a647-7cb796ed786c" providerId="ADAL" clId="{A95D5F24-2791-40C2-8D12-06AD1F8CA56D}" dt="2020-09-27T23:02:28.648" v="143" actId="20577"/>
        <pc:sldMkLst>
          <pc:docMk/>
          <pc:sldMk cId="0" sldId="256"/>
        </pc:sldMkLst>
        <pc:spChg chg="mod">
          <ac:chgData name="Ivan Granja" userId="d0a12471-25a3-466a-a647-7cb796ed786c" providerId="ADAL" clId="{A95D5F24-2791-40C2-8D12-06AD1F8CA56D}" dt="2020-09-27T23:02:28.648" v="143" actId="20577"/>
          <ac:spMkLst>
            <pc:docMk/>
            <pc:sldMk cId="0" sldId="256"/>
            <ac:spMk id="4103" creationId="{00000000-0000-0000-0000-000000000000}"/>
          </ac:spMkLst>
        </pc:spChg>
      </pc:sldChg>
      <pc:sldChg chg="del">
        <pc:chgData name="Ivan Granja" userId="d0a12471-25a3-466a-a647-7cb796ed786c" providerId="ADAL" clId="{A95D5F24-2791-40C2-8D12-06AD1F8CA56D}" dt="2020-09-27T23:02:10.560" v="92" actId="47"/>
        <pc:sldMkLst>
          <pc:docMk/>
          <pc:sldMk cId="0" sldId="257"/>
        </pc:sldMkLst>
      </pc:sldChg>
      <pc:sldChg chg="modSp del mod">
        <pc:chgData name="Ivan Granja" userId="d0a12471-25a3-466a-a647-7cb796ed786c" providerId="ADAL" clId="{A95D5F24-2791-40C2-8D12-06AD1F8CA56D}" dt="2020-09-29T10:43:32.737" v="2573" actId="2711"/>
        <pc:sldMkLst>
          <pc:docMk/>
          <pc:sldMk cId="0" sldId="258"/>
        </pc:sldMkLst>
        <pc:spChg chg="mod">
          <ac:chgData name="Ivan Granja" userId="d0a12471-25a3-466a-a647-7cb796ed786c" providerId="ADAL" clId="{A95D5F24-2791-40C2-8D12-06AD1F8CA56D}" dt="2020-09-27T23:07:12.839" v="280" actId="14100"/>
          <ac:spMkLst>
            <pc:docMk/>
            <pc:sldMk cId="0" sldId="258"/>
            <ac:spMk id="277506" creationId="{747DAD17-FB58-4F7C-B30E-E2A75BF07104}"/>
          </ac:spMkLst>
        </pc:spChg>
        <pc:spChg chg="mod">
          <ac:chgData name="Ivan Granja" userId="d0a12471-25a3-466a-a647-7cb796ed786c" providerId="ADAL" clId="{A95D5F24-2791-40C2-8D12-06AD1F8CA56D}" dt="2020-09-29T10:43:32.737" v="2573" actId="2711"/>
          <ac:spMkLst>
            <pc:docMk/>
            <pc:sldMk cId="0" sldId="258"/>
            <ac:spMk id="277507" creationId="{219E219F-9B47-4A71-817D-078AFF17DB2F}"/>
          </ac:spMkLst>
        </pc:spChg>
        <pc:spChg chg="mod">
          <ac:chgData name="Ivan Granja" userId="d0a12471-25a3-466a-a647-7cb796ed786c" providerId="ADAL" clId="{A95D5F24-2791-40C2-8D12-06AD1F8CA56D}" dt="2020-09-28T00:01:00.657" v="2545" actId="1076"/>
          <ac:spMkLst>
            <pc:docMk/>
            <pc:sldMk cId="0" sldId="258"/>
            <ac:spMk id="277512" creationId="{AEB831F0-CDE1-454E-8C5A-E1D6F627CA72}"/>
          </ac:spMkLst>
        </pc:spChg>
        <pc:picChg chg="mod">
          <ac:chgData name="Ivan Granja" userId="d0a12471-25a3-466a-a647-7cb796ed786c" providerId="ADAL" clId="{A95D5F24-2791-40C2-8D12-06AD1F8CA56D}" dt="2020-09-29T10:43:32.737" v="2573" actId="2711"/>
          <ac:picMkLst>
            <pc:docMk/>
            <pc:sldMk cId="0" sldId="258"/>
            <ac:picMk id="277508" creationId="{F00B27F5-FC13-4089-A92B-E38B22BABCBF}"/>
          </ac:picMkLst>
        </pc:picChg>
        <pc:picChg chg="mod">
          <ac:chgData name="Ivan Granja" userId="d0a12471-25a3-466a-a647-7cb796ed786c" providerId="ADAL" clId="{A95D5F24-2791-40C2-8D12-06AD1F8CA56D}" dt="2020-09-27T23:44:23.149" v="2313" actId="1076"/>
          <ac:picMkLst>
            <pc:docMk/>
            <pc:sldMk cId="0" sldId="258"/>
            <ac:picMk id="277509" creationId="{774C8744-41CF-4C89-A505-73206124904B}"/>
          </ac:picMkLst>
        </pc:picChg>
        <pc:picChg chg="mod">
          <ac:chgData name="Ivan Granja" userId="d0a12471-25a3-466a-a647-7cb796ed786c" providerId="ADAL" clId="{A95D5F24-2791-40C2-8D12-06AD1F8CA56D}" dt="2020-09-27T23:45:06.284" v="2359" actId="1076"/>
          <ac:picMkLst>
            <pc:docMk/>
            <pc:sldMk cId="0" sldId="258"/>
            <ac:picMk id="277510" creationId="{8717ED71-FE6A-4D6F-A9CB-2ACEE0EFFC0F}"/>
          </ac:picMkLst>
        </pc:picChg>
        <pc:picChg chg="mod">
          <ac:chgData name="Ivan Granja" userId="d0a12471-25a3-466a-a647-7cb796ed786c" providerId="ADAL" clId="{A95D5F24-2791-40C2-8D12-06AD1F8CA56D}" dt="2020-09-27T23:44:13.518" v="2309" actId="1076"/>
          <ac:picMkLst>
            <pc:docMk/>
            <pc:sldMk cId="0" sldId="258"/>
            <ac:picMk id="277511" creationId="{986CD9EC-F111-45A5-B756-B70B0D582A64}"/>
          </ac:picMkLst>
        </pc:picChg>
      </pc:sldChg>
      <pc:sldChg chg="modSp del mod">
        <pc:chgData name="Ivan Granja" userId="d0a12471-25a3-466a-a647-7cb796ed786c" providerId="ADAL" clId="{A95D5F24-2791-40C2-8D12-06AD1F8CA56D}" dt="2020-09-29T10:43:04.388" v="2569" actId="2711"/>
        <pc:sldMkLst>
          <pc:docMk/>
          <pc:sldMk cId="0" sldId="259"/>
        </pc:sldMkLst>
        <pc:spChg chg="mod">
          <ac:chgData name="Ivan Granja" userId="d0a12471-25a3-466a-a647-7cb796ed786c" providerId="ADAL" clId="{A95D5F24-2791-40C2-8D12-06AD1F8CA56D}" dt="2020-09-27T23:47:48.779" v="2380" actId="404"/>
          <ac:spMkLst>
            <pc:docMk/>
            <pc:sldMk cId="0" sldId="259"/>
            <ac:spMk id="278530" creationId="{6E226017-B899-4759-83CA-36F89B68DA32}"/>
          </ac:spMkLst>
        </pc:spChg>
        <pc:spChg chg="mod">
          <ac:chgData name="Ivan Granja" userId="d0a12471-25a3-466a-a647-7cb796ed786c" providerId="ADAL" clId="{A95D5F24-2791-40C2-8D12-06AD1F8CA56D}" dt="2020-09-29T10:43:04.388" v="2569" actId="2711"/>
          <ac:spMkLst>
            <pc:docMk/>
            <pc:sldMk cId="0" sldId="259"/>
            <ac:spMk id="278531" creationId="{67E7F6BB-F99D-4F23-9151-56EC31EC231C}"/>
          </ac:spMkLst>
        </pc:spChg>
      </pc:sldChg>
      <pc:sldChg chg="del">
        <pc:chgData name="Ivan Granja" userId="d0a12471-25a3-466a-a647-7cb796ed786c" providerId="ADAL" clId="{A95D5F24-2791-40C2-8D12-06AD1F8CA56D}" dt="2020-09-27T23:01:11.180" v="12" actId="47"/>
        <pc:sldMkLst>
          <pc:docMk/>
          <pc:sldMk cId="0" sldId="260"/>
        </pc:sldMkLst>
      </pc:sldChg>
      <pc:sldChg chg="del">
        <pc:chgData name="Ivan Granja" userId="d0a12471-25a3-466a-a647-7cb796ed786c" providerId="ADAL" clId="{A95D5F24-2791-40C2-8D12-06AD1F8CA56D}" dt="2020-09-27T23:01:11.346" v="13" actId="47"/>
        <pc:sldMkLst>
          <pc:docMk/>
          <pc:sldMk cId="0" sldId="261"/>
        </pc:sldMkLst>
      </pc:sldChg>
      <pc:sldChg chg="modSp mod">
        <pc:chgData name="Ivan Granja" userId="d0a12471-25a3-466a-a647-7cb796ed786c" providerId="ADAL" clId="{A95D5F24-2791-40C2-8D12-06AD1F8CA56D}" dt="2020-09-29T10:42:35.568" v="2563" actId="2711"/>
        <pc:sldMkLst>
          <pc:docMk/>
          <pc:sldMk cId="0" sldId="263"/>
        </pc:sldMkLst>
        <pc:spChg chg="mod">
          <ac:chgData name="Ivan Granja" userId="d0a12471-25a3-466a-a647-7cb796ed786c" providerId="ADAL" clId="{A95D5F24-2791-40C2-8D12-06AD1F8CA56D}" dt="2020-09-27T23:47:56.220" v="2382" actId="404"/>
          <ac:spMkLst>
            <pc:docMk/>
            <pc:sldMk cId="0" sldId="263"/>
            <ac:spMk id="282626" creationId="{AE1F0AC7-EE2A-4996-AEF4-E3995591DAC8}"/>
          </ac:spMkLst>
        </pc:spChg>
        <pc:spChg chg="mod">
          <ac:chgData name="Ivan Granja" userId="d0a12471-25a3-466a-a647-7cb796ed786c" providerId="ADAL" clId="{A95D5F24-2791-40C2-8D12-06AD1F8CA56D}" dt="2020-09-29T10:42:35.568" v="2563" actId="2711"/>
          <ac:spMkLst>
            <pc:docMk/>
            <pc:sldMk cId="0" sldId="263"/>
            <ac:spMk id="282627" creationId="{B0F7951A-DB5F-44A6-BEFB-ABED369466A5}"/>
          </ac:spMkLst>
        </pc:spChg>
      </pc:sldChg>
      <pc:sldChg chg="modSp del mod ord">
        <pc:chgData name="Ivan Granja" userId="d0a12471-25a3-466a-a647-7cb796ed786c" providerId="ADAL" clId="{A95D5F24-2791-40C2-8D12-06AD1F8CA56D}" dt="2020-09-27T23:52:04.984" v="2478" actId="14100"/>
        <pc:sldMkLst>
          <pc:docMk/>
          <pc:sldMk cId="0" sldId="264"/>
        </pc:sldMkLst>
        <pc:spChg chg="mod">
          <ac:chgData name="Ivan Granja" userId="d0a12471-25a3-466a-a647-7cb796ed786c" providerId="ADAL" clId="{A95D5F24-2791-40C2-8D12-06AD1F8CA56D}" dt="2020-09-27T23:52:04.984" v="2478" actId="14100"/>
          <ac:spMkLst>
            <pc:docMk/>
            <pc:sldMk cId="0" sldId="264"/>
            <ac:spMk id="283650" creationId="{82FB1ED0-B7B8-49DF-B810-BE2073A78771}"/>
          </ac:spMkLst>
        </pc:spChg>
      </pc:sldChg>
      <pc:sldChg chg="modSp">
        <pc:chgData name="Ivan Granja" userId="d0a12471-25a3-466a-a647-7cb796ed786c" providerId="ADAL" clId="{A95D5F24-2791-40C2-8D12-06AD1F8CA56D}" dt="2020-09-27T23:58:26.580" v="2517" actId="2085"/>
        <pc:sldMkLst>
          <pc:docMk/>
          <pc:sldMk cId="0" sldId="265"/>
        </pc:sldMkLst>
        <pc:spChg chg="mod">
          <ac:chgData name="Ivan Granja" userId="d0a12471-25a3-466a-a647-7cb796ed786c" providerId="ADAL" clId="{A95D5F24-2791-40C2-8D12-06AD1F8CA56D}" dt="2020-09-27T23:09:59.546" v="470" actId="1076"/>
          <ac:spMkLst>
            <pc:docMk/>
            <pc:sldMk cId="0" sldId="265"/>
            <ac:spMk id="284679" creationId="{02651437-B03D-4DE9-8E72-363A5D771565}"/>
          </ac:spMkLst>
        </pc:spChg>
        <pc:picChg chg="mod">
          <ac:chgData name="Ivan Granja" userId="d0a12471-25a3-466a-a647-7cb796ed786c" providerId="ADAL" clId="{A95D5F24-2791-40C2-8D12-06AD1F8CA56D}" dt="2020-09-27T23:09:59.546" v="470" actId="1076"/>
          <ac:picMkLst>
            <pc:docMk/>
            <pc:sldMk cId="0" sldId="265"/>
            <ac:picMk id="284675" creationId="{1175993F-D7D2-4CBD-A3B4-55221F406CDD}"/>
          </ac:picMkLst>
        </pc:picChg>
        <pc:picChg chg="mod">
          <ac:chgData name="Ivan Granja" userId="d0a12471-25a3-466a-a647-7cb796ed786c" providerId="ADAL" clId="{A95D5F24-2791-40C2-8D12-06AD1F8CA56D}" dt="2020-09-27T23:58:26.580" v="2517" actId="2085"/>
          <ac:picMkLst>
            <pc:docMk/>
            <pc:sldMk cId="0" sldId="265"/>
            <ac:picMk id="284676" creationId="{E7C87ACE-88EE-4A99-854C-C266F4E48C6D}"/>
          </ac:picMkLst>
        </pc:picChg>
      </pc:sldChg>
      <pc:sldChg chg="modSp">
        <pc:chgData name="Ivan Granja" userId="d0a12471-25a3-466a-a647-7cb796ed786c" providerId="ADAL" clId="{A95D5F24-2791-40C2-8D12-06AD1F8CA56D}" dt="2020-09-27T23:58:35.999" v="2518" actId="2085"/>
        <pc:sldMkLst>
          <pc:docMk/>
          <pc:sldMk cId="0" sldId="266"/>
        </pc:sldMkLst>
        <pc:picChg chg="mod">
          <ac:chgData name="Ivan Granja" userId="d0a12471-25a3-466a-a647-7cb796ed786c" providerId="ADAL" clId="{A95D5F24-2791-40C2-8D12-06AD1F8CA56D}" dt="2020-09-27T23:10:03.603" v="471" actId="1076"/>
          <ac:picMkLst>
            <pc:docMk/>
            <pc:sldMk cId="0" sldId="266"/>
            <ac:picMk id="285699" creationId="{6C7A7A5C-AA82-4E17-ACE7-4ED672129013}"/>
          </ac:picMkLst>
        </pc:picChg>
        <pc:picChg chg="mod">
          <ac:chgData name="Ivan Granja" userId="d0a12471-25a3-466a-a647-7cb796ed786c" providerId="ADAL" clId="{A95D5F24-2791-40C2-8D12-06AD1F8CA56D}" dt="2020-09-27T23:58:35.999" v="2518" actId="2085"/>
          <ac:picMkLst>
            <pc:docMk/>
            <pc:sldMk cId="0" sldId="266"/>
            <ac:picMk id="285701" creationId="{4F2D6FA3-2F2F-4813-A891-DE31BF6B7BB6}"/>
          </ac:picMkLst>
        </pc:picChg>
      </pc:sldChg>
      <pc:sldChg chg="modSp">
        <pc:chgData name="Ivan Granja" userId="d0a12471-25a3-466a-a647-7cb796ed786c" providerId="ADAL" clId="{A95D5F24-2791-40C2-8D12-06AD1F8CA56D}" dt="2020-09-27T23:58:43.940" v="2520" actId="2085"/>
        <pc:sldMkLst>
          <pc:docMk/>
          <pc:sldMk cId="0" sldId="267"/>
        </pc:sldMkLst>
        <pc:spChg chg="mod">
          <ac:chgData name="Ivan Granja" userId="d0a12471-25a3-466a-a647-7cb796ed786c" providerId="ADAL" clId="{A95D5F24-2791-40C2-8D12-06AD1F8CA56D}" dt="2020-09-27T23:10:09.778" v="472" actId="1076"/>
          <ac:spMkLst>
            <pc:docMk/>
            <pc:sldMk cId="0" sldId="267"/>
            <ac:spMk id="286726" creationId="{88D86900-CB03-4B90-B0ED-F1C5EA8B2995}"/>
          </ac:spMkLst>
        </pc:spChg>
        <pc:picChg chg="mod">
          <ac:chgData name="Ivan Granja" userId="d0a12471-25a3-466a-a647-7cb796ed786c" providerId="ADAL" clId="{A95D5F24-2791-40C2-8D12-06AD1F8CA56D}" dt="2020-09-27T23:10:12.676" v="473" actId="1076"/>
          <ac:picMkLst>
            <pc:docMk/>
            <pc:sldMk cId="0" sldId="267"/>
            <ac:picMk id="286723" creationId="{4FC9F106-657E-40F5-B79D-C2C99437D19E}"/>
          </ac:picMkLst>
        </pc:picChg>
        <pc:picChg chg="mod">
          <ac:chgData name="Ivan Granja" userId="d0a12471-25a3-466a-a647-7cb796ed786c" providerId="ADAL" clId="{A95D5F24-2791-40C2-8D12-06AD1F8CA56D}" dt="2020-09-27T23:58:42.049" v="2519" actId="2085"/>
          <ac:picMkLst>
            <pc:docMk/>
            <pc:sldMk cId="0" sldId="267"/>
            <ac:picMk id="286730" creationId="{97561BFA-5A25-4906-91B3-D4AD809F3AF8}"/>
          </ac:picMkLst>
        </pc:picChg>
        <pc:picChg chg="mod">
          <ac:chgData name="Ivan Granja" userId="d0a12471-25a3-466a-a647-7cb796ed786c" providerId="ADAL" clId="{A95D5F24-2791-40C2-8D12-06AD1F8CA56D}" dt="2020-09-27T23:58:43.940" v="2520" actId="2085"/>
          <ac:picMkLst>
            <pc:docMk/>
            <pc:sldMk cId="0" sldId="267"/>
            <ac:picMk id="286731" creationId="{92147771-21A1-42AE-B16A-8BB6B62EF077}"/>
          </ac:picMkLst>
        </pc:picChg>
      </pc:sldChg>
      <pc:sldChg chg="del">
        <pc:chgData name="Ivan Granja" userId="d0a12471-25a3-466a-a647-7cb796ed786c" providerId="ADAL" clId="{A95D5F24-2791-40C2-8D12-06AD1F8CA56D}" dt="2020-09-27T23:01:12.922" v="23" actId="47"/>
        <pc:sldMkLst>
          <pc:docMk/>
          <pc:sldMk cId="0" sldId="268"/>
        </pc:sldMkLst>
      </pc:sldChg>
      <pc:sldChg chg="modSp del mod">
        <pc:chgData name="Ivan Granja" userId="d0a12471-25a3-466a-a647-7cb796ed786c" providerId="ADAL" clId="{A95D5F24-2791-40C2-8D12-06AD1F8CA56D}" dt="2020-09-29T10:44:19.673" v="2585" actId="1037"/>
        <pc:sldMkLst>
          <pc:docMk/>
          <pc:sldMk cId="0" sldId="269"/>
        </pc:sldMkLst>
        <pc:spChg chg="mod">
          <ac:chgData name="Ivan Granja" userId="d0a12471-25a3-466a-a647-7cb796ed786c" providerId="ADAL" clId="{A95D5F24-2791-40C2-8D12-06AD1F8CA56D}" dt="2020-09-27T23:12:11.967" v="571" actId="1076"/>
          <ac:spMkLst>
            <pc:docMk/>
            <pc:sldMk cId="0" sldId="269"/>
            <ac:spMk id="2" creationId="{7F3724FD-43A7-449D-9B2B-5F248D74D62C}"/>
          </ac:spMkLst>
        </pc:spChg>
        <pc:spChg chg="mod">
          <ac:chgData name="Ivan Granja" userId="d0a12471-25a3-466a-a647-7cb796ed786c" providerId="ADAL" clId="{A95D5F24-2791-40C2-8D12-06AD1F8CA56D}" dt="2020-09-27T23:10:21.500" v="477" actId="404"/>
          <ac:spMkLst>
            <pc:docMk/>
            <pc:sldMk cId="0" sldId="269"/>
            <ac:spMk id="288770" creationId="{8E951566-3013-42B5-8678-C8B1FFBCC96D}"/>
          </ac:spMkLst>
        </pc:spChg>
        <pc:spChg chg="mod">
          <ac:chgData name="Ivan Granja" userId="d0a12471-25a3-466a-a647-7cb796ed786c" providerId="ADAL" clId="{A95D5F24-2791-40C2-8D12-06AD1F8CA56D}" dt="2020-09-29T10:44:13.295" v="2576" actId="2711"/>
          <ac:spMkLst>
            <pc:docMk/>
            <pc:sldMk cId="0" sldId="269"/>
            <ac:spMk id="288772" creationId="{D7024ED7-4F34-4458-87C2-B3E109D44331}"/>
          </ac:spMkLst>
        </pc:spChg>
        <pc:spChg chg="mod">
          <ac:chgData name="Ivan Granja" userId="d0a12471-25a3-466a-a647-7cb796ed786c" providerId="ADAL" clId="{A95D5F24-2791-40C2-8D12-06AD1F8CA56D}" dt="2020-09-27T23:11:56.228" v="566" actId="14100"/>
          <ac:spMkLst>
            <pc:docMk/>
            <pc:sldMk cId="0" sldId="269"/>
            <ac:spMk id="288777" creationId="{4BC1A606-8CFC-40DE-91BD-AA62FC8B54DB}"/>
          </ac:spMkLst>
        </pc:spChg>
        <pc:spChg chg="mod">
          <ac:chgData name="Ivan Granja" userId="d0a12471-25a3-466a-a647-7cb796ed786c" providerId="ADAL" clId="{A95D5F24-2791-40C2-8D12-06AD1F8CA56D}" dt="2020-09-29T10:44:19.673" v="2585" actId="1037"/>
          <ac:spMkLst>
            <pc:docMk/>
            <pc:sldMk cId="0" sldId="269"/>
            <ac:spMk id="288778" creationId="{0974FD76-83FA-4E11-8F97-314D7A83EFC4}"/>
          </ac:spMkLst>
        </pc:spChg>
      </pc:sldChg>
      <pc:sldChg chg="modSp del">
        <pc:chgData name="Ivan Granja" userId="d0a12471-25a3-466a-a647-7cb796ed786c" providerId="ADAL" clId="{A95D5F24-2791-40C2-8D12-06AD1F8CA56D}" dt="2020-09-27T23:47:08.286" v="2379" actId="207"/>
        <pc:sldMkLst>
          <pc:docMk/>
          <pc:sldMk cId="0" sldId="270"/>
        </pc:sldMkLst>
        <pc:spChg chg="mod">
          <ac:chgData name="Ivan Granja" userId="d0a12471-25a3-466a-a647-7cb796ed786c" providerId="ADAL" clId="{A95D5F24-2791-40C2-8D12-06AD1F8CA56D}" dt="2020-09-27T23:46:09.094" v="2371" actId="1076"/>
          <ac:spMkLst>
            <pc:docMk/>
            <pc:sldMk cId="0" sldId="270"/>
            <ac:spMk id="289795" creationId="{8946583D-0A7F-45E3-B920-E7B11D1DD4C9}"/>
          </ac:spMkLst>
        </pc:spChg>
        <pc:spChg chg="mod">
          <ac:chgData name="Ivan Granja" userId="d0a12471-25a3-466a-a647-7cb796ed786c" providerId="ADAL" clId="{A95D5F24-2791-40C2-8D12-06AD1F8CA56D}" dt="2020-09-27T23:46:09.094" v="2371" actId="1076"/>
          <ac:spMkLst>
            <pc:docMk/>
            <pc:sldMk cId="0" sldId="270"/>
            <ac:spMk id="289796" creationId="{085D7769-A286-4855-ACE8-BE9BC0FCD50D}"/>
          </ac:spMkLst>
        </pc:spChg>
        <pc:spChg chg="mod">
          <ac:chgData name="Ivan Granja" userId="d0a12471-25a3-466a-a647-7cb796ed786c" providerId="ADAL" clId="{A95D5F24-2791-40C2-8D12-06AD1F8CA56D}" dt="2020-09-27T23:46:09.094" v="2371" actId="1076"/>
          <ac:spMkLst>
            <pc:docMk/>
            <pc:sldMk cId="0" sldId="270"/>
            <ac:spMk id="289797" creationId="{951FE86F-5B18-48A5-8337-4F3BD11FFF5E}"/>
          </ac:spMkLst>
        </pc:spChg>
        <pc:spChg chg="mod">
          <ac:chgData name="Ivan Granja" userId="d0a12471-25a3-466a-a647-7cb796ed786c" providerId="ADAL" clId="{A95D5F24-2791-40C2-8D12-06AD1F8CA56D}" dt="2020-09-27T23:47:08.286" v="2379" actId="207"/>
          <ac:spMkLst>
            <pc:docMk/>
            <pc:sldMk cId="0" sldId="270"/>
            <ac:spMk id="289799" creationId="{544F3202-82C8-487C-B9C2-FE1CB499DE43}"/>
          </ac:spMkLst>
        </pc:spChg>
        <pc:grpChg chg="mod">
          <ac:chgData name="Ivan Granja" userId="d0a12471-25a3-466a-a647-7cb796ed786c" providerId="ADAL" clId="{A95D5F24-2791-40C2-8D12-06AD1F8CA56D}" dt="2020-09-27T23:46:09.094" v="2371" actId="1076"/>
          <ac:grpSpMkLst>
            <pc:docMk/>
            <pc:sldMk cId="0" sldId="270"/>
            <ac:grpSpMk id="289800" creationId="{1A7C1B11-2E5F-46A3-9B3C-0D88A1F2901F}"/>
          </ac:grpSpMkLst>
        </pc:grpChg>
      </pc:sldChg>
      <pc:sldChg chg="modSp">
        <pc:chgData name="Ivan Granja" userId="d0a12471-25a3-466a-a647-7cb796ed786c" providerId="ADAL" clId="{A95D5F24-2791-40C2-8D12-06AD1F8CA56D}" dt="2020-09-27T23:46:42.867" v="2375" actId="113"/>
        <pc:sldMkLst>
          <pc:docMk/>
          <pc:sldMk cId="0" sldId="271"/>
        </pc:sldMkLst>
        <pc:spChg chg="mod">
          <ac:chgData name="Ivan Granja" userId="d0a12471-25a3-466a-a647-7cb796ed786c" providerId="ADAL" clId="{A95D5F24-2791-40C2-8D12-06AD1F8CA56D}" dt="2020-09-27T23:46:18.069" v="2373" actId="1076"/>
          <ac:spMkLst>
            <pc:docMk/>
            <pc:sldMk cId="0" sldId="271"/>
            <ac:spMk id="290820" creationId="{14E5AFAB-7A86-42BB-9545-39E85F6FFF9E}"/>
          </ac:spMkLst>
        </pc:spChg>
        <pc:spChg chg="mod">
          <ac:chgData name="Ivan Granja" userId="d0a12471-25a3-466a-a647-7cb796ed786c" providerId="ADAL" clId="{A95D5F24-2791-40C2-8D12-06AD1F8CA56D}" dt="2020-09-27T23:46:18.069" v="2373" actId="1076"/>
          <ac:spMkLst>
            <pc:docMk/>
            <pc:sldMk cId="0" sldId="271"/>
            <ac:spMk id="290821" creationId="{52865E07-C36E-47B7-91DA-CB53D2C912BF}"/>
          </ac:spMkLst>
        </pc:spChg>
        <pc:spChg chg="mod">
          <ac:chgData name="Ivan Granja" userId="d0a12471-25a3-466a-a647-7cb796ed786c" providerId="ADAL" clId="{A95D5F24-2791-40C2-8D12-06AD1F8CA56D}" dt="2020-09-27T23:46:42.867" v="2375" actId="113"/>
          <ac:spMkLst>
            <pc:docMk/>
            <pc:sldMk cId="0" sldId="271"/>
            <ac:spMk id="290822" creationId="{918E8055-6A69-46FA-808A-1ECCF86C1F1D}"/>
          </ac:spMkLst>
        </pc:spChg>
        <pc:spChg chg="mod">
          <ac:chgData name="Ivan Granja" userId="d0a12471-25a3-466a-a647-7cb796ed786c" providerId="ADAL" clId="{A95D5F24-2791-40C2-8D12-06AD1F8CA56D}" dt="2020-09-27T23:46:18.069" v="2373" actId="1076"/>
          <ac:spMkLst>
            <pc:docMk/>
            <pc:sldMk cId="0" sldId="271"/>
            <ac:spMk id="290823" creationId="{DDA2B59E-6BB5-4813-93E4-A2717D39885C}"/>
          </ac:spMkLst>
        </pc:spChg>
        <pc:grpChg chg="mod">
          <ac:chgData name="Ivan Granja" userId="d0a12471-25a3-466a-a647-7cb796ed786c" providerId="ADAL" clId="{A95D5F24-2791-40C2-8D12-06AD1F8CA56D}" dt="2020-09-27T23:46:18.069" v="2373" actId="1076"/>
          <ac:grpSpMkLst>
            <pc:docMk/>
            <pc:sldMk cId="0" sldId="271"/>
            <ac:grpSpMk id="290819" creationId="{20D30CEE-0A79-4D3E-B1A7-2E4714B26BCF}"/>
          </ac:grpSpMkLst>
        </pc:grpChg>
      </pc:sldChg>
      <pc:sldChg chg="del">
        <pc:chgData name="Ivan Granja" userId="d0a12471-25a3-466a-a647-7cb796ed786c" providerId="ADAL" clId="{A95D5F24-2791-40C2-8D12-06AD1F8CA56D}" dt="2020-09-27T23:01:19.981" v="56" actId="47"/>
        <pc:sldMkLst>
          <pc:docMk/>
          <pc:sldMk cId="2853760233" sldId="271"/>
        </pc:sldMkLst>
      </pc:sldChg>
      <pc:sldChg chg="del">
        <pc:chgData name="Ivan Granja" userId="d0a12471-25a3-466a-a647-7cb796ed786c" providerId="ADAL" clId="{A95D5F24-2791-40C2-8D12-06AD1F8CA56D}" dt="2020-09-27T23:01:26.895" v="83" actId="47"/>
        <pc:sldMkLst>
          <pc:docMk/>
          <pc:sldMk cId="0" sldId="272"/>
        </pc:sldMkLst>
      </pc:sldChg>
      <pc:sldChg chg="modSp del mod">
        <pc:chgData name="Ivan Granja" userId="d0a12471-25a3-466a-a647-7cb796ed786c" providerId="ADAL" clId="{A95D5F24-2791-40C2-8D12-06AD1F8CA56D}" dt="2020-09-27T23:46:54.934" v="2377" actId="113"/>
        <pc:sldMkLst>
          <pc:docMk/>
          <pc:sldMk cId="0" sldId="273"/>
        </pc:sldMkLst>
        <pc:spChg chg="mod">
          <ac:chgData name="Ivan Granja" userId="d0a12471-25a3-466a-a647-7cb796ed786c" providerId="ADAL" clId="{A95D5F24-2791-40C2-8D12-06AD1F8CA56D}" dt="2020-09-27T23:46:12.565" v="2372" actId="1076"/>
          <ac:spMkLst>
            <pc:docMk/>
            <pc:sldMk cId="0" sldId="273"/>
            <ac:spMk id="292868" creationId="{F499E082-7D33-46D8-BFCB-AF41CC5AB0B0}"/>
          </ac:spMkLst>
        </pc:spChg>
        <pc:spChg chg="mod">
          <ac:chgData name="Ivan Granja" userId="d0a12471-25a3-466a-a647-7cb796ed786c" providerId="ADAL" clId="{A95D5F24-2791-40C2-8D12-06AD1F8CA56D}" dt="2020-09-27T23:46:12.565" v="2372" actId="1076"/>
          <ac:spMkLst>
            <pc:docMk/>
            <pc:sldMk cId="0" sldId="273"/>
            <ac:spMk id="292869" creationId="{51FDC8B6-B47D-493F-ADCA-A35108E686A8}"/>
          </ac:spMkLst>
        </pc:spChg>
        <pc:spChg chg="mod">
          <ac:chgData name="Ivan Granja" userId="d0a12471-25a3-466a-a647-7cb796ed786c" providerId="ADAL" clId="{A95D5F24-2791-40C2-8D12-06AD1F8CA56D}" dt="2020-09-27T23:46:54.934" v="2377" actId="113"/>
          <ac:spMkLst>
            <pc:docMk/>
            <pc:sldMk cId="0" sldId="273"/>
            <ac:spMk id="292870" creationId="{8BCF2BCA-8969-49B5-99A9-8B0D415A5E8A}"/>
          </ac:spMkLst>
        </pc:spChg>
        <pc:spChg chg="mod">
          <ac:chgData name="Ivan Granja" userId="d0a12471-25a3-466a-a647-7cb796ed786c" providerId="ADAL" clId="{A95D5F24-2791-40C2-8D12-06AD1F8CA56D}" dt="2020-09-27T23:46:12.565" v="2372" actId="1076"/>
          <ac:spMkLst>
            <pc:docMk/>
            <pc:sldMk cId="0" sldId="273"/>
            <ac:spMk id="292871" creationId="{6E2AB3D1-F11B-478A-A049-741296FDA2DA}"/>
          </ac:spMkLst>
        </pc:spChg>
        <pc:grpChg chg="mod">
          <ac:chgData name="Ivan Granja" userId="d0a12471-25a3-466a-a647-7cb796ed786c" providerId="ADAL" clId="{A95D5F24-2791-40C2-8D12-06AD1F8CA56D}" dt="2020-09-27T23:46:12.565" v="2372" actId="1076"/>
          <ac:grpSpMkLst>
            <pc:docMk/>
            <pc:sldMk cId="0" sldId="273"/>
            <ac:grpSpMk id="292867" creationId="{581A7288-2339-45EF-A7EF-99E3DC66B0FD}"/>
          </ac:grpSpMkLst>
        </pc:grpChg>
      </pc:sldChg>
      <pc:sldChg chg="addSp modSp del mod">
        <pc:chgData name="Ivan Granja" userId="d0a12471-25a3-466a-a647-7cb796ed786c" providerId="ADAL" clId="{A95D5F24-2791-40C2-8D12-06AD1F8CA56D}" dt="2020-09-29T10:43:46.955" v="2575" actId="2711"/>
        <pc:sldMkLst>
          <pc:docMk/>
          <pc:sldMk cId="0" sldId="274"/>
        </pc:sldMkLst>
        <pc:spChg chg="mod">
          <ac:chgData name="Ivan Granja" userId="d0a12471-25a3-466a-a647-7cb796ed786c" providerId="ADAL" clId="{A95D5F24-2791-40C2-8D12-06AD1F8CA56D}" dt="2020-09-27T23:34:53.394" v="1801" actId="20577"/>
          <ac:spMkLst>
            <pc:docMk/>
            <pc:sldMk cId="0" sldId="274"/>
            <ac:spMk id="293890" creationId="{582FE206-6A87-4358-93A0-E2680B9955CE}"/>
          </ac:spMkLst>
        </pc:spChg>
        <pc:spChg chg="mod">
          <ac:chgData name="Ivan Granja" userId="d0a12471-25a3-466a-a647-7cb796ed786c" providerId="ADAL" clId="{A95D5F24-2791-40C2-8D12-06AD1F8CA56D}" dt="2020-09-29T10:43:46.955" v="2575" actId="2711"/>
          <ac:spMkLst>
            <pc:docMk/>
            <pc:sldMk cId="0" sldId="274"/>
            <ac:spMk id="293891" creationId="{28AB2F82-CC64-4C75-9324-F81FAF49E718}"/>
          </ac:spMkLst>
        </pc:spChg>
        <pc:picChg chg="add mod">
          <ac:chgData name="Ivan Granja" userId="d0a12471-25a3-466a-a647-7cb796ed786c" providerId="ADAL" clId="{A95D5F24-2791-40C2-8D12-06AD1F8CA56D}" dt="2020-09-27T23:59:43.041" v="2533" actId="1076"/>
          <ac:picMkLst>
            <pc:docMk/>
            <pc:sldMk cId="0" sldId="274"/>
            <ac:picMk id="3" creationId="{E87A810B-0BB1-4313-96B3-EE4D3382C2E1}"/>
          </ac:picMkLst>
        </pc:picChg>
        <pc:picChg chg="add mod ord">
          <ac:chgData name="Ivan Granja" userId="d0a12471-25a3-466a-a647-7cb796ed786c" providerId="ADAL" clId="{A95D5F24-2791-40C2-8D12-06AD1F8CA56D}" dt="2020-09-28T00:01:16.384" v="2546" actId="1076"/>
          <ac:picMkLst>
            <pc:docMk/>
            <pc:sldMk cId="0" sldId="274"/>
            <ac:picMk id="5" creationId="{074221DC-E20B-49FD-9EBC-774DD9BD735A}"/>
          </ac:picMkLst>
        </pc:picChg>
      </pc:sldChg>
      <pc:sldChg chg="del">
        <pc:chgData name="Ivan Granja" userId="d0a12471-25a3-466a-a647-7cb796ed786c" providerId="ADAL" clId="{A95D5F24-2791-40C2-8D12-06AD1F8CA56D}" dt="2020-09-27T23:01:28.135" v="87" actId="47"/>
        <pc:sldMkLst>
          <pc:docMk/>
          <pc:sldMk cId="0" sldId="275"/>
        </pc:sldMkLst>
      </pc:sldChg>
      <pc:sldChg chg="modSp add del mod ord">
        <pc:chgData name="Ivan Granja" userId="d0a12471-25a3-466a-a647-7cb796ed786c" providerId="ADAL" clId="{A95D5F24-2791-40C2-8D12-06AD1F8CA56D}" dt="2020-09-29T10:43:18.873" v="2570" actId="2711"/>
        <pc:sldMkLst>
          <pc:docMk/>
          <pc:sldMk cId="3813715356" sldId="276"/>
        </pc:sldMkLst>
        <pc:spChg chg="mod">
          <ac:chgData name="Ivan Granja" userId="d0a12471-25a3-466a-a647-7cb796ed786c" providerId="ADAL" clId="{A95D5F24-2791-40C2-8D12-06AD1F8CA56D}" dt="2020-09-27T23:33:15.295" v="1717" actId="14100"/>
          <ac:spMkLst>
            <pc:docMk/>
            <pc:sldMk cId="3813715356" sldId="276"/>
            <ac:spMk id="293890" creationId="{582FE206-6A87-4358-93A0-E2680B9955CE}"/>
          </ac:spMkLst>
        </pc:spChg>
        <pc:spChg chg="mod">
          <ac:chgData name="Ivan Granja" userId="d0a12471-25a3-466a-a647-7cb796ed786c" providerId="ADAL" clId="{A95D5F24-2791-40C2-8D12-06AD1F8CA56D}" dt="2020-09-29T10:43:18.873" v="2570" actId="2711"/>
          <ac:spMkLst>
            <pc:docMk/>
            <pc:sldMk cId="3813715356" sldId="276"/>
            <ac:spMk id="293891" creationId="{28AB2F82-CC64-4C75-9324-F81FAF49E718}"/>
          </ac:spMkLst>
        </pc:spChg>
      </pc:sldChg>
      <pc:sldChg chg="modSp add del mod">
        <pc:chgData name="Ivan Granja" userId="d0a12471-25a3-466a-a647-7cb796ed786c" providerId="ADAL" clId="{A95D5F24-2791-40C2-8D12-06AD1F8CA56D}" dt="2020-09-29T10:42:53.640" v="2568" actId="20577"/>
        <pc:sldMkLst>
          <pc:docMk/>
          <pc:sldMk cId="1401273665" sldId="277"/>
        </pc:sldMkLst>
        <pc:spChg chg="mod">
          <ac:chgData name="Ivan Granja" userId="d0a12471-25a3-466a-a647-7cb796ed786c" providerId="ADAL" clId="{A95D5F24-2791-40C2-8D12-06AD1F8CA56D}" dt="2020-09-27T23:47:52.070" v="2381" actId="404"/>
          <ac:spMkLst>
            <pc:docMk/>
            <pc:sldMk cId="1401273665" sldId="277"/>
            <ac:spMk id="282626" creationId="{AE1F0AC7-EE2A-4996-AEF4-E3995591DAC8}"/>
          </ac:spMkLst>
        </pc:spChg>
        <pc:spChg chg="mod">
          <ac:chgData name="Ivan Granja" userId="d0a12471-25a3-466a-a647-7cb796ed786c" providerId="ADAL" clId="{A95D5F24-2791-40C2-8D12-06AD1F8CA56D}" dt="2020-09-29T10:42:53.640" v="2568" actId="20577"/>
          <ac:spMkLst>
            <pc:docMk/>
            <pc:sldMk cId="1401273665" sldId="277"/>
            <ac:spMk id="282627" creationId="{B0F7951A-DB5F-44A6-BEFB-ABED369466A5}"/>
          </ac:spMkLst>
        </pc:spChg>
      </pc:sldChg>
      <pc:sldChg chg="del">
        <pc:chgData name="Ivan Granja" userId="d0a12471-25a3-466a-a647-7cb796ed786c" providerId="ADAL" clId="{A95D5F24-2791-40C2-8D12-06AD1F8CA56D}" dt="2020-09-27T23:01:23.336" v="69" actId="47"/>
        <pc:sldMkLst>
          <pc:docMk/>
          <pc:sldMk cId="3773687528" sldId="278"/>
        </pc:sldMkLst>
      </pc:sldChg>
      <pc:sldChg chg="del">
        <pc:chgData name="Ivan Granja" userId="d0a12471-25a3-466a-a647-7cb796ed786c" providerId="ADAL" clId="{A95D5F24-2791-40C2-8D12-06AD1F8CA56D}" dt="2020-09-27T23:01:23.553" v="70" actId="47"/>
        <pc:sldMkLst>
          <pc:docMk/>
          <pc:sldMk cId="407950041" sldId="279"/>
        </pc:sldMkLst>
      </pc:sldChg>
      <pc:sldChg chg="del">
        <pc:chgData name="Ivan Granja" userId="d0a12471-25a3-466a-a647-7cb796ed786c" providerId="ADAL" clId="{A95D5F24-2791-40C2-8D12-06AD1F8CA56D}" dt="2020-09-27T23:01:23.766" v="71" actId="47"/>
        <pc:sldMkLst>
          <pc:docMk/>
          <pc:sldMk cId="732105424" sldId="280"/>
        </pc:sldMkLst>
      </pc:sldChg>
      <pc:sldChg chg="del">
        <pc:chgData name="Ivan Granja" userId="d0a12471-25a3-466a-a647-7cb796ed786c" providerId="ADAL" clId="{A95D5F24-2791-40C2-8D12-06AD1F8CA56D}" dt="2020-09-27T23:01:24.119" v="72" actId="47"/>
        <pc:sldMkLst>
          <pc:docMk/>
          <pc:sldMk cId="1218344399" sldId="281"/>
        </pc:sldMkLst>
      </pc:sldChg>
      <pc:sldChg chg="del">
        <pc:chgData name="Ivan Granja" userId="d0a12471-25a3-466a-a647-7cb796ed786c" providerId="ADAL" clId="{A95D5F24-2791-40C2-8D12-06AD1F8CA56D}" dt="2020-09-27T23:01:24.469" v="73" actId="47"/>
        <pc:sldMkLst>
          <pc:docMk/>
          <pc:sldMk cId="2703121822" sldId="282"/>
        </pc:sldMkLst>
      </pc:sldChg>
      <pc:sldChg chg="del">
        <pc:chgData name="Ivan Granja" userId="d0a12471-25a3-466a-a647-7cb796ed786c" providerId="ADAL" clId="{A95D5F24-2791-40C2-8D12-06AD1F8CA56D}" dt="2020-09-27T23:01:24.778" v="74" actId="47"/>
        <pc:sldMkLst>
          <pc:docMk/>
          <pc:sldMk cId="3135061147" sldId="283"/>
        </pc:sldMkLst>
      </pc:sldChg>
      <pc:sldChg chg="del">
        <pc:chgData name="Ivan Granja" userId="d0a12471-25a3-466a-a647-7cb796ed786c" providerId="ADAL" clId="{A95D5F24-2791-40C2-8D12-06AD1F8CA56D}" dt="2020-09-27T23:01:24.997" v="75" actId="47"/>
        <pc:sldMkLst>
          <pc:docMk/>
          <pc:sldMk cId="3200206301" sldId="284"/>
        </pc:sldMkLst>
      </pc:sldChg>
      <pc:sldChg chg="del">
        <pc:chgData name="Ivan Granja" userId="d0a12471-25a3-466a-a647-7cb796ed786c" providerId="ADAL" clId="{A95D5F24-2791-40C2-8D12-06AD1F8CA56D}" dt="2020-09-27T23:01:18.596" v="50" actId="47"/>
        <pc:sldMkLst>
          <pc:docMk/>
          <pc:sldMk cId="1770088710" sldId="285"/>
        </pc:sldMkLst>
      </pc:sldChg>
      <pc:sldChg chg="del">
        <pc:chgData name="Ivan Granja" userId="d0a12471-25a3-466a-a647-7cb796ed786c" providerId="ADAL" clId="{A95D5F24-2791-40C2-8D12-06AD1F8CA56D}" dt="2020-09-27T23:01:19.072" v="52" actId="47"/>
        <pc:sldMkLst>
          <pc:docMk/>
          <pc:sldMk cId="0" sldId="286"/>
        </pc:sldMkLst>
      </pc:sldChg>
      <pc:sldChg chg="del">
        <pc:chgData name="Ivan Granja" userId="d0a12471-25a3-466a-a647-7cb796ed786c" providerId="ADAL" clId="{A95D5F24-2791-40C2-8D12-06AD1F8CA56D}" dt="2020-09-27T23:01:19.238" v="53" actId="47"/>
        <pc:sldMkLst>
          <pc:docMk/>
          <pc:sldMk cId="0" sldId="287"/>
        </pc:sldMkLst>
      </pc:sldChg>
      <pc:sldChg chg="del">
        <pc:chgData name="Ivan Granja" userId="d0a12471-25a3-466a-a647-7cb796ed786c" providerId="ADAL" clId="{A95D5F24-2791-40C2-8D12-06AD1F8CA56D}" dt="2020-09-27T23:01:19.454" v="54" actId="47"/>
        <pc:sldMkLst>
          <pc:docMk/>
          <pc:sldMk cId="0" sldId="288"/>
        </pc:sldMkLst>
      </pc:sldChg>
      <pc:sldChg chg="del">
        <pc:chgData name="Ivan Granja" userId="d0a12471-25a3-466a-a647-7cb796ed786c" providerId="ADAL" clId="{A95D5F24-2791-40C2-8D12-06AD1F8CA56D}" dt="2020-09-27T23:01:14.279" v="31" actId="47"/>
        <pc:sldMkLst>
          <pc:docMk/>
          <pc:sldMk cId="0" sldId="291"/>
        </pc:sldMkLst>
      </pc:sldChg>
      <pc:sldChg chg="del">
        <pc:chgData name="Ivan Granja" userId="d0a12471-25a3-466a-a647-7cb796ed786c" providerId="ADAL" clId="{A95D5F24-2791-40C2-8D12-06AD1F8CA56D}" dt="2020-09-27T23:01:22.049" v="65" actId="47"/>
        <pc:sldMkLst>
          <pc:docMk/>
          <pc:sldMk cId="0" sldId="292"/>
        </pc:sldMkLst>
      </pc:sldChg>
      <pc:sldChg chg="del">
        <pc:chgData name="Ivan Granja" userId="d0a12471-25a3-466a-a647-7cb796ed786c" providerId="ADAL" clId="{A95D5F24-2791-40C2-8D12-06AD1F8CA56D}" dt="2020-09-27T23:01:23.053" v="68" actId="47"/>
        <pc:sldMkLst>
          <pc:docMk/>
          <pc:sldMk cId="0" sldId="293"/>
        </pc:sldMkLst>
      </pc:sldChg>
      <pc:sldChg chg="del">
        <pc:chgData name="Ivan Granja" userId="d0a12471-25a3-466a-a647-7cb796ed786c" providerId="ADAL" clId="{A95D5F24-2791-40C2-8D12-06AD1F8CA56D}" dt="2020-09-27T23:01:14.427" v="32" actId="47"/>
        <pc:sldMkLst>
          <pc:docMk/>
          <pc:sldMk cId="0" sldId="294"/>
        </pc:sldMkLst>
      </pc:sldChg>
      <pc:sldChg chg="del">
        <pc:chgData name="Ivan Granja" userId="d0a12471-25a3-466a-a647-7cb796ed786c" providerId="ADAL" clId="{A95D5F24-2791-40C2-8D12-06AD1F8CA56D}" dt="2020-09-27T23:01:20.521" v="59" actId="47"/>
        <pc:sldMkLst>
          <pc:docMk/>
          <pc:sldMk cId="0" sldId="295"/>
        </pc:sldMkLst>
      </pc:sldChg>
      <pc:sldChg chg="del">
        <pc:chgData name="Ivan Granja" userId="d0a12471-25a3-466a-a647-7cb796ed786c" providerId="ADAL" clId="{A95D5F24-2791-40C2-8D12-06AD1F8CA56D}" dt="2020-09-27T23:01:21.004" v="61" actId="47"/>
        <pc:sldMkLst>
          <pc:docMk/>
          <pc:sldMk cId="0" sldId="296"/>
        </pc:sldMkLst>
      </pc:sldChg>
      <pc:sldChg chg="del">
        <pc:chgData name="Ivan Granja" userId="d0a12471-25a3-466a-a647-7cb796ed786c" providerId="ADAL" clId="{A95D5F24-2791-40C2-8D12-06AD1F8CA56D}" dt="2020-09-27T23:01:21.364" v="62" actId="47"/>
        <pc:sldMkLst>
          <pc:docMk/>
          <pc:sldMk cId="0" sldId="297"/>
        </pc:sldMkLst>
      </pc:sldChg>
      <pc:sldChg chg="del">
        <pc:chgData name="Ivan Granja" userId="d0a12471-25a3-466a-a647-7cb796ed786c" providerId="ADAL" clId="{A95D5F24-2791-40C2-8D12-06AD1F8CA56D}" dt="2020-09-27T23:01:14.621" v="33" actId="47"/>
        <pc:sldMkLst>
          <pc:docMk/>
          <pc:sldMk cId="0" sldId="322"/>
        </pc:sldMkLst>
      </pc:sldChg>
      <pc:sldChg chg="del">
        <pc:chgData name="Ivan Granja" userId="d0a12471-25a3-466a-a647-7cb796ed786c" providerId="ADAL" clId="{A95D5F24-2791-40C2-8D12-06AD1F8CA56D}" dt="2020-09-27T23:01:14.785" v="34" actId="47"/>
        <pc:sldMkLst>
          <pc:docMk/>
          <pc:sldMk cId="0" sldId="325"/>
        </pc:sldMkLst>
      </pc:sldChg>
      <pc:sldChg chg="del">
        <pc:chgData name="Ivan Granja" userId="d0a12471-25a3-466a-a647-7cb796ed786c" providerId="ADAL" clId="{A95D5F24-2791-40C2-8D12-06AD1F8CA56D}" dt="2020-09-27T23:01:14.958" v="35" actId="47"/>
        <pc:sldMkLst>
          <pc:docMk/>
          <pc:sldMk cId="0" sldId="326"/>
        </pc:sldMkLst>
      </pc:sldChg>
      <pc:sldChg chg="del">
        <pc:chgData name="Ivan Granja" userId="d0a12471-25a3-466a-a647-7cb796ed786c" providerId="ADAL" clId="{A95D5F24-2791-40C2-8D12-06AD1F8CA56D}" dt="2020-09-27T23:01:15.127" v="36" actId="47"/>
        <pc:sldMkLst>
          <pc:docMk/>
          <pc:sldMk cId="0" sldId="327"/>
        </pc:sldMkLst>
      </pc:sldChg>
      <pc:sldChg chg="del">
        <pc:chgData name="Ivan Granja" userId="d0a12471-25a3-466a-a647-7cb796ed786c" providerId="ADAL" clId="{A95D5F24-2791-40C2-8D12-06AD1F8CA56D}" dt="2020-09-27T23:01:25.200" v="76" actId="47"/>
        <pc:sldMkLst>
          <pc:docMk/>
          <pc:sldMk cId="0" sldId="328"/>
        </pc:sldMkLst>
      </pc:sldChg>
      <pc:sldChg chg="del">
        <pc:chgData name="Ivan Granja" userId="d0a12471-25a3-466a-a647-7cb796ed786c" providerId="ADAL" clId="{A95D5F24-2791-40C2-8D12-06AD1F8CA56D}" dt="2020-09-27T23:01:25.406" v="77" actId="47"/>
        <pc:sldMkLst>
          <pc:docMk/>
          <pc:sldMk cId="0" sldId="329"/>
        </pc:sldMkLst>
      </pc:sldChg>
      <pc:sldChg chg="del">
        <pc:chgData name="Ivan Granja" userId="d0a12471-25a3-466a-a647-7cb796ed786c" providerId="ADAL" clId="{A95D5F24-2791-40C2-8D12-06AD1F8CA56D}" dt="2020-09-27T23:01:17.014" v="44" actId="47"/>
        <pc:sldMkLst>
          <pc:docMk/>
          <pc:sldMk cId="0" sldId="330"/>
        </pc:sldMkLst>
      </pc:sldChg>
      <pc:sldChg chg="del">
        <pc:chgData name="Ivan Granja" userId="d0a12471-25a3-466a-a647-7cb796ed786c" providerId="ADAL" clId="{A95D5F24-2791-40C2-8D12-06AD1F8CA56D}" dt="2020-09-27T23:01:15.645" v="39" actId="47"/>
        <pc:sldMkLst>
          <pc:docMk/>
          <pc:sldMk cId="0" sldId="332"/>
        </pc:sldMkLst>
      </pc:sldChg>
      <pc:sldChg chg="del">
        <pc:chgData name="Ivan Granja" userId="d0a12471-25a3-466a-a647-7cb796ed786c" providerId="ADAL" clId="{A95D5F24-2791-40C2-8D12-06AD1F8CA56D}" dt="2020-09-27T23:01:17.271" v="45" actId="47"/>
        <pc:sldMkLst>
          <pc:docMk/>
          <pc:sldMk cId="0" sldId="333"/>
        </pc:sldMkLst>
      </pc:sldChg>
      <pc:sldChg chg="del">
        <pc:chgData name="Ivan Granja" userId="d0a12471-25a3-466a-a647-7cb796ed786c" providerId="ADAL" clId="{A95D5F24-2791-40C2-8D12-06AD1F8CA56D}" dt="2020-09-27T23:01:17.966" v="48" actId="47"/>
        <pc:sldMkLst>
          <pc:docMk/>
          <pc:sldMk cId="0" sldId="338"/>
        </pc:sldMkLst>
      </pc:sldChg>
      <pc:sldChg chg="del">
        <pc:chgData name="Ivan Granja" userId="d0a12471-25a3-466a-a647-7cb796ed786c" providerId="ADAL" clId="{A95D5F24-2791-40C2-8D12-06AD1F8CA56D}" dt="2020-09-27T23:01:18.294" v="49" actId="47"/>
        <pc:sldMkLst>
          <pc:docMk/>
          <pc:sldMk cId="0" sldId="339"/>
        </pc:sldMkLst>
      </pc:sldChg>
      <pc:sldChg chg="del">
        <pc:chgData name="Ivan Granja" userId="d0a12471-25a3-466a-a647-7cb796ed786c" providerId="ADAL" clId="{A95D5F24-2791-40C2-8D12-06AD1F8CA56D}" dt="2020-09-27T23:01:22.639" v="67" actId="47"/>
        <pc:sldMkLst>
          <pc:docMk/>
          <pc:sldMk cId="0" sldId="344"/>
        </pc:sldMkLst>
      </pc:sldChg>
      <pc:sldChg chg="del">
        <pc:chgData name="Ivan Granja" userId="d0a12471-25a3-466a-a647-7cb796ed786c" providerId="ADAL" clId="{A95D5F24-2791-40C2-8D12-06AD1F8CA56D}" dt="2020-09-27T23:01:11.820" v="15" actId="47"/>
        <pc:sldMkLst>
          <pc:docMk/>
          <pc:sldMk cId="0" sldId="410"/>
        </pc:sldMkLst>
      </pc:sldChg>
      <pc:sldChg chg="del">
        <pc:chgData name="Ivan Granja" userId="d0a12471-25a3-466a-a647-7cb796ed786c" providerId="ADAL" clId="{A95D5F24-2791-40C2-8D12-06AD1F8CA56D}" dt="2020-09-27T23:01:11.847" v="16" actId="47"/>
        <pc:sldMkLst>
          <pc:docMk/>
          <pc:sldMk cId="1390042255" sldId="411"/>
        </pc:sldMkLst>
      </pc:sldChg>
      <pc:sldChg chg="del">
        <pc:chgData name="Ivan Granja" userId="d0a12471-25a3-466a-a647-7cb796ed786c" providerId="ADAL" clId="{A95D5F24-2791-40C2-8D12-06AD1F8CA56D}" dt="2020-09-27T23:01:11.955" v="17" actId="47"/>
        <pc:sldMkLst>
          <pc:docMk/>
          <pc:sldMk cId="0" sldId="415"/>
        </pc:sldMkLst>
      </pc:sldChg>
      <pc:sldChg chg="del">
        <pc:chgData name="Ivan Granja" userId="d0a12471-25a3-466a-a647-7cb796ed786c" providerId="ADAL" clId="{A95D5F24-2791-40C2-8D12-06AD1F8CA56D}" dt="2020-09-27T23:01:12.275" v="19" actId="47"/>
        <pc:sldMkLst>
          <pc:docMk/>
          <pc:sldMk cId="0" sldId="416"/>
        </pc:sldMkLst>
      </pc:sldChg>
      <pc:sldChg chg="del">
        <pc:chgData name="Ivan Granja" userId="d0a12471-25a3-466a-a647-7cb796ed786c" providerId="ADAL" clId="{A95D5F24-2791-40C2-8D12-06AD1F8CA56D}" dt="2020-09-27T23:01:12.432" v="20" actId="47"/>
        <pc:sldMkLst>
          <pc:docMk/>
          <pc:sldMk cId="0" sldId="417"/>
        </pc:sldMkLst>
      </pc:sldChg>
      <pc:sldChg chg="del">
        <pc:chgData name="Ivan Granja" userId="d0a12471-25a3-466a-a647-7cb796ed786c" providerId="ADAL" clId="{A95D5F24-2791-40C2-8D12-06AD1F8CA56D}" dt="2020-09-27T23:01:14.094" v="30" actId="47"/>
        <pc:sldMkLst>
          <pc:docMk/>
          <pc:sldMk cId="0" sldId="418"/>
        </pc:sldMkLst>
      </pc:sldChg>
      <pc:sldChg chg="del">
        <pc:chgData name="Ivan Granja" userId="d0a12471-25a3-466a-a647-7cb796ed786c" providerId="ADAL" clId="{A95D5F24-2791-40C2-8D12-06AD1F8CA56D}" dt="2020-09-27T23:01:12.588" v="21" actId="47"/>
        <pc:sldMkLst>
          <pc:docMk/>
          <pc:sldMk cId="284226783" sldId="419"/>
        </pc:sldMkLst>
      </pc:sldChg>
      <pc:sldChg chg="del">
        <pc:chgData name="Ivan Granja" userId="d0a12471-25a3-466a-a647-7cb796ed786c" providerId="ADAL" clId="{A95D5F24-2791-40C2-8D12-06AD1F8CA56D}" dt="2020-09-27T23:01:13.601" v="27" actId="47"/>
        <pc:sldMkLst>
          <pc:docMk/>
          <pc:sldMk cId="1224741051" sldId="421"/>
        </pc:sldMkLst>
      </pc:sldChg>
      <pc:sldChg chg="del">
        <pc:chgData name="Ivan Granja" userId="d0a12471-25a3-466a-a647-7cb796ed786c" providerId="ADAL" clId="{A95D5F24-2791-40C2-8D12-06AD1F8CA56D}" dt="2020-09-27T23:01:12.761" v="22" actId="47"/>
        <pc:sldMkLst>
          <pc:docMk/>
          <pc:sldMk cId="2246658531" sldId="422"/>
        </pc:sldMkLst>
      </pc:sldChg>
      <pc:sldChg chg="del">
        <pc:chgData name="Ivan Granja" userId="d0a12471-25a3-466a-a647-7cb796ed786c" providerId="ADAL" clId="{A95D5F24-2791-40C2-8D12-06AD1F8CA56D}" dt="2020-09-27T23:01:13.267" v="25" actId="47"/>
        <pc:sldMkLst>
          <pc:docMk/>
          <pc:sldMk cId="478651186" sldId="423"/>
        </pc:sldMkLst>
      </pc:sldChg>
      <pc:sldChg chg="del">
        <pc:chgData name="Ivan Granja" userId="d0a12471-25a3-466a-a647-7cb796ed786c" providerId="ADAL" clId="{A95D5F24-2791-40C2-8D12-06AD1F8CA56D}" dt="2020-09-27T23:01:13.437" v="26" actId="47"/>
        <pc:sldMkLst>
          <pc:docMk/>
          <pc:sldMk cId="4164944503" sldId="424"/>
        </pc:sldMkLst>
      </pc:sldChg>
      <pc:sldChg chg="del">
        <pc:chgData name="Ivan Granja" userId="d0a12471-25a3-466a-a647-7cb796ed786c" providerId="ADAL" clId="{A95D5F24-2791-40C2-8D12-06AD1F8CA56D}" dt="2020-09-27T23:01:13.099" v="24" actId="47"/>
        <pc:sldMkLst>
          <pc:docMk/>
          <pc:sldMk cId="2112630848" sldId="425"/>
        </pc:sldMkLst>
      </pc:sldChg>
      <pc:sldChg chg="del">
        <pc:chgData name="Ivan Granja" userId="d0a12471-25a3-466a-a647-7cb796ed786c" providerId="ADAL" clId="{A95D5F24-2791-40C2-8D12-06AD1F8CA56D}" dt="2020-09-27T23:01:15.306" v="37" actId="47"/>
        <pc:sldMkLst>
          <pc:docMk/>
          <pc:sldMk cId="1154367208" sldId="426"/>
        </pc:sldMkLst>
      </pc:sldChg>
      <pc:sldChg chg="del">
        <pc:chgData name="Ivan Granja" userId="d0a12471-25a3-466a-a647-7cb796ed786c" providerId="ADAL" clId="{A95D5F24-2791-40C2-8D12-06AD1F8CA56D}" dt="2020-09-27T23:01:13.761" v="28" actId="47"/>
        <pc:sldMkLst>
          <pc:docMk/>
          <pc:sldMk cId="2540240500" sldId="427"/>
        </pc:sldMkLst>
      </pc:sldChg>
      <pc:sldChg chg="del">
        <pc:chgData name="Ivan Granja" userId="d0a12471-25a3-466a-a647-7cb796ed786c" providerId="ADAL" clId="{A95D5F24-2791-40C2-8D12-06AD1F8CA56D}" dt="2020-09-27T23:01:15.469" v="38" actId="47"/>
        <pc:sldMkLst>
          <pc:docMk/>
          <pc:sldMk cId="293032348" sldId="428"/>
        </pc:sldMkLst>
      </pc:sldChg>
      <pc:sldChg chg="del">
        <pc:chgData name="Ivan Granja" userId="d0a12471-25a3-466a-a647-7cb796ed786c" providerId="ADAL" clId="{A95D5F24-2791-40C2-8D12-06AD1F8CA56D}" dt="2020-09-27T23:01:15.836" v="40" actId="47"/>
        <pc:sldMkLst>
          <pc:docMk/>
          <pc:sldMk cId="59089552" sldId="433"/>
        </pc:sldMkLst>
      </pc:sldChg>
      <pc:sldChg chg="del">
        <pc:chgData name="Ivan Granja" userId="d0a12471-25a3-466a-a647-7cb796ed786c" providerId="ADAL" clId="{A95D5F24-2791-40C2-8D12-06AD1F8CA56D}" dt="2020-09-27T23:01:15.995" v="41" actId="47"/>
        <pc:sldMkLst>
          <pc:docMk/>
          <pc:sldMk cId="2604719440" sldId="435"/>
        </pc:sldMkLst>
      </pc:sldChg>
      <pc:sldChg chg="del">
        <pc:chgData name="Ivan Granja" userId="d0a12471-25a3-466a-a647-7cb796ed786c" providerId="ADAL" clId="{A95D5F24-2791-40C2-8D12-06AD1F8CA56D}" dt="2020-09-27T23:01:17.468" v="46" actId="47"/>
        <pc:sldMkLst>
          <pc:docMk/>
          <pc:sldMk cId="1328689260" sldId="436"/>
        </pc:sldMkLst>
      </pc:sldChg>
      <pc:sldChg chg="del">
        <pc:chgData name="Ivan Granja" userId="d0a12471-25a3-466a-a647-7cb796ed786c" providerId="ADAL" clId="{A95D5F24-2791-40C2-8D12-06AD1F8CA56D}" dt="2020-09-27T23:01:17.780" v="47" actId="47"/>
        <pc:sldMkLst>
          <pc:docMk/>
          <pc:sldMk cId="79701641" sldId="437"/>
        </pc:sldMkLst>
      </pc:sldChg>
      <pc:sldChg chg="del">
        <pc:chgData name="Ivan Granja" userId="d0a12471-25a3-466a-a647-7cb796ed786c" providerId="ADAL" clId="{A95D5F24-2791-40C2-8D12-06AD1F8CA56D}" dt="2020-09-27T23:01:16.306" v="42" actId="47"/>
        <pc:sldMkLst>
          <pc:docMk/>
          <pc:sldMk cId="1899368971" sldId="438"/>
        </pc:sldMkLst>
      </pc:sldChg>
      <pc:sldChg chg="del">
        <pc:chgData name="Ivan Granja" userId="d0a12471-25a3-466a-a647-7cb796ed786c" providerId="ADAL" clId="{A95D5F24-2791-40C2-8D12-06AD1F8CA56D}" dt="2020-09-27T23:01:16.722" v="43" actId="47"/>
        <pc:sldMkLst>
          <pc:docMk/>
          <pc:sldMk cId="1654854111" sldId="439"/>
        </pc:sldMkLst>
      </pc:sldChg>
      <pc:sldChg chg="del">
        <pc:chgData name="Ivan Granja" userId="d0a12471-25a3-466a-a647-7cb796ed786c" providerId="ADAL" clId="{A95D5F24-2791-40C2-8D12-06AD1F8CA56D}" dt="2020-09-27T23:01:19.716" v="55" actId="47"/>
        <pc:sldMkLst>
          <pc:docMk/>
          <pc:sldMk cId="1544218867" sldId="441"/>
        </pc:sldMkLst>
      </pc:sldChg>
      <pc:sldChg chg="del">
        <pc:chgData name="Ivan Granja" userId="d0a12471-25a3-466a-a647-7cb796ed786c" providerId="ADAL" clId="{A95D5F24-2791-40C2-8D12-06AD1F8CA56D}" dt="2020-09-27T23:01:20.325" v="58" actId="47"/>
        <pc:sldMkLst>
          <pc:docMk/>
          <pc:sldMk cId="0" sldId="442"/>
        </pc:sldMkLst>
      </pc:sldChg>
      <pc:sldChg chg="del">
        <pc:chgData name="Ivan Granja" userId="d0a12471-25a3-466a-a647-7cb796ed786c" providerId="ADAL" clId="{A95D5F24-2791-40C2-8D12-06AD1F8CA56D}" dt="2020-09-27T23:01:18.776" v="51" actId="47"/>
        <pc:sldMkLst>
          <pc:docMk/>
          <pc:sldMk cId="3277443781" sldId="443"/>
        </pc:sldMkLst>
      </pc:sldChg>
      <pc:sldChg chg="del">
        <pc:chgData name="Ivan Granja" userId="d0a12471-25a3-466a-a647-7cb796ed786c" providerId="ADAL" clId="{A95D5F24-2791-40C2-8D12-06AD1F8CA56D}" dt="2020-09-27T23:01:20.155" v="57" actId="47"/>
        <pc:sldMkLst>
          <pc:docMk/>
          <pc:sldMk cId="3657656022" sldId="444"/>
        </pc:sldMkLst>
      </pc:sldChg>
      <pc:sldChg chg="del">
        <pc:chgData name="Ivan Granja" userId="d0a12471-25a3-466a-a647-7cb796ed786c" providerId="ADAL" clId="{A95D5F24-2791-40C2-8D12-06AD1F8CA56D}" dt="2020-09-27T23:01:26.256" v="80" actId="47"/>
        <pc:sldMkLst>
          <pc:docMk/>
          <pc:sldMk cId="0" sldId="446"/>
        </pc:sldMkLst>
      </pc:sldChg>
      <pc:sldChg chg="del">
        <pc:chgData name="Ivan Granja" userId="d0a12471-25a3-466a-a647-7cb796ed786c" providerId="ADAL" clId="{A95D5F24-2791-40C2-8D12-06AD1F8CA56D}" dt="2020-09-27T23:01:26.454" v="81" actId="47"/>
        <pc:sldMkLst>
          <pc:docMk/>
          <pc:sldMk cId="0" sldId="447"/>
        </pc:sldMkLst>
      </pc:sldChg>
      <pc:sldChg chg="del">
        <pc:chgData name="Ivan Granja" userId="d0a12471-25a3-466a-a647-7cb796ed786c" providerId="ADAL" clId="{A95D5F24-2791-40C2-8D12-06AD1F8CA56D}" dt="2020-09-27T23:01:27.701" v="86" actId="47"/>
        <pc:sldMkLst>
          <pc:docMk/>
          <pc:sldMk cId="0" sldId="448"/>
        </pc:sldMkLst>
      </pc:sldChg>
      <pc:sldChg chg="del">
        <pc:chgData name="Ivan Granja" userId="d0a12471-25a3-466a-a647-7cb796ed786c" providerId="ADAL" clId="{A95D5F24-2791-40C2-8D12-06AD1F8CA56D}" dt="2020-09-27T23:01:28.495" v="88" actId="47"/>
        <pc:sldMkLst>
          <pc:docMk/>
          <pc:sldMk cId="0" sldId="449"/>
        </pc:sldMkLst>
      </pc:sldChg>
      <pc:sldChg chg="del">
        <pc:chgData name="Ivan Granja" userId="d0a12471-25a3-466a-a647-7cb796ed786c" providerId="ADAL" clId="{A95D5F24-2791-40C2-8D12-06AD1F8CA56D}" dt="2020-09-27T23:01:29.134" v="90" actId="47"/>
        <pc:sldMkLst>
          <pc:docMk/>
          <pc:sldMk cId="0" sldId="451"/>
        </pc:sldMkLst>
      </pc:sldChg>
      <pc:sldChg chg="del">
        <pc:chgData name="Ivan Granja" userId="d0a12471-25a3-466a-a647-7cb796ed786c" providerId="ADAL" clId="{A95D5F24-2791-40C2-8D12-06AD1F8CA56D}" dt="2020-09-27T23:01:29.448" v="91" actId="47"/>
        <pc:sldMkLst>
          <pc:docMk/>
          <pc:sldMk cId="0" sldId="452"/>
        </pc:sldMkLst>
      </pc:sldChg>
      <pc:sldChg chg="del">
        <pc:chgData name="Ivan Granja" userId="d0a12471-25a3-466a-a647-7cb796ed786c" providerId="ADAL" clId="{A95D5F24-2791-40C2-8D12-06AD1F8CA56D}" dt="2020-09-27T23:01:26.684" v="82" actId="47"/>
        <pc:sldMkLst>
          <pc:docMk/>
          <pc:sldMk cId="1166300720" sldId="453"/>
        </pc:sldMkLst>
      </pc:sldChg>
      <pc:sldChg chg="del">
        <pc:chgData name="Ivan Granja" userId="d0a12471-25a3-466a-a647-7cb796ed786c" providerId="ADAL" clId="{A95D5F24-2791-40C2-8D12-06AD1F8CA56D}" dt="2020-09-27T23:01:27.292" v="84" actId="47"/>
        <pc:sldMkLst>
          <pc:docMk/>
          <pc:sldMk cId="1238984295" sldId="454"/>
        </pc:sldMkLst>
      </pc:sldChg>
      <pc:sldChg chg="del">
        <pc:chgData name="Ivan Granja" userId="d0a12471-25a3-466a-a647-7cb796ed786c" providerId="ADAL" clId="{A95D5F24-2791-40C2-8D12-06AD1F8CA56D}" dt="2020-09-27T23:01:28.834" v="89" actId="47"/>
        <pc:sldMkLst>
          <pc:docMk/>
          <pc:sldMk cId="2895910560" sldId="455"/>
        </pc:sldMkLst>
      </pc:sldChg>
      <pc:sldChg chg="del">
        <pc:chgData name="Ivan Granja" userId="d0a12471-25a3-466a-a647-7cb796ed786c" providerId="ADAL" clId="{A95D5F24-2791-40C2-8D12-06AD1F8CA56D}" dt="2020-09-27T23:01:22.268" v="66" actId="47"/>
        <pc:sldMkLst>
          <pc:docMk/>
          <pc:sldMk cId="0" sldId="456"/>
        </pc:sldMkLst>
      </pc:sldChg>
      <pc:sldMasterChg chg="del delSldLayout">
        <pc:chgData name="Ivan Granja" userId="d0a12471-25a3-466a-a647-7cb796ed786c" providerId="ADAL" clId="{A95D5F24-2791-40C2-8D12-06AD1F8CA56D}" dt="2020-09-27T23:01:14.279" v="31" actId="47"/>
        <pc:sldMasterMkLst>
          <pc:docMk/>
          <pc:sldMasterMk cId="1947788107" sldId="2147483661"/>
        </pc:sldMasterMkLst>
        <pc:sldLayoutChg chg="del">
          <pc:chgData name="Ivan Granja" userId="d0a12471-25a3-466a-a647-7cb796ed786c" providerId="ADAL" clId="{A95D5F24-2791-40C2-8D12-06AD1F8CA56D}" dt="2020-09-27T23:01:14.279" v="31" actId="47"/>
          <pc:sldLayoutMkLst>
            <pc:docMk/>
            <pc:sldMasterMk cId="1947788107" sldId="2147483661"/>
            <pc:sldLayoutMk cId="47735222" sldId="2147483662"/>
          </pc:sldLayoutMkLst>
        </pc:sldLayoutChg>
        <pc:sldLayoutChg chg="del">
          <pc:chgData name="Ivan Granja" userId="d0a12471-25a3-466a-a647-7cb796ed786c" providerId="ADAL" clId="{A95D5F24-2791-40C2-8D12-06AD1F8CA56D}" dt="2020-09-27T23:01:14.279" v="31" actId="47"/>
          <pc:sldLayoutMkLst>
            <pc:docMk/>
            <pc:sldMasterMk cId="1947788107" sldId="2147483661"/>
            <pc:sldLayoutMk cId="232460600" sldId="2147483663"/>
          </pc:sldLayoutMkLst>
        </pc:sldLayoutChg>
        <pc:sldLayoutChg chg="del">
          <pc:chgData name="Ivan Granja" userId="d0a12471-25a3-466a-a647-7cb796ed786c" providerId="ADAL" clId="{A95D5F24-2791-40C2-8D12-06AD1F8CA56D}" dt="2020-09-27T23:01:14.279" v="31" actId="47"/>
          <pc:sldLayoutMkLst>
            <pc:docMk/>
            <pc:sldMasterMk cId="1947788107" sldId="2147483661"/>
            <pc:sldLayoutMk cId="4047714397" sldId="2147483664"/>
          </pc:sldLayoutMkLst>
        </pc:sldLayoutChg>
        <pc:sldLayoutChg chg="del">
          <pc:chgData name="Ivan Granja" userId="d0a12471-25a3-466a-a647-7cb796ed786c" providerId="ADAL" clId="{A95D5F24-2791-40C2-8D12-06AD1F8CA56D}" dt="2020-09-27T23:01:14.279" v="31" actId="47"/>
          <pc:sldLayoutMkLst>
            <pc:docMk/>
            <pc:sldMasterMk cId="1947788107" sldId="2147483661"/>
            <pc:sldLayoutMk cId="3265820208" sldId="2147483665"/>
          </pc:sldLayoutMkLst>
        </pc:sldLayoutChg>
        <pc:sldLayoutChg chg="del">
          <pc:chgData name="Ivan Granja" userId="d0a12471-25a3-466a-a647-7cb796ed786c" providerId="ADAL" clId="{A95D5F24-2791-40C2-8D12-06AD1F8CA56D}" dt="2020-09-27T23:01:14.279" v="31" actId="47"/>
          <pc:sldLayoutMkLst>
            <pc:docMk/>
            <pc:sldMasterMk cId="1947788107" sldId="2147483661"/>
            <pc:sldLayoutMk cId="3847758496" sldId="2147483666"/>
          </pc:sldLayoutMkLst>
        </pc:sldLayoutChg>
        <pc:sldLayoutChg chg="del">
          <pc:chgData name="Ivan Granja" userId="d0a12471-25a3-466a-a647-7cb796ed786c" providerId="ADAL" clId="{A95D5F24-2791-40C2-8D12-06AD1F8CA56D}" dt="2020-09-27T23:01:14.279" v="31" actId="47"/>
          <pc:sldLayoutMkLst>
            <pc:docMk/>
            <pc:sldMasterMk cId="1947788107" sldId="2147483661"/>
            <pc:sldLayoutMk cId="1928930833" sldId="2147483667"/>
          </pc:sldLayoutMkLst>
        </pc:sldLayoutChg>
        <pc:sldLayoutChg chg="del">
          <pc:chgData name="Ivan Granja" userId="d0a12471-25a3-466a-a647-7cb796ed786c" providerId="ADAL" clId="{A95D5F24-2791-40C2-8D12-06AD1F8CA56D}" dt="2020-09-27T23:01:14.279" v="31" actId="47"/>
          <pc:sldLayoutMkLst>
            <pc:docMk/>
            <pc:sldMasterMk cId="1947788107" sldId="2147483661"/>
            <pc:sldLayoutMk cId="2567190708" sldId="2147483668"/>
          </pc:sldLayoutMkLst>
        </pc:sldLayoutChg>
        <pc:sldLayoutChg chg="del">
          <pc:chgData name="Ivan Granja" userId="d0a12471-25a3-466a-a647-7cb796ed786c" providerId="ADAL" clId="{A95D5F24-2791-40C2-8D12-06AD1F8CA56D}" dt="2020-09-27T23:01:14.279" v="31" actId="47"/>
          <pc:sldLayoutMkLst>
            <pc:docMk/>
            <pc:sldMasterMk cId="1947788107" sldId="2147483661"/>
            <pc:sldLayoutMk cId="3788834508" sldId="2147483669"/>
          </pc:sldLayoutMkLst>
        </pc:sldLayoutChg>
        <pc:sldLayoutChg chg="del">
          <pc:chgData name="Ivan Granja" userId="d0a12471-25a3-466a-a647-7cb796ed786c" providerId="ADAL" clId="{A95D5F24-2791-40C2-8D12-06AD1F8CA56D}" dt="2020-09-27T23:01:14.279" v="31" actId="47"/>
          <pc:sldLayoutMkLst>
            <pc:docMk/>
            <pc:sldMasterMk cId="1947788107" sldId="2147483661"/>
            <pc:sldLayoutMk cId="546296411" sldId="2147483670"/>
          </pc:sldLayoutMkLst>
        </pc:sldLayoutChg>
        <pc:sldLayoutChg chg="del">
          <pc:chgData name="Ivan Granja" userId="d0a12471-25a3-466a-a647-7cb796ed786c" providerId="ADAL" clId="{A95D5F24-2791-40C2-8D12-06AD1F8CA56D}" dt="2020-09-27T23:01:14.279" v="31" actId="47"/>
          <pc:sldLayoutMkLst>
            <pc:docMk/>
            <pc:sldMasterMk cId="1947788107" sldId="2147483661"/>
            <pc:sldLayoutMk cId="2975127871" sldId="2147483671"/>
          </pc:sldLayoutMkLst>
        </pc:sldLayoutChg>
        <pc:sldLayoutChg chg="del">
          <pc:chgData name="Ivan Granja" userId="d0a12471-25a3-466a-a647-7cb796ed786c" providerId="ADAL" clId="{A95D5F24-2791-40C2-8D12-06AD1F8CA56D}" dt="2020-09-27T23:01:14.279" v="31" actId="47"/>
          <pc:sldLayoutMkLst>
            <pc:docMk/>
            <pc:sldMasterMk cId="1947788107" sldId="2147483661"/>
            <pc:sldLayoutMk cId="2327693560" sldId="2147483672"/>
          </pc:sldLayoutMkLst>
        </pc:sldLayoutChg>
        <pc:sldLayoutChg chg="del">
          <pc:chgData name="Ivan Granja" userId="d0a12471-25a3-466a-a647-7cb796ed786c" providerId="ADAL" clId="{A95D5F24-2791-40C2-8D12-06AD1F8CA56D}" dt="2020-09-27T23:01:14.279" v="31" actId="47"/>
          <pc:sldLayoutMkLst>
            <pc:docMk/>
            <pc:sldMasterMk cId="1947788107" sldId="2147483661"/>
            <pc:sldLayoutMk cId="2528731371" sldId="2147483673"/>
          </pc:sldLayoutMkLst>
        </pc:sldLayoutChg>
        <pc:sldLayoutChg chg="del">
          <pc:chgData name="Ivan Granja" userId="d0a12471-25a3-466a-a647-7cb796ed786c" providerId="ADAL" clId="{A95D5F24-2791-40C2-8D12-06AD1F8CA56D}" dt="2020-09-27T23:01:14.279" v="31" actId="47"/>
          <pc:sldLayoutMkLst>
            <pc:docMk/>
            <pc:sldMasterMk cId="1947788107" sldId="2147483661"/>
            <pc:sldLayoutMk cId="1390004056" sldId="2147483674"/>
          </pc:sldLayoutMkLst>
        </pc:sldLayoutChg>
      </pc:sldMasterChg>
    </pc:docChg>
  </pc:docChgLst>
  <pc:docChgLst>
    <pc:chgData name="Ivan Granja" userId="d0a12471-25a3-466a-a647-7cb796ed786c" providerId="ADAL" clId="{4C60BCA5-9276-49A8-9552-B09E3EFC0505}"/>
    <pc:docChg chg="undo custSel modSld">
      <pc:chgData name="Ivan Granja" userId="d0a12471-25a3-466a-a647-7cb796ed786c" providerId="ADAL" clId="{4C60BCA5-9276-49A8-9552-B09E3EFC0505}" dt="2020-09-08T12:33:32.166" v="629" actId="1076"/>
      <pc:docMkLst>
        <pc:docMk/>
      </pc:docMkLst>
      <pc:sldChg chg="addSp delSp modSp">
        <pc:chgData name="Ivan Granja" userId="d0a12471-25a3-466a-a647-7cb796ed786c" providerId="ADAL" clId="{4C60BCA5-9276-49A8-9552-B09E3EFC0505}" dt="2020-09-01T00:30:18.969" v="1" actId="478"/>
        <pc:sldMkLst>
          <pc:docMk/>
          <pc:sldMk cId="0" sldId="256"/>
        </pc:sldMkLst>
        <pc:spChg chg="add del mod">
          <ac:chgData name="Ivan Granja" userId="d0a12471-25a3-466a-a647-7cb796ed786c" providerId="ADAL" clId="{4C60BCA5-9276-49A8-9552-B09E3EFC0505}" dt="2020-09-01T00:30:18.969" v="1" actId="478"/>
          <ac:spMkLst>
            <pc:docMk/>
            <pc:sldMk cId="0" sldId="256"/>
            <ac:spMk id="2" creationId="{114007F4-49EE-438D-AA84-EB6C4838B1E8}"/>
          </ac:spMkLst>
        </pc:spChg>
        <pc:spChg chg="del">
          <ac:chgData name="Ivan Granja" userId="d0a12471-25a3-466a-a647-7cb796ed786c" providerId="ADAL" clId="{4C60BCA5-9276-49A8-9552-B09E3EFC0505}" dt="2020-09-01T00:30:16.589" v="0" actId="478"/>
          <ac:spMkLst>
            <pc:docMk/>
            <pc:sldMk cId="0" sldId="256"/>
            <ac:spMk id="4098" creationId="{00000000-0000-0000-0000-000000000000}"/>
          </ac:spMkLst>
        </pc:spChg>
      </pc:sldChg>
      <pc:sldChg chg="modSp">
        <pc:chgData name="Ivan Granja" userId="d0a12471-25a3-466a-a647-7cb796ed786c" providerId="ADAL" clId="{4C60BCA5-9276-49A8-9552-B09E3EFC0505}" dt="2020-09-01T00:37:28.754" v="245" actId="1076"/>
        <pc:sldMkLst>
          <pc:docMk/>
          <pc:sldMk cId="0" sldId="270"/>
        </pc:sldMkLst>
        <pc:spChg chg="mod">
          <ac:chgData name="Ivan Granja" userId="d0a12471-25a3-466a-a647-7cb796ed786c" providerId="ADAL" clId="{4C60BCA5-9276-49A8-9552-B09E3EFC0505}" dt="2020-09-01T00:37:20.795" v="242" actId="1076"/>
          <ac:spMkLst>
            <pc:docMk/>
            <pc:sldMk cId="0" sldId="270"/>
            <ac:spMk id="160771" creationId="{6AB41286-44E4-4C33-9D32-A5CC382D5915}"/>
          </ac:spMkLst>
        </pc:spChg>
        <pc:picChg chg="mod">
          <ac:chgData name="Ivan Granja" userId="d0a12471-25a3-466a-a647-7cb796ed786c" providerId="ADAL" clId="{4C60BCA5-9276-49A8-9552-B09E3EFC0505}" dt="2020-09-01T00:37:23.401" v="243" actId="1076"/>
          <ac:picMkLst>
            <pc:docMk/>
            <pc:sldMk cId="0" sldId="270"/>
            <ac:picMk id="160772" creationId="{80BD4410-482C-4010-8FCE-1F2D79E195CC}"/>
          </ac:picMkLst>
        </pc:picChg>
        <pc:picChg chg="mod">
          <ac:chgData name="Ivan Granja" userId="d0a12471-25a3-466a-a647-7cb796ed786c" providerId="ADAL" clId="{4C60BCA5-9276-49A8-9552-B09E3EFC0505}" dt="2020-09-01T00:37:28.754" v="245" actId="1076"/>
          <ac:picMkLst>
            <pc:docMk/>
            <pc:sldMk cId="0" sldId="270"/>
            <ac:picMk id="160773" creationId="{EBD25A95-F22A-40F0-B54F-506BD2355BF6}"/>
          </ac:picMkLst>
        </pc:picChg>
      </pc:sldChg>
      <pc:sldChg chg="modSp mod">
        <pc:chgData name="Ivan Granja" userId="d0a12471-25a3-466a-a647-7cb796ed786c" providerId="ADAL" clId="{4C60BCA5-9276-49A8-9552-B09E3EFC0505}" dt="2020-09-01T00:47:59.602" v="403" actId="14"/>
        <pc:sldMkLst>
          <pc:docMk/>
          <pc:sldMk cId="2853760233" sldId="271"/>
        </pc:sldMkLst>
        <pc:spChg chg="mod">
          <ac:chgData name="Ivan Granja" userId="d0a12471-25a3-466a-a647-7cb796ed786c" providerId="ADAL" clId="{4C60BCA5-9276-49A8-9552-B09E3EFC0505}" dt="2020-09-01T00:47:59.602" v="403" actId="14"/>
          <ac:spMkLst>
            <pc:docMk/>
            <pc:sldMk cId="2853760233" sldId="271"/>
            <ac:spMk id="161795" creationId="{2C88FC56-3463-4434-9F19-6E13BDB03E40}"/>
          </ac:spMkLst>
        </pc:spChg>
        <pc:picChg chg="mod">
          <ac:chgData name="Ivan Granja" userId="d0a12471-25a3-466a-a647-7cb796ed786c" providerId="ADAL" clId="{4C60BCA5-9276-49A8-9552-B09E3EFC0505}" dt="2020-09-01T00:37:37.393" v="246" actId="1076"/>
          <ac:picMkLst>
            <pc:docMk/>
            <pc:sldMk cId="2853760233" sldId="271"/>
            <ac:picMk id="161796" creationId="{3454A5EC-C978-4B22-A0C4-76F5D8771117}"/>
          </ac:picMkLst>
        </pc:picChg>
      </pc:sldChg>
      <pc:sldChg chg="modSp mod">
        <pc:chgData name="Ivan Granja" userId="d0a12471-25a3-466a-a647-7cb796ed786c" providerId="ADAL" clId="{4C60BCA5-9276-49A8-9552-B09E3EFC0505}" dt="2020-09-01T00:40:23.328" v="303" actId="12"/>
        <pc:sldMkLst>
          <pc:docMk/>
          <pc:sldMk cId="0" sldId="272"/>
        </pc:sldMkLst>
        <pc:spChg chg="mod">
          <ac:chgData name="Ivan Granja" userId="d0a12471-25a3-466a-a647-7cb796ed786c" providerId="ADAL" clId="{4C60BCA5-9276-49A8-9552-B09E3EFC0505}" dt="2020-09-01T00:40:20.740" v="302" actId="12"/>
          <ac:spMkLst>
            <pc:docMk/>
            <pc:sldMk cId="0" sldId="272"/>
            <ac:spMk id="162818" creationId="{727DC44B-DC97-4D4E-AC23-2568E7E2A02E}"/>
          </ac:spMkLst>
        </pc:spChg>
        <pc:spChg chg="mod">
          <ac:chgData name="Ivan Granja" userId="d0a12471-25a3-466a-a647-7cb796ed786c" providerId="ADAL" clId="{4C60BCA5-9276-49A8-9552-B09E3EFC0505}" dt="2020-09-01T00:40:23.328" v="303" actId="12"/>
          <ac:spMkLst>
            <pc:docMk/>
            <pc:sldMk cId="0" sldId="272"/>
            <ac:spMk id="162819" creationId="{33B2BD73-0D2A-4608-BEE3-D183D33758EF}"/>
          </ac:spMkLst>
        </pc:spChg>
        <pc:spChg chg="mod">
          <ac:chgData name="Ivan Granja" userId="d0a12471-25a3-466a-a647-7cb796ed786c" providerId="ADAL" clId="{4C60BCA5-9276-49A8-9552-B09E3EFC0505}" dt="2020-09-01T00:39:13.777" v="282" actId="14100"/>
          <ac:spMkLst>
            <pc:docMk/>
            <pc:sldMk cId="0" sldId="272"/>
            <ac:spMk id="162824" creationId="{AFB0C639-B6F2-4E90-B2E5-04A08C35828F}"/>
          </ac:spMkLst>
        </pc:spChg>
        <pc:picChg chg="mod">
          <ac:chgData name="Ivan Granja" userId="d0a12471-25a3-466a-a647-7cb796ed786c" providerId="ADAL" clId="{4C60BCA5-9276-49A8-9552-B09E3EFC0505}" dt="2020-09-01T00:39:36.598" v="291" actId="1076"/>
          <ac:picMkLst>
            <pc:docMk/>
            <pc:sldMk cId="0" sldId="272"/>
            <ac:picMk id="162821" creationId="{BD9DFC84-87FB-4FA1-A3E2-3F42232AFA9D}"/>
          </ac:picMkLst>
        </pc:picChg>
        <pc:picChg chg="mod">
          <ac:chgData name="Ivan Granja" userId="d0a12471-25a3-466a-a647-7cb796ed786c" providerId="ADAL" clId="{4C60BCA5-9276-49A8-9552-B09E3EFC0505}" dt="2020-09-01T00:38:57.943" v="275" actId="1076"/>
          <ac:picMkLst>
            <pc:docMk/>
            <pc:sldMk cId="0" sldId="272"/>
            <ac:picMk id="162822" creationId="{206BD57A-E135-434F-B158-0EAF3E405956}"/>
          </ac:picMkLst>
        </pc:picChg>
        <pc:picChg chg="mod">
          <ac:chgData name="Ivan Granja" userId="d0a12471-25a3-466a-a647-7cb796ed786c" providerId="ADAL" clId="{4C60BCA5-9276-49A8-9552-B09E3EFC0505}" dt="2020-09-01T00:38:57.943" v="275" actId="1076"/>
          <ac:picMkLst>
            <pc:docMk/>
            <pc:sldMk cId="0" sldId="272"/>
            <ac:picMk id="162823" creationId="{C1C93CF5-424F-484D-8207-8C78C653B4D0}"/>
          </ac:picMkLst>
        </pc:picChg>
      </pc:sldChg>
      <pc:sldChg chg="modSp">
        <pc:chgData name="Ivan Granja" userId="d0a12471-25a3-466a-a647-7cb796ed786c" providerId="ADAL" clId="{4C60BCA5-9276-49A8-9552-B09E3EFC0505}" dt="2020-09-01T00:40:52.263" v="306" actId="1076"/>
        <pc:sldMkLst>
          <pc:docMk/>
          <pc:sldMk cId="0" sldId="274"/>
        </pc:sldMkLst>
        <pc:spChg chg="mod">
          <ac:chgData name="Ivan Granja" userId="d0a12471-25a3-466a-a647-7cb796ed786c" providerId="ADAL" clId="{4C60BCA5-9276-49A8-9552-B09E3EFC0505}" dt="2020-09-01T00:40:47.941" v="305" actId="14100"/>
          <ac:spMkLst>
            <pc:docMk/>
            <pc:sldMk cId="0" sldId="274"/>
            <ac:spMk id="164869" creationId="{A0152414-AF72-4892-BC38-51723C784679}"/>
          </ac:spMkLst>
        </pc:spChg>
        <pc:spChg chg="mod">
          <ac:chgData name="Ivan Granja" userId="d0a12471-25a3-466a-a647-7cb796ed786c" providerId="ADAL" clId="{4C60BCA5-9276-49A8-9552-B09E3EFC0505}" dt="2020-09-01T00:40:52.263" v="306" actId="1076"/>
          <ac:spMkLst>
            <pc:docMk/>
            <pc:sldMk cId="0" sldId="274"/>
            <ac:spMk id="164874" creationId="{7B96DCA2-DDBF-4F29-BF48-2FDA5C474BF8}"/>
          </ac:spMkLst>
        </pc:spChg>
      </pc:sldChg>
      <pc:sldChg chg="modSp mod">
        <pc:chgData name="Ivan Granja" userId="d0a12471-25a3-466a-a647-7cb796ed786c" providerId="ADAL" clId="{4C60BCA5-9276-49A8-9552-B09E3EFC0505}" dt="2020-09-01T00:41:30.856" v="344" actId="20577"/>
        <pc:sldMkLst>
          <pc:docMk/>
          <pc:sldMk cId="3813715356" sldId="276"/>
        </pc:sldMkLst>
        <pc:spChg chg="mod">
          <ac:chgData name="Ivan Granja" userId="d0a12471-25a3-466a-a647-7cb796ed786c" providerId="ADAL" clId="{4C60BCA5-9276-49A8-9552-B09E3EFC0505}" dt="2020-09-01T00:41:30.856" v="344" actId="20577"/>
          <ac:spMkLst>
            <pc:docMk/>
            <pc:sldMk cId="3813715356" sldId="276"/>
            <ac:spMk id="166915" creationId="{42DED296-7321-4007-997F-916D9AD6A077}"/>
          </ac:spMkLst>
        </pc:spChg>
      </pc:sldChg>
      <pc:sldChg chg="addSp delSp modSp mod">
        <pc:chgData name="Ivan Granja" userId="d0a12471-25a3-466a-a647-7cb796ed786c" providerId="ADAL" clId="{4C60BCA5-9276-49A8-9552-B09E3EFC0505}" dt="2020-09-01T00:42:27.370" v="357" actId="1076"/>
        <pc:sldMkLst>
          <pc:docMk/>
          <pc:sldMk cId="1401273665" sldId="277"/>
        </pc:sldMkLst>
        <pc:spChg chg="mod">
          <ac:chgData name="Ivan Granja" userId="d0a12471-25a3-466a-a647-7cb796ed786c" providerId="ADAL" clId="{4C60BCA5-9276-49A8-9552-B09E3EFC0505}" dt="2020-09-01T00:42:27.370" v="357" actId="1076"/>
          <ac:spMkLst>
            <pc:docMk/>
            <pc:sldMk cId="1401273665" sldId="277"/>
            <ac:spMk id="167939" creationId="{C234DE9F-83F8-4D57-A1F7-2A75222CCBBC}"/>
          </ac:spMkLst>
        </pc:spChg>
        <pc:spChg chg="add del mod">
          <ac:chgData name="Ivan Granja" userId="d0a12471-25a3-466a-a647-7cb796ed786c" providerId="ADAL" clId="{4C60BCA5-9276-49A8-9552-B09E3EFC0505}" dt="2020-09-01T00:42:19.865" v="353" actId="1076"/>
          <ac:spMkLst>
            <pc:docMk/>
            <pc:sldMk cId="1401273665" sldId="277"/>
            <ac:spMk id="167940" creationId="{45BEF495-5DFF-48D5-BE3D-8B4B522975A1}"/>
          </ac:spMkLst>
        </pc:spChg>
        <pc:spChg chg="mod">
          <ac:chgData name="Ivan Granja" userId="d0a12471-25a3-466a-a647-7cb796ed786c" providerId="ADAL" clId="{4C60BCA5-9276-49A8-9552-B09E3EFC0505}" dt="2020-09-01T00:42:19.865" v="353" actId="1076"/>
          <ac:spMkLst>
            <pc:docMk/>
            <pc:sldMk cId="1401273665" sldId="277"/>
            <ac:spMk id="167941" creationId="{A1D92D39-2D6F-4A4E-83F0-8A1092589ED2}"/>
          </ac:spMkLst>
        </pc:spChg>
        <pc:spChg chg="mod">
          <ac:chgData name="Ivan Granja" userId="d0a12471-25a3-466a-a647-7cb796ed786c" providerId="ADAL" clId="{4C60BCA5-9276-49A8-9552-B09E3EFC0505}" dt="2020-09-01T00:42:19.865" v="353" actId="1076"/>
          <ac:spMkLst>
            <pc:docMk/>
            <pc:sldMk cId="1401273665" sldId="277"/>
            <ac:spMk id="167942" creationId="{C63DE938-35FF-4D0A-B287-84C32B6F04CC}"/>
          </ac:spMkLst>
        </pc:spChg>
        <pc:spChg chg="mod">
          <ac:chgData name="Ivan Granja" userId="d0a12471-25a3-466a-a647-7cb796ed786c" providerId="ADAL" clId="{4C60BCA5-9276-49A8-9552-B09E3EFC0505}" dt="2020-09-01T00:42:19.865" v="353" actId="1076"/>
          <ac:spMkLst>
            <pc:docMk/>
            <pc:sldMk cId="1401273665" sldId="277"/>
            <ac:spMk id="167943" creationId="{19AF1886-7AF9-494C-B796-97C1A0A57B3C}"/>
          </ac:spMkLst>
        </pc:spChg>
        <pc:spChg chg="mod">
          <ac:chgData name="Ivan Granja" userId="d0a12471-25a3-466a-a647-7cb796ed786c" providerId="ADAL" clId="{4C60BCA5-9276-49A8-9552-B09E3EFC0505}" dt="2020-09-01T00:42:19.865" v="353" actId="1076"/>
          <ac:spMkLst>
            <pc:docMk/>
            <pc:sldMk cId="1401273665" sldId="277"/>
            <ac:spMk id="167944" creationId="{F4CB8319-71EE-4681-90A1-9B7CC384E859}"/>
          </ac:spMkLst>
        </pc:spChg>
        <pc:spChg chg="mod">
          <ac:chgData name="Ivan Granja" userId="d0a12471-25a3-466a-a647-7cb796ed786c" providerId="ADAL" clId="{4C60BCA5-9276-49A8-9552-B09E3EFC0505}" dt="2020-09-01T00:42:19.865" v="353" actId="1076"/>
          <ac:spMkLst>
            <pc:docMk/>
            <pc:sldMk cId="1401273665" sldId="277"/>
            <ac:spMk id="167945" creationId="{83DD771A-EBF6-4875-A10E-BADC9E1C269D}"/>
          </ac:spMkLst>
        </pc:spChg>
        <pc:grpChg chg="add mod">
          <ac:chgData name="Ivan Granja" userId="d0a12471-25a3-466a-a647-7cb796ed786c" providerId="ADAL" clId="{4C60BCA5-9276-49A8-9552-B09E3EFC0505}" dt="2020-09-01T00:42:19.865" v="353" actId="1076"/>
          <ac:grpSpMkLst>
            <pc:docMk/>
            <pc:sldMk cId="1401273665" sldId="277"/>
            <ac:grpSpMk id="2" creationId="{1FBA42CA-388F-46D9-9355-09447D9A9F67}"/>
          </ac:grpSpMkLst>
        </pc:grpChg>
        <pc:grpChg chg="add mod">
          <ac:chgData name="Ivan Granja" userId="d0a12471-25a3-466a-a647-7cb796ed786c" providerId="ADAL" clId="{4C60BCA5-9276-49A8-9552-B09E3EFC0505}" dt="2020-09-01T00:42:19.865" v="353" actId="1076"/>
          <ac:grpSpMkLst>
            <pc:docMk/>
            <pc:sldMk cId="1401273665" sldId="277"/>
            <ac:grpSpMk id="3" creationId="{A6416EF2-0986-4F43-83D1-5791D79A14AD}"/>
          </ac:grpSpMkLst>
        </pc:grpChg>
      </pc:sldChg>
      <pc:sldChg chg="modSp mod">
        <pc:chgData name="Ivan Granja" userId="d0a12471-25a3-466a-a647-7cb796ed786c" providerId="ADAL" clId="{4C60BCA5-9276-49A8-9552-B09E3EFC0505}" dt="2020-09-01T00:48:26.516" v="405" actId="20577"/>
        <pc:sldMkLst>
          <pc:docMk/>
          <pc:sldMk cId="3773687528" sldId="278"/>
        </pc:sldMkLst>
        <pc:spChg chg="mod">
          <ac:chgData name="Ivan Granja" userId="d0a12471-25a3-466a-a647-7cb796ed786c" providerId="ADAL" clId="{4C60BCA5-9276-49A8-9552-B09E3EFC0505}" dt="2020-09-01T00:48:26.516" v="405" actId="20577"/>
          <ac:spMkLst>
            <pc:docMk/>
            <pc:sldMk cId="3773687528" sldId="278"/>
            <ac:spMk id="168963" creationId="{F6ED6164-A30D-4252-B6BB-1134F1F84808}"/>
          </ac:spMkLst>
        </pc:spChg>
      </pc:sldChg>
      <pc:sldChg chg="modSp mod">
        <pc:chgData name="Ivan Granja" userId="d0a12471-25a3-466a-a647-7cb796ed786c" providerId="ADAL" clId="{4C60BCA5-9276-49A8-9552-B09E3EFC0505}" dt="2020-09-01T00:48:37.977" v="406" actId="255"/>
        <pc:sldMkLst>
          <pc:docMk/>
          <pc:sldMk cId="407950041" sldId="279"/>
        </pc:sldMkLst>
        <pc:spChg chg="mod">
          <ac:chgData name="Ivan Granja" userId="d0a12471-25a3-466a-a647-7cb796ed786c" providerId="ADAL" clId="{4C60BCA5-9276-49A8-9552-B09E3EFC0505}" dt="2020-09-01T00:48:37.977" v="406" actId="255"/>
          <ac:spMkLst>
            <pc:docMk/>
            <pc:sldMk cId="407950041" sldId="279"/>
            <ac:spMk id="169987" creationId="{56F3DEC5-AED6-45E2-A3C8-D79D5FCEEA4E}"/>
          </ac:spMkLst>
        </pc:spChg>
        <pc:spChg chg="mod">
          <ac:chgData name="Ivan Granja" userId="d0a12471-25a3-466a-a647-7cb796ed786c" providerId="ADAL" clId="{4C60BCA5-9276-49A8-9552-B09E3EFC0505}" dt="2020-09-01T00:43:16.937" v="365" actId="1076"/>
          <ac:spMkLst>
            <pc:docMk/>
            <pc:sldMk cId="407950041" sldId="279"/>
            <ac:spMk id="169988" creationId="{406DBF82-E56F-4CE4-AE55-D2644F49FCE7}"/>
          </ac:spMkLst>
        </pc:spChg>
        <pc:spChg chg="mod">
          <ac:chgData name="Ivan Granja" userId="d0a12471-25a3-466a-a647-7cb796ed786c" providerId="ADAL" clId="{4C60BCA5-9276-49A8-9552-B09E3EFC0505}" dt="2020-09-01T00:43:16.937" v="365" actId="1076"/>
          <ac:spMkLst>
            <pc:docMk/>
            <pc:sldMk cId="407950041" sldId="279"/>
            <ac:spMk id="169989" creationId="{A04A498F-5D00-48DA-8A0F-D947DDDB6050}"/>
          </ac:spMkLst>
        </pc:spChg>
      </pc:sldChg>
      <pc:sldChg chg="modSp mod">
        <pc:chgData name="Ivan Granja" userId="d0a12471-25a3-466a-a647-7cb796ed786c" providerId="ADAL" clId="{4C60BCA5-9276-49A8-9552-B09E3EFC0505}" dt="2020-09-01T00:49:41.298" v="445" actId="5793"/>
        <pc:sldMkLst>
          <pc:docMk/>
          <pc:sldMk cId="732105424" sldId="280"/>
        </pc:sldMkLst>
        <pc:spChg chg="mod">
          <ac:chgData name="Ivan Granja" userId="d0a12471-25a3-466a-a647-7cb796ed786c" providerId="ADAL" clId="{4C60BCA5-9276-49A8-9552-B09E3EFC0505}" dt="2020-09-01T00:44:12.818" v="373" actId="255"/>
          <ac:spMkLst>
            <pc:docMk/>
            <pc:sldMk cId="732105424" sldId="280"/>
            <ac:spMk id="171011" creationId="{D5389464-B189-446A-8E64-278E0A02CD93}"/>
          </ac:spMkLst>
        </pc:spChg>
        <pc:spChg chg="mod">
          <ac:chgData name="Ivan Granja" userId="d0a12471-25a3-466a-a647-7cb796ed786c" providerId="ADAL" clId="{4C60BCA5-9276-49A8-9552-B09E3EFC0505}" dt="2020-09-01T00:49:32.334" v="438" actId="113"/>
          <ac:spMkLst>
            <pc:docMk/>
            <pc:sldMk cId="732105424" sldId="280"/>
            <ac:spMk id="171012" creationId="{7215FA23-6F76-44C7-9B56-1C1CECCE330F}"/>
          </ac:spMkLst>
        </pc:spChg>
        <pc:spChg chg="mod">
          <ac:chgData name="Ivan Granja" userId="d0a12471-25a3-466a-a647-7cb796ed786c" providerId="ADAL" clId="{4C60BCA5-9276-49A8-9552-B09E3EFC0505}" dt="2020-09-01T00:49:41.298" v="445" actId="5793"/>
          <ac:spMkLst>
            <pc:docMk/>
            <pc:sldMk cId="732105424" sldId="280"/>
            <ac:spMk id="171013" creationId="{0035D657-64F9-4902-9788-866C5476A47C}"/>
          </ac:spMkLst>
        </pc:spChg>
        <pc:picChg chg="mod">
          <ac:chgData name="Ivan Granja" userId="d0a12471-25a3-466a-a647-7cb796ed786c" providerId="ADAL" clId="{4C60BCA5-9276-49A8-9552-B09E3EFC0505}" dt="2020-09-01T00:49:32.334" v="438" actId="113"/>
          <ac:picMkLst>
            <pc:docMk/>
            <pc:sldMk cId="732105424" sldId="280"/>
            <ac:picMk id="171014" creationId="{D0476C5C-64DE-4406-9B49-7AC72AB4425D}"/>
          </ac:picMkLst>
        </pc:picChg>
      </pc:sldChg>
      <pc:sldChg chg="modSp mod">
        <pc:chgData name="Ivan Granja" userId="d0a12471-25a3-466a-a647-7cb796ed786c" providerId="ADAL" clId="{4C60BCA5-9276-49A8-9552-B09E3EFC0505}" dt="2020-09-01T00:49:59.336" v="447" actId="255"/>
        <pc:sldMkLst>
          <pc:docMk/>
          <pc:sldMk cId="1218344399" sldId="281"/>
        </pc:sldMkLst>
        <pc:spChg chg="mod">
          <ac:chgData name="Ivan Granja" userId="d0a12471-25a3-466a-a647-7cb796ed786c" providerId="ADAL" clId="{4C60BCA5-9276-49A8-9552-B09E3EFC0505}" dt="2020-09-01T00:49:59.336" v="447" actId="255"/>
          <ac:spMkLst>
            <pc:docMk/>
            <pc:sldMk cId="1218344399" sldId="281"/>
            <ac:spMk id="172035" creationId="{E097A565-AB8E-4C62-89AE-73193B70BEE8}"/>
          </ac:spMkLst>
        </pc:spChg>
        <pc:spChg chg="mod">
          <ac:chgData name="Ivan Granja" userId="d0a12471-25a3-466a-a647-7cb796ed786c" providerId="ADAL" clId="{4C60BCA5-9276-49A8-9552-B09E3EFC0505}" dt="2020-09-01T00:45:18.388" v="391" actId="255"/>
          <ac:spMkLst>
            <pc:docMk/>
            <pc:sldMk cId="1218344399" sldId="281"/>
            <ac:spMk id="172036" creationId="{8714BBA6-3FE9-40F0-8D26-1FFB7F3761FE}"/>
          </ac:spMkLst>
        </pc:spChg>
      </pc:sldChg>
      <pc:sldChg chg="modSp">
        <pc:chgData name="Ivan Granja" userId="d0a12471-25a3-466a-a647-7cb796ed786c" providerId="ADAL" clId="{4C60BCA5-9276-49A8-9552-B09E3EFC0505}" dt="2020-09-01T00:50:12.515" v="449" actId="1076"/>
        <pc:sldMkLst>
          <pc:docMk/>
          <pc:sldMk cId="2703121822" sldId="282"/>
        </pc:sldMkLst>
        <pc:picChg chg="mod">
          <ac:chgData name="Ivan Granja" userId="d0a12471-25a3-466a-a647-7cb796ed786c" providerId="ADAL" clId="{4C60BCA5-9276-49A8-9552-B09E3EFC0505}" dt="2020-09-01T00:50:12.515" v="449" actId="1076"/>
          <ac:picMkLst>
            <pc:docMk/>
            <pc:sldMk cId="2703121822" sldId="282"/>
            <ac:picMk id="173061" creationId="{6580B591-4E18-4FFF-9FBE-CDE814DE825F}"/>
          </ac:picMkLst>
        </pc:picChg>
      </pc:sldChg>
      <pc:sldChg chg="modSp mod">
        <pc:chgData name="Ivan Granja" userId="d0a12471-25a3-466a-a647-7cb796ed786c" providerId="ADAL" clId="{4C60BCA5-9276-49A8-9552-B09E3EFC0505}" dt="2020-09-01T00:51:11.499" v="464" actId="6549"/>
        <pc:sldMkLst>
          <pc:docMk/>
          <pc:sldMk cId="3135061147" sldId="283"/>
        </pc:sldMkLst>
        <pc:spChg chg="mod">
          <ac:chgData name="Ivan Granja" userId="d0a12471-25a3-466a-a647-7cb796ed786c" providerId="ADAL" clId="{4C60BCA5-9276-49A8-9552-B09E3EFC0505}" dt="2020-09-01T00:51:11.499" v="464" actId="6549"/>
          <ac:spMkLst>
            <pc:docMk/>
            <pc:sldMk cId="3135061147" sldId="283"/>
            <ac:spMk id="174084" creationId="{C0BE5E7B-D6CC-4AD5-9ADC-A08E32AE8906}"/>
          </ac:spMkLst>
        </pc:spChg>
        <pc:picChg chg="mod">
          <ac:chgData name="Ivan Granja" userId="d0a12471-25a3-466a-a647-7cb796ed786c" providerId="ADAL" clId="{4C60BCA5-9276-49A8-9552-B09E3EFC0505}" dt="2020-09-01T00:50:37.680" v="454" actId="1076"/>
          <ac:picMkLst>
            <pc:docMk/>
            <pc:sldMk cId="3135061147" sldId="283"/>
            <ac:picMk id="174085" creationId="{90655127-73CA-4D5C-86F2-CC18E8822CC8}"/>
          </ac:picMkLst>
        </pc:picChg>
        <pc:picChg chg="mod">
          <ac:chgData name="Ivan Granja" userId="d0a12471-25a3-466a-a647-7cb796ed786c" providerId="ADAL" clId="{4C60BCA5-9276-49A8-9552-B09E3EFC0505}" dt="2020-09-01T00:51:07.439" v="463" actId="1076"/>
          <ac:picMkLst>
            <pc:docMk/>
            <pc:sldMk cId="3135061147" sldId="283"/>
            <ac:picMk id="174086" creationId="{E68C6E87-0358-4EF7-8318-80864E5AB72F}"/>
          </ac:picMkLst>
        </pc:picChg>
      </pc:sldChg>
      <pc:sldChg chg="modSp mod">
        <pc:chgData name="Ivan Granja" userId="d0a12471-25a3-466a-a647-7cb796ed786c" providerId="ADAL" clId="{4C60BCA5-9276-49A8-9552-B09E3EFC0505}" dt="2020-09-01T00:53:21.525" v="488" actId="1076"/>
        <pc:sldMkLst>
          <pc:docMk/>
          <pc:sldMk cId="3200206301" sldId="284"/>
        </pc:sldMkLst>
        <pc:spChg chg="mod">
          <ac:chgData name="Ivan Granja" userId="d0a12471-25a3-466a-a647-7cb796ed786c" providerId="ADAL" clId="{4C60BCA5-9276-49A8-9552-B09E3EFC0505}" dt="2020-09-01T00:51:39.464" v="469" actId="1076"/>
          <ac:spMkLst>
            <pc:docMk/>
            <pc:sldMk cId="3200206301" sldId="284"/>
            <ac:spMk id="175106" creationId="{6F9ECFEA-B9DC-4BAD-ACBA-686703E93ED1}"/>
          </ac:spMkLst>
        </pc:spChg>
        <pc:spChg chg="mod">
          <ac:chgData name="Ivan Granja" userId="d0a12471-25a3-466a-a647-7cb796ed786c" providerId="ADAL" clId="{4C60BCA5-9276-49A8-9552-B09E3EFC0505}" dt="2020-09-01T00:52:06.883" v="485" actId="20577"/>
          <ac:spMkLst>
            <pc:docMk/>
            <pc:sldMk cId="3200206301" sldId="284"/>
            <ac:spMk id="175107" creationId="{5C9D78B3-272C-4DC1-89C4-B566BC007F81}"/>
          </ac:spMkLst>
        </pc:spChg>
        <pc:picChg chg="mod">
          <ac:chgData name="Ivan Granja" userId="d0a12471-25a3-466a-a647-7cb796ed786c" providerId="ADAL" clId="{4C60BCA5-9276-49A8-9552-B09E3EFC0505}" dt="2020-09-01T00:53:21.525" v="488" actId="1076"/>
          <ac:picMkLst>
            <pc:docMk/>
            <pc:sldMk cId="3200206301" sldId="284"/>
            <ac:picMk id="175108" creationId="{7D6C5411-95DD-49F0-BE2F-28863F5389E7}"/>
          </ac:picMkLst>
        </pc:picChg>
        <pc:picChg chg="mod">
          <ac:chgData name="Ivan Granja" userId="d0a12471-25a3-466a-a647-7cb796ed786c" providerId="ADAL" clId="{4C60BCA5-9276-49A8-9552-B09E3EFC0505}" dt="2020-09-01T00:52:10.582" v="486" actId="1076"/>
          <ac:picMkLst>
            <pc:docMk/>
            <pc:sldMk cId="3200206301" sldId="284"/>
            <ac:picMk id="175109" creationId="{8231746F-AE6D-4F1B-8305-04F5D6CBF5E5}"/>
          </ac:picMkLst>
        </pc:picChg>
      </pc:sldChg>
      <pc:sldChg chg="modSp">
        <pc:chgData name="Ivan Granja" userId="d0a12471-25a3-466a-a647-7cb796ed786c" providerId="ADAL" clId="{4C60BCA5-9276-49A8-9552-B09E3EFC0505}" dt="2020-09-01T01:00:30.925" v="498" actId="1035"/>
        <pc:sldMkLst>
          <pc:docMk/>
          <pc:sldMk cId="1770088710" sldId="285"/>
        </pc:sldMkLst>
        <pc:spChg chg="mod">
          <ac:chgData name="Ivan Granja" userId="d0a12471-25a3-466a-a647-7cb796ed786c" providerId="ADAL" clId="{4C60BCA5-9276-49A8-9552-B09E3EFC0505}" dt="2020-09-01T01:00:30.925" v="498" actId="1035"/>
          <ac:spMkLst>
            <pc:docMk/>
            <pc:sldMk cId="1770088710" sldId="285"/>
            <ac:spMk id="176131" creationId="{B539103F-EEEE-4529-9905-4C70FEF65646}"/>
          </ac:spMkLst>
        </pc:spChg>
        <pc:spChg chg="mod">
          <ac:chgData name="Ivan Granja" userId="d0a12471-25a3-466a-a647-7cb796ed786c" providerId="ADAL" clId="{4C60BCA5-9276-49A8-9552-B09E3EFC0505}" dt="2020-09-01T00:53:47.804" v="493" actId="1076"/>
          <ac:spMkLst>
            <pc:docMk/>
            <pc:sldMk cId="1770088710" sldId="285"/>
            <ac:spMk id="176132" creationId="{61340B22-1241-4BD3-B186-7E55DEE9476E}"/>
          </ac:spMkLst>
        </pc:spChg>
        <pc:spChg chg="mod">
          <ac:chgData name="Ivan Granja" userId="d0a12471-25a3-466a-a647-7cb796ed786c" providerId="ADAL" clId="{4C60BCA5-9276-49A8-9552-B09E3EFC0505}" dt="2020-09-01T00:53:47.804" v="493" actId="1076"/>
          <ac:spMkLst>
            <pc:docMk/>
            <pc:sldMk cId="1770088710" sldId="285"/>
            <ac:spMk id="176133" creationId="{E2BBF67B-0035-4BFD-A203-C526771AC80D}"/>
          </ac:spMkLst>
        </pc:spChg>
        <pc:spChg chg="mod">
          <ac:chgData name="Ivan Granja" userId="d0a12471-25a3-466a-a647-7cb796ed786c" providerId="ADAL" clId="{4C60BCA5-9276-49A8-9552-B09E3EFC0505}" dt="2020-09-01T00:53:47.804" v="493" actId="1076"/>
          <ac:spMkLst>
            <pc:docMk/>
            <pc:sldMk cId="1770088710" sldId="285"/>
            <ac:spMk id="176134" creationId="{7BE07D5E-8424-4C48-A345-B9E036390197}"/>
          </ac:spMkLst>
        </pc:spChg>
      </pc:sldChg>
      <pc:sldChg chg="modSp mod">
        <pc:chgData name="Ivan Granja" userId="d0a12471-25a3-466a-a647-7cb796ed786c" providerId="ADAL" clId="{4C60BCA5-9276-49A8-9552-B09E3EFC0505}" dt="2020-09-01T01:01:46.998" v="535" actId="20577"/>
        <pc:sldMkLst>
          <pc:docMk/>
          <pc:sldMk cId="0" sldId="286"/>
        </pc:sldMkLst>
        <pc:spChg chg="mod">
          <ac:chgData name="Ivan Granja" userId="d0a12471-25a3-466a-a647-7cb796ed786c" providerId="ADAL" clId="{4C60BCA5-9276-49A8-9552-B09E3EFC0505}" dt="2020-09-01T01:01:46.998" v="535" actId="20577"/>
          <ac:spMkLst>
            <pc:docMk/>
            <pc:sldMk cId="0" sldId="286"/>
            <ac:spMk id="177155" creationId="{8220EA0C-3CA5-45B3-BD2F-D808653E00B4}"/>
          </ac:spMkLst>
        </pc:spChg>
      </pc:sldChg>
      <pc:sldChg chg="addSp delSp modSp mod">
        <pc:chgData name="Ivan Granja" userId="d0a12471-25a3-466a-a647-7cb796ed786c" providerId="ADAL" clId="{4C60BCA5-9276-49A8-9552-B09E3EFC0505}" dt="2020-09-01T01:07:09.886" v="628" actId="20577"/>
        <pc:sldMkLst>
          <pc:docMk/>
          <pc:sldMk cId="0" sldId="287"/>
        </pc:sldMkLst>
        <pc:spChg chg="add del mod">
          <ac:chgData name="Ivan Granja" userId="d0a12471-25a3-466a-a647-7cb796ed786c" providerId="ADAL" clId="{4C60BCA5-9276-49A8-9552-B09E3EFC0505}" dt="2020-09-01T01:03:05.911" v="580" actId="478"/>
          <ac:spMkLst>
            <pc:docMk/>
            <pc:sldMk cId="0" sldId="287"/>
            <ac:spMk id="7" creationId="{B6F937AC-8B08-4DF4-ACCE-B2A9BDFEA39B}"/>
          </ac:spMkLst>
        </pc:spChg>
        <pc:spChg chg="mod">
          <ac:chgData name="Ivan Granja" userId="d0a12471-25a3-466a-a647-7cb796ed786c" providerId="ADAL" clId="{4C60BCA5-9276-49A8-9552-B09E3EFC0505}" dt="2020-09-01T01:07:09.886" v="628" actId="20577"/>
          <ac:spMkLst>
            <pc:docMk/>
            <pc:sldMk cId="0" sldId="287"/>
            <ac:spMk id="178179" creationId="{01AB1BFB-CA72-4FF2-85C4-93C7C9A57F24}"/>
          </ac:spMkLst>
        </pc:spChg>
        <pc:spChg chg="del">
          <ac:chgData name="Ivan Granja" userId="d0a12471-25a3-466a-a647-7cb796ed786c" providerId="ADAL" clId="{4C60BCA5-9276-49A8-9552-B09E3EFC0505}" dt="2020-09-01T01:02:15.680" v="567" actId="478"/>
          <ac:spMkLst>
            <pc:docMk/>
            <pc:sldMk cId="0" sldId="287"/>
            <ac:spMk id="178180" creationId="{48EDF30F-910E-4C8D-8F6D-5F67532211E6}"/>
          </ac:spMkLst>
        </pc:spChg>
        <pc:spChg chg="del mod">
          <ac:chgData name="Ivan Granja" userId="d0a12471-25a3-466a-a647-7cb796ed786c" providerId="ADAL" clId="{4C60BCA5-9276-49A8-9552-B09E3EFC0505}" dt="2020-09-01T01:03:10.259" v="582" actId="478"/>
          <ac:spMkLst>
            <pc:docMk/>
            <pc:sldMk cId="0" sldId="287"/>
            <ac:spMk id="178181" creationId="{1D7C6D17-91D5-43C5-BBB1-3F3F1BD5BA9F}"/>
          </ac:spMkLst>
        </pc:spChg>
        <pc:spChg chg="del mod">
          <ac:chgData name="Ivan Granja" userId="d0a12471-25a3-466a-a647-7cb796ed786c" providerId="ADAL" clId="{4C60BCA5-9276-49A8-9552-B09E3EFC0505}" dt="2020-09-01T01:03:07.970" v="581" actId="478"/>
          <ac:spMkLst>
            <pc:docMk/>
            <pc:sldMk cId="0" sldId="287"/>
            <ac:spMk id="178182" creationId="{414AD247-BEFD-4BE4-A1BF-ABEAE7010E85}"/>
          </ac:spMkLst>
        </pc:spChg>
        <pc:picChg chg="add mod">
          <ac:chgData name="Ivan Granja" userId="d0a12471-25a3-466a-a647-7cb796ed786c" providerId="ADAL" clId="{4C60BCA5-9276-49A8-9552-B09E3EFC0505}" dt="2020-09-01T01:03:20.916" v="586" actId="1076"/>
          <ac:picMkLst>
            <pc:docMk/>
            <pc:sldMk cId="0" sldId="287"/>
            <ac:picMk id="2" creationId="{8E5D8119-3BD9-46B7-B8DD-DD18D47C3E65}"/>
          </ac:picMkLst>
        </pc:picChg>
      </pc:sldChg>
      <pc:sldChg chg="delSp">
        <pc:chgData name="Ivan Granja" userId="d0a12471-25a3-466a-a647-7cb796ed786c" providerId="ADAL" clId="{4C60BCA5-9276-49A8-9552-B09E3EFC0505}" dt="2020-09-01T01:03:01.486" v="579" actId="21"/>
        <pc:sldMkLst>
          <pc:docMk/>
          <pc:sldMk cId="0" sldId="288"/>
        </pc:sldMkLst>
        <pc:picChg chg="del">
          <ac:chgData name="Ivan Granja" userId="d0a12471-25a3-466a-a647-7cb796ed786c" providerId="ADAL" clId="{4C60BCA5-9276-49A8-9552-B09E3EFC0505}" dt="2020-09-01T01:03:01.486" v="579" actId="21"/>
          <ac:picMkLst>
            <pc:docMk/>
            <pc:sldMk cId="0" sldId="288"/>
            <ac:picMk id="179204" creationId="{1D1DBCF6-788E-409B-AFBA-FFE331089F93}"/>
          </ac:picMkLst>
        </pc:picChg>
      </pc:sldChg>
      <pc:sldChg chg="modSp">
        <pc:chgData name="Ivan Granja" userId="d0a12471-25a3-466a-a647-7cb796ed786c" providerId="ADAL" clId="{4C60BCA5-9276-49A8-9552-B09E3EFC0505}" dt="2020-09-08T12:33:32.166" v="629" actId="1076"/>
        <pc:sldMkLst>
          <pc:docMk/>
          <pc:sldMk cId="0" sldId="299"/>
        </pc:sldMkLst>
        <pc:picChg chg="mod">
          <ac:chgData name="Ivan Granja" userId="d0a12471-25a3-466a-a647-7cb796ed786c" providerId="ADAL" clId="{4C60BCA5-9276-49A8-9552-B09E3EFC0505}" dt="2020-09-08T12:33:32.166" v="629" actId="1076"/>
          <ac:picMkLst>
            <pc:docMk/>
            <pc:sldMk cId="0" sldId="299"/>
            <ac:picMk id="190469" creationId="{28ECCD98-61C4-4706-AA20-FCFF8C36780A}"/>
          </ac:picMkLst>
        </pc:picChg>
      </pc:sldChg>
      <pc:sldChg chg="modSp">
        <pc:chgData name="Ivan Granja" userId="d0a12471-25a3-466a-a647-7cb796ed786c" providerId="ADAL" clId="{4C60BCA5-9276-49A8-9552-B09E3EFC0505}" dt="2020-09-01T00:36:02.962" v="240" actId="1076"/>
        <pc:sldMkLst>
          <pc:docMk/>
          <pc:sldMk cId="1742586168" sldId="318"/>
        </pc:sldMkLst>
        <pc:spChg chg="mod">
          <ac:chgData name="Ivan Granja" userId="d0a12471-25a3-466a-a647-7cb796ed786c" providerId="ADAL" clId="{4C60BCA5-9276-49A8-9552-B09E3EFC0505}" dt="2020-09-01T00:36:02.962" v="240" actId="1076"/>
          <ac:spMkLst>
            <pc:docMk/>
            <pc:sldMk cId="1742586168" sldId="318"/>
            <ac:spMk id="14339" creationId="{00000000-0000-0000-0000-000000000000}"/>
          </ac:spMkLst>
        </pc:spChg>
      </pc:sldChg>
      <pc:sldChg chg="modSp mod">
        <pc:chgData name="Ivan Granja" userId="d0a12471-25a3-466a-a647-7cb796ed786c" providerId="ADAL" clId="{4C60BCA5-9276-49A8-9552-B09E3EFC0505}" dt="2020-09-01T00:35:50.431" v="239" actId="255"/>
        <pc:sldMkLst>
          <pc:docMk/>
          <pc:sldMk cId="0" sldId="322"/>
        </pc:sldMkLst>
        <pc:spChg chg="mod">
          <ac:chgData name="Ivan Granja" userId="d0a12471-25a3-466a-a647-7cb796ed786c" providerId="ADAL" clId="{4C60BCA5-9276-49A8-9552-B09E3EFC0505}" dt="2020-09-01T00:35:50.431" v="239" actId="255"/>
          <ac:spMkLst>
            <pc:docMk/>
            <pc:sldMk cId="0" sldId="322"/>
            <ac:spMk id="209923" creationId="{820F4578-4B12-48F9-A26E-A9B3CC93A4A7}"/>
          </ac:spMkLst>
        </pc:spChg>
      </pc:sldChg>
      <pc:sldChg chg="modSp mod">
        <pc:chgData name="Ivan Granja" userId="d0a12471-25a3-466a-a647-7cb796ed786c" providerId="ADAL" clId="{4C60BCA5-9276-49A8-9552-B09E3EFC0505}" dt="2020-09-01T00:35:45.282" v="238" actId="1076"/>
        <pc:sldMkLst>
          <pc:docMk/>
          <pc:sldMk cId="0" sldId="323"/>
        </pc:sldMkLst>
        <pc:spChg chg="mod">
          <ac:chgData name="Ivan Granja" userId="d0a12471-25a3-466a-a647-7cb796ed786c" providerId="ADAL" clId="{4C60BCA5-9276-49A8-9552-B09E3EFC0505}" dt="2020-09-01T00:35:45.282" v="238" actId="1076"/>
          <ac:spMkLst>
            <pc:docMk/>
            <pc:sldMk cId="0" sldId="323"/>
            <ac:spMk id="210947" creationId="{A8F38C05-6E7B-40E0-A76D-622108629804}"/>
          </ac:spMkLst>
        </pc:spChg>
      </pc:sldChg>
    </pc:docChg>
  </pc:docChgLst>
  <pc:docChgLst>
    <pc:chgData name="Ivan Granja" userId="d0a12471-25a3-466a-a647-7cb796ed786c" providerId="ADAL" clId="{A2CB5F49-0AEB-4442-93E1-A7BDD7C8C9B4}"/>
    <pc:docChg chg="undo custSel addSld delSld modSld sldOrd">
      <pc:chgData name="Ivan Granja" userId="d0a12471-25a3-466a-a647-7cb796ed786c" providerId="ADAL" clId="{A2CB5F49-0AEB-4442-93E1-A7BDD7C8C9B4}" dt="2021-10-06T21:02:15.101" v="2963" actId="1076"/>
      <pc:docMkLst>
        <pc:docMk/>
      </pc:docMkLst>
      <pc:sldChg chg="del">
        <pc:chgData name="Ivan Granja" userId="d0a12471-25a3-466a-a647-7cb796ed786c" providerId="ADAL" clId="{A2CB5F49-0AEB-4442-93E1-A7BDD7C8C9B4}" dt="2021-10-06T20:14:56.106" v="1694" actId="47"/>
        <pc:sldMkLst>
          <pc:docMk/>
          <pc:sldMk cId="0" sldId="258"/>
        </pc:sldMkLst>
      </pc:sldChg>
      <pc:sldChg chg="modSp mod">
        <pc:chgData name="Ivan Granja" userId="d0a12471-25a3-466a-a647-7cb796ed786c" providerId="ADAL" clId="{A2CB5F49-0AEB-4442-93E1-A7BDD7C8C9B4}" dt="2021-10-06T19:38:57.897" v="353" actId="20577"/>
        <pc:sldMkLst>
          <pc:docMk/>
          <pc:sldMk cId="0" sldId="259"/>
        </pc:sldMkLst>
        <pc:spChg chg="mod">
          <ac:chgData name="Ivan Granja" userId="d0a12471-25a3-466a-a647-7cb796ed786c" providerId="ADAL" clId="{A2CB5F49-0AEB-4442-93E1-A7BDD7C8C9B4}" dt="2021-10-06T19:38:57.897" v="353" actId="20577"/>
          <ac:spMkLst>
            <pc:docMk/>
            <pc:sldMk cId="0" sldId="259"/>
            <ac:spMk id="278531" creationId="{67E7F6BB-F99D-4F23-9151-56EC31EC231C}"/>
          </ac:spMkLst>
        </pc:spChg>
      </pc:sldChg>
      <pc:sldChg chg="del">
        <pc:chgData name="Ivan Granja" userId="d0a12471-25a3-466a-a647-7cb796ed786c" providerId="ADAL" clId="{A2CB5F49-0AEB-4442-93E1-A7BDD7C8C9B4}" dt="2021-10-06T20:14:54.906" v="1693" actId="47"/>
        <pc:sldMkLst>
          <pc:docMk/>
          <pc:sldMk cId="0" sldId="264"/>
        </pc:sldMkLst>
      </pc:sldChg>
      <pc:sldChg chg="addSp delSp modSp mod ord">
        <pc:chgData name="Ivan Granja" userId="d0a12471-25a3-466a-a647-7cb796ed786c" providerId="ADAL" clId="{A2CB5F49-0AEB-4442-93E1-A7BDD7C8C9B4}" dt="2021-10-06T20:51:46.350" v="2955" actId="167"/>
        <pc:sldMkLst>
          <pc:docMk/>
          <pc:sldMk cId="0" sldId="269"/>
        </pc:sldMkLst>
        <pc:spChg chg="del">
          <ac:chgData name="Ivan Granja" userId="d0a12471-25a3-466a-a647-7cb796ed786c" providerId="ADAL" clId="{A2CB5F49-0AEB-4442-93E1-A7BDD7C8C9B4}" dt="2021-10-06T20:26:37.871" v="2038" actId="478"/>
          <ac:spMkLst>
            <pc:docMk/>
            <pc:sldMk cId="0" sldId="269"/>
            <ac:spMk id="2" creationId="{7F3724FD-43A7-449D-9B2B-5F248D74D62C}"/>
          </ac:spMkLst>
        </pc:spChg>
        <pc:spChg chg="add del mod">
          <ac:chgData name="Ivan Granja" userId="d0a12471-25a3-466a-a647-7cb796ed786c" providerId="ADAL" clId="{A2CB5F49-0AEB-4442-93E1-A7BDD7C8C9B4}" dt="2021-10-06T20:27:15.004" v="2040" actId="478"/>
          <ac:spMkLst>
            <pc:docMk/>
            <pc:sldMk cId="0" sldId="269"/>
            <ac:spMk id="3" creationId="{1D0BF68D-67B5-48E9-8B5F-BDB7FF486398}"/>
          </ac:spMkLst>
        </pc:spChg>
        <pc:spChg chg="mod">
          <ac:chgData name="Ivan Granja" userId="d0a12471-25a3-466a-a647-7cb796ed786c" providerId="ADAL" clId="{A2CB5F49-0AEB-4442-93E1-A7BDD7C8C9B4}" dt="2021-10-06T20:51:32.742" v="2953" actId="20577"/>
          <ac:spMkLst>
            <pc:docMk/>
            <pc:sldMk cId="0" sldId="269"/>
            <ac:spMk id="288772" creationId="{D7024ED7-4F34-4458-87C2-B3E109D44331}"/>
          </ac:spMkLst>
        </pc:spChg>
        <pc:spChg chg="del">
          <ac:chgData name="Ivan Granja" userId="d0a12471-25a3-466a-a647-7cb796ed786c" providerId="ADAL" clId="{A2CB5F49-0AEB-4442-93E1-A7BDD7C8C9B4}" dt="2021-10-06T20:26:36.595" v="2037" actId="478"/>
          <ac:spMkLst>
            <pc:docMk/>
            <pc:sldMk cId="0" sldId="269"/>
            <ac:spMk id="288776" creationId="{041C8535-5239-43E3-9546-AAC6B4FE8F71}"/>
          </ac:spMkLst>
        </pc:spChg>
        <pc:spChg chg="del">
          <ac:chgData name="Ivan Granja" userId="d0a12471-25a3-466a-a647-7cb796ed786c" providerId="ADAL" clId="{A2CB5F49-0AEB-4442-93E1-A7BDD7C8C9B4}" dt="2021-10-06T20:26:35.833" v="2036" actId="478"/>
          <ac:spMkLst>
            <pc:docMk/>
            <pc:sldMk cId="0" sldId="269"/>
            <ac:spMk id="288777" creationId="{4BC1A606-8CFC-40DE-91BD-AA62FC8B54DB}"/>
          </ac:spMkLst>
        </pc:spChg>
        <pc:spChg chg="del">
          <ac:chgData name="Ivan Granja" userId="d0a12471-25a3-466a-a647-7cb796ed786c" providerId="ADAL" clId="{A2CB5F49-0AEB-4442-93E1-A7BDD7C8C9B4}" dt="2021-10-06T20:26:35.083" v="2035" actId="478"/>
          <ac:spMkLst>
            <pc:docMk/>
            <pc:sldMk cId="0" sldId="269"/>
            <ac:spMk id="288778" creationId="{0974FD76-83FA-4E11-8F97-314D7A83EFC4}"/>
          </ac:spMkLst>
        </pc:spChg>
        <pc:picChg chg="add mod ord">
          <ac:chgData name="Ivan Granja" userId="d0a12471-25a3-466a-a647-7cb796ed786c" providerId="ADAL" clId="{A2CB5F49-0AEB-4442-93E1-A7BDD7C8C9B4}" dt="2021-10-06T20:51:46.350" v="2955" actId="167"/>
          <ac:picMkLst>
            <pc:docMk/>
            <pc:sldMk cId="0" sldId="269"/>
            <ac:picMk id="5" creationId="{139D07F5-7DC5-4BE5-997B-BF0CE5C39FA1}"/>
          </ac:picMkLst>
        </pc:picChg>
        <pc:picChg chg="del">
          <ac:chgData name="Ivan Granja" userId="d0a12471-25a3-466a-a647-7cb796ed786c" providerId="ADAL" clId="{A2CB5F49-0AEB-4442-93E1-A7BDD7C8C9B4}" dt="2021-10-06T20:26:26.746" v="2033" actId="478"/>
          <ac:picMkLst>
            <pc:docMk/>
            <pc:sldMk cId="0" sldId="269"/>
            <ac:picMk id="288771" creationId="{52625534-D392-4FEA-A915-612189D7D963}"/>
          </ac:picMkLst>
        </pc:picChg>
      </pc:sldChg>
      <pc:sldChg chg="modSp">
        <pc:chgData name="Ivan Granja" userId="d0a12471-25a3-466a-a647-7cb796ed786c" providerId="ADAL" clId="{A2CB5F49-0AEB-4442-93E1-A7BDD7C8C9B4}" dt="2021-10-06T19:23:37.530" v="2" actId="1038"/>
        <pc:sldMkLst>
          <pc:docMk/>
          <pc:sldMk cId="0" sldId="270"/>
        </pc:sldMkLst>
        <pc:spChg chg="mod">
          <ac:chgData name="Ivan Granja" userId="d0a12471-25a3-466a-a647-7cb796ed786c" providerId="ADAL" clId="{A2CB5F49-0AEB-4442-93E1-A7BDD7C8C9B4}" dt="2021-10-06T19:23:37.530" v="2" actId="1038"/>
          <ac:spMkLst>
            <pc:docMk/>
            <pc:sldMk cId="0" sldId="270"/>
            <ac:spMk id="289795" creationId="{8946583D-0A7F-45E3-B920-E7B11D1DD4C9}"/>
          </ac:spMkLst>
        </pc:spChg>
        <pc:spChg chg="mod">
          <ac:chgData name="Ivan Granja" userId="d0a12471-25a3-466a-a647-7cb796ed786c" providerId="ADAL" clId="{A2CB5F49-0AEB-4442-93E1-A7BDD7C8C9B4}" dt="2021-10-06T19:23:37.530" v="2" actId="1038"/>
          <ac:spMkLst>
            <pc:docMk/>
            <pc:sldMk cId="0" sldId="270"/>
            <ac:spMk id="289796" creationId="{085D7769-A286-4855-ACE8-BE9BC0FCD50D}"/>
          </ac:spMkLst>
        </pc:spChg>
        <pc:spChg chg="mod">
          <ac:chgData name="Ivan Granja" userId="d0a12471-25a3-466a-a647-7cb796ed786c" providerId="ADAL" clId="{A2CB5F49-0AEB-4442-93E1-A7BDD7C8C9B4}" dt="2021-10-06T19:23:37.530" v="2" actId="1038"/>
          <ac:spMkLst>
            <pc:docMk/>
            <pc:sldMk cId="0" sldId="270"/>
            <ac:spMk id="289797" creationId="{951FE86F-5B18-48A5-8337-4F3BD11FFF5E}"/>
          </ac:spMkLst>
        </pc:spChg>
        <pc:spChg chg="mod">
          <ac:chgData name="Ivan Granja" userId="d0a12471-25a3-466a-a647-7cb796ed786c" providerId="ADAL" clId="{A2CB5F49-0AEB-4442-93E1-A7BDD7C8C9B4}" dt="2021-10-06T19:23:37.530" v="2" actId="1038"/>
          <ac:spMkLst>
            <pc:docMk/>
            <pc:sldMk cId="0" sldId="270"/>
            <ac:spMk id="289799" creationId="{544F3202-82C8-487C-B9C2-FE1CB499DE43}"/>
          </ac:spMkLst>
        </pc:spChg>
        <pc:grpChg chg="mod">
          <ac:chgData name="Ivan Granja" userId="d0a12471-25a3-466a-a647-7cb796ed786c" providerId="ADAL" clId="{A2CB5F49-0AEB-4442-93E1-A7BDD7C8C9B4}" dt="2021-10-06T19:23:37.530" v="2" actId="1038"/>
          <ac:grpSpMkLst>
            <pc:docMk/>
            <pc:sldMk cId="0" sldId="270"/>
            <ac:grpSpMk id="289800" creationId="{1A7C1B11-2E5F-46A3-9B3C-0D88A1F2901F}"/>
          </ac:grpSpMkLst>
        </pc:grpChg>
      </pc:sldChg>
      <pc:sldChg chg="modSp mod ord">
        <pc:chgData name="Ivan Granja" userId="d0a12471-25a3-466a-a647-7cb796ed786c" providerId="ADAL" clId="{A2CB5F49-0AEB-4442-93E1-A7BDD7C8C9B4}" dt="2021-10-06T20:13:05.076" v="1665" actId="255"/>
        <pc:sldMkLst>
          <pc:docMk/>
          <pc:sldMk cId="3813715356" sldId="276"/>
        </pc:sldMkLst>
        <pc:spChg chg="mod">
          <ac:chgData name="Ivan Granja" userId="d0a12471-25a3-466a-a647-7cb796ed786c" providerId="ADAL" clId="{A2CB5F49-0AEB-4442-93E1-A7BDD7C8C9B4}" dt="2021-10-06T20:12:35.353" v="1661" actId="255"/>
          <ac:spMkLst>
            <pc:docMk/>
            <pc:sldMk cId="3813715356" sldId="276"/>
            <ac:spMk id="293890" creationId="{582FE206-6A87-4358-93A0-E2680B9955CE}"/>
          </ac:spMkLst>
        </pc:spChg>
        <pc:spChg chg="mod">
          <ac:chgData name="Ivan Granja" userId="d0a12471-25a3-466a-a647-7cb796ed786c" providerId="ADAL" clId="{A2CB5F49-0AEB-4442-93E1-A7BDD7C8C9B4}" dt="2021-10-06T20:13:05.076" v="1665" actId="255"/>
          <ac:spMkLst>
            <pc:docMk/>
            <pc:sldMk cId="3813715356" sldId="276"/>
            <ac:spMk id="293891" creationId="{28AB2F82-CC64-4C75-9324-F81FAF49E718}"/>
          </ac:spMkLst>
        </pc:spChg>
      </pc:sldChg>
      <pc:sldChg chg="add del">
        <pc:chgData name="Ivan Granja" userId="d0a12471-25a3-466a-a647-7cb796ed786c" providerId="ADAL" clId="{A2CB5F49-0AEB-4442-93E1-A7BDD7C8C9B4}" dt="2021-10-06T20:14:42.494" v="1692" actId="47"/>
        <pc:sldMkLst>
          <pc:docMk/>
          <pc:sldMk cId="2222520719" sldId="278"/>
        </pc:sldMkLst>
      </pc:sldChg>
      <pc:sldChg chg="modSp add del mod">
        <pc:chgData name="Ivan Granja" userId="d0a12471-25a3-466a-a647-7cb796ed786c" providerId="ADAL" clId="{A2CB5F49-0AEB-4442-93E1-A7BDD7C8C9B4}" dt="2021-10-06T19:31:40.007" v="102" actId="2890"/>
        <pc:sldMkLst>
          <pc:docMk/>
          <pc:sldMk cId="3773687528" sldId="278"/>
        </pc:sldMkLst>
        <pc:spChg chg="mod">
          <ac:chgData name="Ivan Granja" userId="d0a12471-25a3-466a-a647-7cb796ed786c" providerId="ADAL" clId="{A2CB5F49-0AEB-4442-93E1-A7BDD7C8C9B4}" dt="2021-10-06T19:31:39.629" v="101" actId="20577"/>
          <ac:spMkLst>
            <pc:docMk/>
            <pc:sldMk cId="3773687528" sldId="278"/>
            <ac:spMk id="293890" creationId="{582FE206-6A87-4358-93A0-E2680B9955CE}"/>
          </ac:spMkLst>
        </pc:spChg>
      </pc:sldChg>
      <pc:sldChg chg="addSp modSp add mod">
        <pc:chgData name="Ivan Granja" userId="d0a12471-25a3-466a-a647-7cb796ed786c" providerId="ADAL" clId="{A2CB5F49-0AEB-4442-93E1-A7BDD7C8C9B4}" dt="2021-10-06T20:14:34.672" v="1691" actId="1076"/>
        <pc:sldMkLst>
          <pc:docMk/>
          <pc:sldMk cId="407950041" sldId="279"/>
        </pc:sldMkLst>
        <pc:spChg chg="mod">
          <ac:chgData name="Ivan Granja" userId="d0a12471-25a3-466a-a647-7cb796ed786c" providerId="ADAL" clId="{A2CB5F49-0AEB-4442-93E1-A7BDD7C8C9B4}" dt="2021-10-06T20:12:40.265" v="1662" actId="255"/>
          <ac:spMkLst>
            <pc:docMk/>
            <pc:sldMk cId="407950041" sldId="279"/>
            <ac:spMk id="293890" creationId="{582FE206-6A87-4358-93A0-E2680B9955CE}"/>
          </ac:spMkLst>
        </pc:spChg>
        <pc:spChg chg="mod">
          <ac:chgData name="Ivan Granja" userId="d0a12471-25a3-466a-a647-7cb796ed786c" providerId="ADAL" clId="{A2CB5F49-0AEB-4442-93E1-A7BDD7C8C9B4}" dt="2021-10-06T20:14:29.293" v="1690" actId="20577"/>
          <ac:spMkLst>
            <pc:docMk/>
            <pc:sldMk cId="407950041" sldId="279"/>
            <ac:spMk id="293891" creationId="{28AB2F82-CC64-4C75-9324-F81FAF49E718}"/>
          </ac:spMkLst>
        </pc:spChg>
        <pc:picChg chg="add mod">
          <ac:chgData name="Ivan Granja" userId="d0a12471-25a3-466a-a647-7cb796ed786c" providerId="ADAL" clId="{A2CB5F49-0AEB-4442-93E1-A7BDD7C8C9B4}" dt="2021-10-06T20:14:34.672" v="1691" actId="1076"/>
          <ac:picMkLst>
            <pc:docMk/>
            <pc:sldMk cId="407950041" sldId="279"/>
            <ac:picMk id="3" creationId="{97A6BA7D-5819-4DAE-9E6C-E2FFA26E279D}"/>
          </ac:picMkLst>
        </pc:picChg>
      </pc:sldChg>
      <pc:sldChg chg="addSp delSp modSp new mod modClrScheme chgLayout">
        <pc:chgData name="Ivan Granja" userId="d0a12471-25a3-466a-a647-7cb796ed786c" providerId="ADAL" clId="{A2CB5F49-0AEB-4442-93E1-A7BDD7C8C9B4}" dt="2021-10-06T20:12:23.895" v="1660" actId="20577"/>
        <pc:sldMkLst>
          <pc:docMk/>
          <pc:sldMk cId="732105424" sldId="280"/>
        </pc:sldMkLst>
        <pc:spChg chg="del">
          <ac:chgData name="Ivan Granja" userId="d0a12471-25a3-466a-a647-7cb796ed786c" providerId="ADAL" clId="{A2CB5F49-0AEB-4442-93E1-A7BDD7C8C9B4}" dt="2021-10-06T20:03:11.224" v="1316" actId="22"/>
          <ac:spMkLst>
            <pc:docMk/>
            <pc:sldMk cId="732105424" sldId="280"/>
            <ac:spMk id="2" creationId="{F01446DE-8341-4357-9789-880F90CA9A42}"/>
          </ac:spMkLst>
        </pc:spChg>
        <pc:spChg chg="mod ord">
          <ac:chgData name="Ivan Granja" userId="d0a12471-25a3-466a-a647-7cb796ed786c" providerId="ADAL" clId="{A2CB5F49-0AEB-4442-93E1-A7BDD7C8C9B4}" dt="2021-10-06T20:03:42.702" v="1319" actId="700"/>
          <ac:spMkLst>
            <pc:docMk/>
            <pc:sldMk cId="732105424" sldId="280"/>
            <ac:spMk id="3" creationId="{22846694-E22F-41D2-93C8-80FF8B0A28D8}"/>
          </ac:spMkLst>
        </pc:spChg>
        <pc:spChg chg="mod ord">
          <ac:chgData name="Ivan Granja" userId="d0a12471-25a3-466a-a647-7cb796ed786c" providerId="ADAL" clId="{A2CB5F49-0AEB-4442-93E1-A7BDD7C8C9B4}" dt="2021-10-06T20:12:23.895" v="1660" actId="20577"/>
          <ac:spMkLst>
            <pc:docMk/>
            <pc:sldMk cId="732105424" sldId="280"/>
            <ac:spMk id="4" creationId="{1892090A-0DA2-4FF1-A336-15341150A972}"/>
          </ac:spMkLst>
        </pc:spChg>
        <pc:spChg chg="add mod ord">
          <ac:chgData name="Ivan Granja" userId="d0a12471-25a3-466a-a647-7cb796ed786c" providerId="ADAL" clId="{A2CB5F49-0AEB-4442-93E1-A7BDD7C8C9B4}" dt="2021-10-06T20:07:06.194" v="1607" actId="20577"/>
          <ac:spMkLst>
            <pc:docMk/>
            <pc:sldMk cId="732105424" sldId="280"/>
            <ac:spMk id="7" creationId="{6A3ECF57-901A-416F-A939-4F63D28B4A62}"/>
          </ac:spMkLst>
        </pc:spChg>
        <pc:spChg chg="add mod">
          <ac:chgData name="Ivan Granja" userId="d0a12471-25a3-466a-a647-7cb796ed786c" providerId="ADAL" clId="{A2CB5F49-0AEB-4442-93E1-A7BDD7C8C9B4}" dt="2021-10-06T20:05:34.566" v="1557" actId="1076"/>
          <ac:spMkLst>
            <pc:docMk/>
            <pc:sldMk cId="732105424" sldId="280"/>
            <ac:spMk id="10" creationId="{678DC78B-F3B1-4450-B9BB-F6CBC806D826}"/>
          </ac:spMkLst>
        </pc:spChg>
        <pc:spChg chg="add mod">
          <ac:chgData name="Ivan Granja" userId="d0a12471-25a3-466a-a647-7cb796ed786c" providerId="ADAL" clId="{A2CB5F49-0AEB-4442-93E1-A7BDD7C8C9B4}" dt="2021-10-06T20:11:53.260" v="1655" actId="20577"/>
          <ac:spMkLst>
            <pc:docMk/>
            <pc:sldMk cId="732105424" sldId="280"/>
            <ac:spMk id="11" creationId="{85FC3D05-11D7-41D4-914F-17CEB2BA1581}"/>
          </ac:spMkLst>
        </pc:spChg>
        <pc:picChg chg="add mod ord">
          <ac:chgData name="Ivan Granja" userId="d0a12471-25a3-466a-a647-7cb796ed786c" providerId="ADAL" clId="{A2CB5F49-0AEB-4442-93E1-A7BDD7C8C9B4}" dt="2021-10-06T20:05:37.164" v="1558" actId="1076"/>
          <ac:picMkLst>
            <pc:docMk/>
            <pc:sldMk cId="732105424" sldId="280"/>
            <ac:picMk id="6" creationId="{260E06AD-9D4C-4464-B1B4-C1439B03B23A}"/>
          </ac:picMkLst>
        </pc:picChg>
        <pc:picChg chg="add del">
          <ac:chgData name="Ivan Granja" userId="d0a12471-25a3-466a-a647-7cb796ed786c" providerId="ADAL" clId="{A2CB5F49-0AEB-4442-93E1-A7BDD7C8C9B4}" dt="2021-10-06T20:04:21.837" v="1428" actId="22"/>
          <ac:picMkLst>
            <pc:docMk/>
            <pc:sldMk cId="732105424" sldId="280"/>
            <ac:picMk id="9" creationId="{21E218BB-E946-401E-AD7A-BCCDFD662B7F}"/>
          </ac:picMkLst>
        </pc:picChg>
        <pc:picChg chg="add mod">
          <ac:chgData name="Ivan Granja" userId="d0a12471-25a3-466a-a647-7cb796ed786c" providerId="ADAL" clId="{A2CB5F49-0AEB-4442-93E1-A7BDD7C8C9B4}" dt="2021-10-06T20:11:40.013" v="1624" actId="1076"/>
          <ac:picMkLst>
            <pc:docMk/>
            <pc:sldMk cId="732105424" sldId="280"/>
            <ac:picMk id="13" creationId="{12337F92-54CB-4A7C-AB3F-642815F67F18}"/>
          </ac:picMkLst>
        </pc:picChg>
      </pc:sldChg>
      <pc:sldChg chg="addSp delSp modSp add mod ord">
        <pc:chgData name="Ivan Granja" userId="d0a12471-25a3-466a-a647-7cb796ed786c" providerId="ADAL" clId="{A2CB5F49-0AEB-4442-93E1-A7BDD7C8C9B4}" dt="2021-10-06T20:43:11.369" v="2537" actId="20577"/>
        <pc:sldMkLst>
          <pc:docMk/>
          <pc:sldMk cId="1218344399" sldId="281"/>
        </pc:sldMkLst>
        <pc:spChg chg="del">
          <ac:chgData name="Ivan Granja" userId="d0a12471-25a3-466a-a647-7cb796ed786c" providerId="ADAL" clId="{A2CB5F49-0AEB-4442-93E1-A7BDD7C8C9B4}" dt="2021-10-06T20:24:11.756" v="2001" actId="478"/>
          <ac:spMkLst>
            <pc:docMk/>
            <pc:sldMk cId="1218344399" sldId="281"/>
            <ac:spMk id="2" creationId="{7F3724FD-43A7-449D-9B2B-5F248D74D62C}"/>
          </ac:spMkLst>
        </pc:spChg>
        <pc:spChg chg="add del mod">
          <ac:chgData name="Ivan Granja" userId="d0a12471-25a3-466a-a647-7cb796ed786c" providerId="ADAL" clId="{A2CB5F49-0AEB-4442-93E1-A7BDD7C8C9B4}" dt="2021-10-06T20:17:08.796" v="1726" actId="478"/>
          <ac:spMkLst>
            <pc:docMk/>
            <pc:sldMk cId="1218344399" sldId="281"/>
            <ac:spMk id="3" creationId="{09A7715D-B0D7-45B7-A5B3-9152263B6FEB}"/>
          </ac:spMkLst>
        </pc:spChg>
        <pc:spChg chg="add mod">
          <ac:chgData name="Ivan Granja" userId="d0a12471-25a3-466a-a647-7cb796ed786c" providerId="ADAL" clId="{A2CB5F49-0AEB-4442-93E1-A7BDD7C8C9B4}" dt="2021-10-06T20:26:11.188" v="2032" actId="1036"/>
          <ac:spMkLst>
            <pc:docMk/>
            <pc:sldMk cId="1218344399" sldId="281"/>
            <ac:spMk id="16" creationId="{2B50CA90-8CB1-4D0E-9FDA-21B873E0AF97}"/>
          </ac:spMkLst>
        </pc:spChg>
        <pc:spChg chg="mod">
          <ac:chgData name="Ivan Granja" userId="d0a12471-25a3-466a-a647-7cb796ed786c" providerId="ADAL" clId="{A2CB5F49-0AEB-4442-93E1-A7BDD7C8C9B4}" dt="2021-10-06T20:43:11.369" v="2537" actId="20577"/>
          <ac:spMkLst>
            <pc:docMk/>
            <pc:sldMk cId="1218344399" sldId="281"/>
            <ac:spMk id="288772" creationId="{D7024ED7-4F34-4458-87C2-B3E109D44331}"/>
          </ac:spMkLst>
        </pc:spChg>
        <pc:spChg chg="add del">
          <ac:chgData name="Ivan Granja" userId="d0a12471-25a3-466a-a647-7cb796ed786c" providerId="ADAL" clId="{A2CB5F49-0AEB-4442-93E1-A7BDD7C8C9B4}" dt="2021-10-06T20:18:23.182" v="1739" actId="478"/>
          <ac:spMkLst>
            <pc:docMk/>
            <pc:sldMk cId="1218344399" sldId="281"/>
            <ac:spMk id="288776" creationId="{041C8535-5239-43E3-9546-AAC6B4FE8F71}"/>
          </ac:spMkLst>
        </pc:spChg>
        <pc:spChg chg="mod">
          <ac:chgData name="Ivan Granja" userId="d0a12471-25a3-466a-a647-7cb796ed786c" providerId="ADAL" clId="{A2CB5F49-0AEB-4442-93E1-A7BDD7C8C9B4}" dt="2021-10-06T20:25:09.261" v="2016" actId="14100"/>
          <ac:spMkLst>
            <pc:docMk/>
            <pc:sldMk cId="1218344399" sldId="281"/>
            <ac:spMk id="288777" creationId="{4BC1A606-8CFC-40DE-91BD-AA62FC8B54DB}"/>
          </ac:spMkLst>
        </pc:spChg>
        <pc:spChg chg="mod">
          <ac:chgData name="Ivan Granja" userId="d0a12471-25a3-466a-a647-7cb796ed786c" providerId="ADAL" clId="{A2CB5F49-0AEB-4442-93E1-A7BDD7C8C9B4}" dt="2021-10-06T20:24:52.404" v="2009" actId="1076"/>
          <ac:spMkLst>
            <pc:docMk/>
            <pc:sldMk cId="1218344399" sldId="281"/>
            <ac:spMk id="288778" creationId="{0974FD76-83FA-4E11-8F97-314D7A83EFC4}"/>
          </ac:spMkLst>
        </pc:spChg>
        <pc:picChg chg="add del">
          <ac:chgData name="Ivan Granja" userId="d0a12471-25a3-466a-a647-7cb796ed786c" providerId="ADAL" clId="{A2CB5F49-0AEB-4442-93E1-A7BDD7C8C9B4}" dt="2021-10-06T20:17:45.953" v="1728" actId="22"/>
          <ac:picMkLst>
            <pc:docMk/>
            <pc:sldMk cId="1218344399" sldId="281"/>
            <ac:picMk id="5" creationId="{6F5FD09F-DB60-4786-85B3-0A1B1FBA4631}"/>
          </ac:picMkLst>
        </pc:picChg>
        <pc:picChg chg="add del mod">
          <ac:chgData name="Ivan Granja" userId="d0a12471-25a3-466a-a647-7cb796ed786c" providerId="ADAL" clId="{A2CB5F49-0AEB-4442-93E1-A7BDD7C8C9B4}" dt="2021-10-06T20:18:20.874" v="1738" actId="22"/>
          <ac:picMkLst>
            <pc:docMk/>
            <pc:sldMk cId="1218344399" sldId="281"/>
            <ac:picMk id="7" creationId="{CACACD71-22DF-4FF1-A934-0E17E367063D}"/>
          </ac:picMkLst>
        </pc:picChg>
        <pc:picChg chg="add mod">
          <ac:chgData name="Ivan Granja" userId="d0a12471-25a3-466a-a647-7cb796ed786c" providerId="ADAL" clId="{A2CB5F49-0AEB-4442-93E1-A7BDD7C8C9B4}" dt="2021-10-06T20:25:04.667" v="2015" actId="1035"/>
          <ac:picMkLst>
            <pc:docMk/>
            <pc:sldMk cId="1218344399" sldId="281"/>
            <ac:picMk id="9" creationId="{B97B432F-C48A-4EBA-A6DB-372CF78ECAF5}"/>
          </ac:picMkLst>
        </pc:picChg>
        <pc:picChg chg="del">
          <ac:chgData name="Ivan Granja" userId="d0a12471-25a3-466a-a647-7cb796ed786c" providerId="ADAL" clId="{A2CB5F49-0AEB-4442-93E1-A7BDD7C8C9B4}" dt="2021-10-06T20:17:03.913" v="1725" actId="478"/>
          <ac:picMkLst>
            <pc:docMk/>
            <pc:sldMk cId="1218344399" sldId="281"/>
            <ac:picMk id="288771" creationId="{52625534-D392-4FEA-A915-612189D7D963}"/>
          </ac:picMkLst>
        </pc:picChg>
      </pc:sldChg>
      <pc:sldChg chg="addSp delSp modSp new mod">
        <pc:chgData name="Ivan Granja" userId="d0a12471-25a3-466a-a647-7cb796ed786c" providerId="ADAL" clId="{A2CB5F49-0AEB-4442-93E1-A7BDD7C8C9B4}" dt="2021-10-06T20:43:24.318" v="2539" actId="1076"/>
        <pc:sldMkLst>
          <pc:docMk/>
          <pc:sldMk cId="2703121822" sldId="282"/>
        </pc:sldMkLst>
        <pc:spChg chg="del">
          <ac:chgData name="Ivan Granja" userId="d0a12471-25a3-466a-a647-7cb796ed786c" providerId="ADAL" clId="{A2CB5F49-0AEB-4442-93E1-A7BDD7C8C9B4}" dt="2021-10-06T20:37:25.252" v="2187" actId="22"/>
          <ac:spMkLst>
            <pc:docMk/>
            <pc:sldMk cId="2703121822" sldId="282"/>
            <ac:spMk id="2" creationId="{49251541-7890-4E47-B908-355273CF968F}"/>
          </ac:spMkLst>
        </pc:spChg>
        <pc:spChg chg="mod">
          <ac:chgData name="Ivan Granja" userId="d0a12471-25a3-466a-a647-7cb796ed786c" providerId="ADAL" clId="{A2CB5F49-0AEB-4442-93E1-A7BDD7C8C9B4}" dt="2021-10-06T20:37:48.485" v="2190" actId="20577"/>
          <ac:spMkLst>
            <pc:docMk/>
            <pc:sldMk cId="2703121822" sldId="282"/>
            <ac:spMk id="4" creationId="{CF7025E0-7BC7-4274-8E86-A2B30C076945}"/>
          </ac:spMkLst>
        </pc:spChg>
        <pc:spChg chg="add mod">
          <ac:chgData name="Ivan Granja" userId="d0a12471-25a3-466a-a647-7cb796ed786c" providerId="ADAL" clId="{A2CB5F49-0AEB-4442-93E1-A7BDD7C8C9B4}" dt="2021-10-06T20:38:38.644" v="2201" actId="20577"/>
          <ac:spMkLst>
            <pc:docMk/>
            <pc:sldMk cId="2703121822" sldId="282"/>
            <ac:spMk id="7" creationId="{C9B4BBB1-CB06-4D1A-A9D2-25302D96451A}"/>
          </ac:spMkLst>
        </pc:spChg>
        <pc:spChg chg="add del mod">
          <ac:chgData name="Ivan Granja" userId="d0a12471-25a3-466a-a647-7cb796ed786c" providerId="ADAL" clId="{A2CB5F49-0AEB-4442-93E1-A7BDD7C8C9B4}" dt="2021-10-06T20:39:14.910" v="2230" actId="478"/>
          <ac:spMkLst>
            <pc:docMk/>
            <pc:sldMk cId="2703121822" sldId="282"/>
            <ac:spMk id="8" creationId="{35774A95-9674-40B1-BD42-85595CC83853}"/>
          </ac:spMkLst>
        </pc:spChg>
        <pc:picChg chg="add mod ord">
          <ac:chgData name="Ivan Granja" userId="d0a12471-25a3-466a-a647-7cb796ed786c" providerId="ADAL" clId="{A2CB5F49-0AEB-4442-93E1-A7BDD7C8C9B4}" dt="2021-10-06T20:43:24.318" v="2539" actId="1076"/>
          <ac:picMkLst>
            <pc:docMk/>
            <pc:sldMk cId="2703121822" sldId="282"/>
            <ac:picMk id="6" creationId="{2E1153ED-3CD3-4B6D-ACC6-AECEFA7DB259}"/>
          </ac:picMkLst>
        </pc:picChg>
      </pc:sldChg>
      <pc:sldChg chg="addSp delSp modSp add mod ord">
        <pc:chgData name="Ivan Granja" userId="d0a12471-25a3-466a-a647-7cb796ed786c" providerId="ADAL" clId="{A2CB5F49-0AEB-4442-93E1-A7BDD7C8C9B4}" dt="2021-10-06T21:02:15.101" v="2963" actId="1076"/>
        <pc:sldMkLst>
          <pc:docMk/>
          <pc:sldMk cId="3135061147" sldId="283"/>
        </pc:sldMkLst>
        <pc:spChg chg="add del mod">
          <ac:chgData name="Ivan Granja" userId="d0a12471-25a3-466a-a647-7cb796ed786c" providerId="ADAL" clId="{A2CB5F49-0AEB-4442-93E1-A7BDD7C8C9B4}" dt="2021-10-06T20:39:47.245" v="2251" actId="478"/>
          <ac:spMkLst>
            <pc:docMk/>
            <pc:sldMk cId="3135061147" sldId="283"/>
            <ac:spMk id="2" creationId="{04CB28C7-5A76-472E-B7EA-F4E8BC51760A}"/>
          </ac:spMkLst>
        </pc:spChg>
        <pc:spChg chg="mod">
          <ac:chgData name="Ivan Granja" userId="d0a12471-25a3-466a-a647-7cb796ed786c" providerId="ADAL" clId="{A2CB5F49-0AEB-4442-93E1-A7BDD7C8C9B4}" dt="2021-10-06T20:39:41.960" v="2249" actId="20577"/>
          <ac:spMkLst>
            <pc:docMk/>
            <pc:sldMk cId="3135061147" sldId="283"/>
            <ac:spMk id="7" creationId="{C9B4BBB1-CB06-4D1A-A9D2-25302D96451A}"/>
          </ac:spMkLst>
        </pc:spChg>
        <pc:picChg chg="del">
          <ac:chgData name="Ivan Granja" userId="d0a12471-25a3-466a-a647-7cb796ed786c" providerId="ADAL" clId="{A2CB5F49-0AEB-4442-93E1-A7BDD7C8C9B4}" dt="2021-10-06T20:39:44.397" v="2250" actId="478"/>
          <ac:picMkLst>
            <pc:docMk/>
            <pc:sldMk cId="3135061147" sldId="283"/>
            <ac:picMk id="6" creationId="{2E1153ED-3CD3-4B6D-ACC6-AECEFA7DB259}"/>
          </ac:picMkLst>
        </pc:picChg>
        <pc:picChg chg="add del mod">
          <ac:chgData name="Ivan Granja" userId="d0a12471-25a3-466a-a647-7cb796ed786c" providerId="ADAL" clId="{A2CB5F49-0AEB-4442-93E1-A7BDD7C8C9B4}" dt="2021-10-06T21:00:31.852" v="2960" actId="478"/>
          <ac:picMkLst>
            <pc:docMk/>
            <pc:sldMk cId="3135061147" sldId="283"/>
            <ac:picMk id="8" creationId="{52CA641E-2A8B-40B3-BFA3-9904D1BE8462}"/>
          </ac:picMkLst>
        </pc:picChg>
        <pc:picChg chg="add mod">
          <ac:chgData name="Ivan Granja" userId="d0a12471-25a3-466a-a647-7cb796ed786c" providerId="ADAL" clId="{A2CB5F49-0AEB-4442-93E1-A7BDD7C8C9B4}" dt="2021-10-06T21:02:15.101" v="2963" actId="1076"/>
          <ac:picMkLst>
            <pc:docMk/>
            <pc:sldMk cId="3135061147" sldId="283"/>
            <ac:picMk id="10" creationId="{84E4FD6B-F032-4D70-B352-915B6D58A93A}"/>
          </ac:picMkLst>
        </pc:picChg>
      </pc:sldChg>
    </pc:docChg>
  </pc:docChgLst>
  <pc:docChgLst>
    <pc:chgData name="Ivan Granja" userId="d0a12471-25a3-466a-a647-7cb796ed786c" providerId="ADAL" clId="{A9DAD972-E793-4934-B598-960E07B536E7}"/>
    <pc:docChg chg="undo redo custSel addSld delSld modSld sldOrd modMainMaster">
      <pc:chgData name="Ivan Granja" userId="d0a12471-25a3-466a-a647-7cb796ed786c" providerId="ADAL" clId="{A9DAD972-E793-4934-B598-960E07B536E7}" dt="2020-09-27T22:38:28.360" v="23369" actId="255"/>
      <pc:docMkLst>
        <pc:docMk/>
      </pc:docMkLst>
      <pc:sldChg chg="modSp mod">
        <pc:chgData name="Ivan Granja" userId="d0a12471-25a3-466a-a647-7cb796ed786c" providerId="ADAL" clId="{A9DAD972-E793-4934-B598-960E07B536E7}" dt="2020-09-14T17:25:32.829" v="38" actId="20577"/>
        <pc:sldMkLst>
          <pc:docMk/>
          <pc:sldMk cId="0" sldId="256"/>
        </pc:sldMkLst>
        <pc:spChg chg="mod">
          <ac:chgData name="Ivan Granja" userId="d0a12471-25a3-466a-a647-7cb796ed786c" providerId="ADAL" clId="{A9DAD972-E793-4934-B598-960E07B536E7}" dt="2020-09-14T17:25:32.829" v="38" actId="20577"/>
          <ac:spMkLst>
            <pc:docMk/>
            <pc:sldMk cId="0" sldId="256"/>
            <ac:spMk id="4103" creationId="{00000000-0000-0000-0000-000000000000}"/>
          </ac:spMkLst>
        </pc:spChg>
      </pc:sldChg>
      <pc:sldChg chg="delSp modSp add mod">
        <pc:chgData name="Ivan Granja" userId="d0a12471-25a3-466a-a647-7cb796ed786c" providerId="ADAL" clId="{A9DAD972-E793-4934-B598-960E07B536E7}" dt="2020-09-21T18:32:07.016" v="16126" actId="313"/>
        <pc:sldMkLst>
          <pc:docMk/>
          <pc:sldMk cId="0" sldId="257"/>
        </pc:sldMkLst>
        <pc:spChg chg="del">
          <ac:chgData name="Ivan Granja" userId="d0a12471-25a3-466a-a647-7cb796ed786c" providerId="ADAL" clId="{A9DAD972-E793-4934-B598-960E07B536E7}" dt="2020-09-21T18:28:02.879" v="15652" actId="478"/>
          <ac:spMkLst>
            <pc:docMk/>
            <pc:sldMk cId="0" sldId="257"/>
            <ac:spMk id="3074" creationId="{41D3A41F-5421-4867-8BFD-95C86DC578C4}"/>
          </ac:spMkLst>
        </pc:spChg>
        <pc:spChg chg="mod">
          <ac:chgData name="Ivan Granja" userId="d0a12471-25a3-466a-a647-7cb796ed786c" providerId="ADAL" clId="{A9DAD972-E793-4934-B598-960E07B536E7}" dt="2020-09-21T18:32:07.016" v="16126" actId="313"/>
          <ac:spMkLst>
            <pc:docMk/>
            <pc:sldMk cId="0" sldId="257"/>
            <ac:spMk id="3075" creationId="{69D7E500-DB48-40D8-B10F-0D54666880AA}"/>
          </ac:spMkLst>
        </pc:spChg>
        <pc:spChg chg="mod">
          <ac:chgData name="Ivan Granja" userId="d0a12471-25a3-466a-a647-7cb796ed786c" providerId="ADAL" clId="{A9DAD972-E793-4934-B598-960E07B536E7}" dt="2020-09-21T18:28:16.476" v="15676" actId="20577"/>
          <ac:spMkLst>
            <pc:docMk/>
            <pc:sldMk cId="0" sldId="257"/>
            <ac:spMk id="3077" creationId="{F2424548-3CE6-4E04-A48B-832715777E04}"/>
          </ac:spMkLst>
        </pc:spChg>
      </pc:sldChg>
      <pc:sldChg chg="modSp add mod ord">
        <pc:chgData name="Ivan Granja" userId="d0a12471-25a3-466a-a647-7cb796ed786c" providerId="ADAL" clId="{A9DAD972-E793-4934-B598-960E07B536E7}" dt="2020-09-18T17:59:19.362" v="12403"/>
        <pc:sldMkLst>
          <pc:docMk/>
          <pc:sldMk cId="0" sldId="258"/>
        </pc:sldMkLst>
        <pc:spChg chg="mod">
          <ac:chgData name="Ivan Granja" userId="d0a12471-25a3-466a-a647-7cb796ed786c" providerId="ADAL" clId="{A9DAD972-E793-4934-B598-960E07B536E7}" dt="2020-09-18T17:59:19.362" v="12403"/>
          <ac:spMkLst>
            <pc:docMk/>
            <pc:sldMk cId="0" sldId="258"/>
            <ac:spMk id="191490" creationId="{7329EA96-E00D-4263-ABF1-48D0C89291BD}"/>
          </ac:spMkLst>
        </pc:spChg>
        <pc:spChg chg="mod">
          <ac:chgData name="Ivan Granja" userId="d0a12471-25a3-466a-a647-7cb796ed786c" providerId="ADAL" clId="{A9DAD972-E793-4934-B598-960E07B536E7}" dt="2020-09-15T11:29:21.822" v="10575" actId="20577"/>
          <ac:spMkLst>
            <pc:docMk/>
            <pc:sldMk cId="0" sldId="258"/>
            <ac:spMk id="191491" creationId="{F08976FF-AE10-4DAD-AF56-53E759C250CC}"/>
          </ac:spMkLst>
        </pc:spChg>
      </pc:sldChg>
      <pc:sldChg chg="modSp add mod">
        <pc:chgData name="Ivan Granja" userId="d0a12471-25a3-466a-a647-7cb796ed786c" providerId="ADAL" clId="{A9DAD972-E793-4934-B598-960E07B536E7}" dt="2020-09-18T17:59:19.362" v="12403"/>
        <pc:sldMkLst>
          <pc:docMk/>
          <pc:sldMk cId="0" sldId="259"/>
        </pc:sldMkLst>
        <pc:spChg chg="mod">
          <ac:chgData name="Ivan Granja" userId="d0a12471-25a3-466a-a647-7cb796ed786c" providerId="ADAL" clId="{A9DAD972-E793-4934-B598-960E07B536E7}" dt="2020-09-18T17:59:19.362" v="12403"/>
          <ac:spMkLst>
            <pc:docMk/>
            <pc:sldMk cId="0" sldId="259"/>
            <ac:spMk id="234498" creationId="{64336785-81DF-49C6-BB15-0ED5DEC28372}"/>
          </ac:spMkLst>
        </pc:spChg>
        <pc:spChg chg="mod">
          <ac:chgData name="Ivan Granja" userId="d0a12471-25a3-466a-a647-7cb796ed786c" providerId="ADAL" clId="{A9DAD972-E793-4934-B598-960E07B536E7}" dt="2020-09-15T11:05:59.080" v="10572" actId="20577"/>
          <ac:spMkLst>
            <pc:docMk/>
            <pc:sldMk cId="0" sldId="259"/>
            <ac:spMk id="234499" creationId="{892B6755-ABC7-42D6-B245-742EE33439B6}"/>
          </ac:spMkLst>
        </pc:spChg>
      </pc:sldChg>
      <pc:sldChg chg="addSp modSp add mod">
        <pc:chgData name="Ivan Granja" userId="d0a12471-25a3-466a-a647-7cb796ed786c" providerId="ADAL" clId="{A9DAD972-E793-4934-B598-960E07B536E7}" dt="2020-09-18T17:59:19.362" v="12403"/>
        <pc:sldMkLst>
          <pc:docMk/>
          <pc:sldMk cId="0" sldId="260"/>
        </pc:sldMkLst>
        <pc:spChg chg="add mod">
          <ac:chgData name="Ivan Granja" userId="d0a12471-25a3-466a-a647-7cb796ed786c" providerId="ADAL" clId="{A9DAD972-E793-4934-B598-960E07B536E7}" dt="2020-09-14T17:40:43.621" v="358" actId="20577"/>
          <ac:spMkLst>
            <pc:docMk/>
            <pc:sldMk cId="0" sldId="260"/>
            <ac:spMk id="3" creationId="{20CBCEB8-4446-4BE1-A50B-243E4A6E0BEF}"/>
          </ac:spMkLst>
        </pc:spChg>
        <pc:spChg chg="mod">
          <ac:chgData name="Ivan Granja" userId="d0a12471-25a3-466a-a647-7cb796ed786c" providerId="ADAL" clId="{A9DAD972-E793-4934-B598-960E07B536E7}" dt="2020-09-18T17:59:19.362" v="12403"/>
          <ac:spMkLst>
            <pc:docMk/>
            <pc:sldMk cId="0" sldId="260"/>
            <ac:spMk id="235522" creationId="{4EB51451-2542-4097-95F0-10F151E23624}"/>
          </ac:spMkLst>
        </pc:spChg>
        <pc:spChg chg="mod">
          <ac:chgData name="Ivan Granja" userId="d0a12471-25a3-466a-a647-7cb796ed786c" providerId="ADAL" clId="{A9DAD972-E793-4934-B598-960E07B536E7}" dt="2020-09-14T17:46:18.904" v="675" actId="255"/>
          <ac:spMkLst>
            <pc:docMk/>
            <pc:sldMk cId="0" sldId="260"/>
            <ac:spMk id="235523" creationId="{5B5A8F3E-D6ED-4DAA-AD48-0F698811E908}"/>
          </ac:spMkLst>
        </pc:spChg>
        <pc:picChg chg="add mod ord">
          <ac:chgData name="Ivan Granja" userId="d0a12471-25a3-466a-a647-7cb796ed786c" providerId="ADAL" clId="{A9DAD972-E793-4934-B598-960E07B536E7}" dt="2020-09-14T17:43:46.483" v="421" actId="167"/>
          <ac:picMkLst>
            <pc:docMk/>
            <pc:sldMk cId="0" sldId="260"/>
            <ac:picMk id="2" creationId="{63832027-AFED-4562-B6E4-F757FA9BC3AF}"/>
          </ac:picMkLst>
        </pc:picChg>
      </pc:sldChg>
      <pc:sldChg chg="modSp add mod">
        <pc:chgData name="Ivan Granja" userId="d0a12471-25a3-466a-a647-7cb796ed786c" providerId="ADAL" clId="{A9DAD972-E793-4934-B598-960E07B536E7}" dt="2020-09-18T17:59:19.362" v="12403"/>
        <pc:sldMkLst>
          <pc:docMk/>
          <pc:sldMk cId="0" sldId="261"/>
        </pc:sldMkLst>
        <pc:spChg chg="mod">
          <ac:chgData name="Ivan Granja" userId="d0a12471-25a3-466a-a647-7cb796ed786c" providerId="ADAL" clId="{A9DAD972-E793-4934-B598-960E07B536E7}" dt="2020-09-18T17:59:19.362" v="12403"/>
          <ac:spMkLst>
            <pc:docMk/>
            <pc:sldMk cId="0" sldId="261"/>
            <ac:spMk id="236546" creationId="{C1232FE7-0E0C-45C7-B788-428C9E5587BA}"/>
          </ac:spMkLst>
        </pc:spChg>
        <pc:spChg chg="mod">
          <ac:chgData name="Ivan Granja" userId="d0a12471-25a3-466a-a647-7cb796ed786c" providerId="ADAL" clId="{A9DAD972-E793-4934-B598-960E07B536E7}" dt="2020-09-14T17:52:38.335" v="1144" actId="20577"/>
          <ac:spMkLst>
            <pc:docMk/>
            <pc:sldMk cId="0" sldId="261"/>
            <ac:spMk id="236547" creationId="{B84A0A26-F83F-4C73-9CE9-DF44DDA29873}"/>
          </ac:spMkLst>
        </pc:spChg>
      </pc:sldChg>
      <pc:sldChg chg="modSp add del mod">
        <pc:chgData name="Ivan Granja" userId="d0a12471-25a3-466a-a647-7cb796ed786c" providerId="ADAL" clId="{A9DAD972-E793-4934-B598-960E07B536E7}" dt="2020-09-14T18:56:39.168" v="3810" actId="47"/>
        <pc:sldMkLst>
          <pc:docMk/>
          <pc:sldMk cId="0" sldId="262"/>
        </pc:sldMkLst>
        <pc:spChg chg="mod">
          <ac:chgData name="Ivan Granja" userId="d0a12471-25a3-466a-a647-7cb796ed786c" providerId="ADAL" clId="{A9DAD972-E793-4934-B598-960E07B536E7}" dt="2020-09-14T17:53:48.017" v="1179" actId="1076"/>
          <ac:spMkLst>
            <pc:docMk/>
            <pc:sldMk cId="0" sldId="262"/>
            <ac:spMk id="237571" creationId="{25B597AC-878E-4C9F-9368-CFD078EC0BFC}"/>
          </ac:spMkLst>
        </pc:spChg>
        <pc:spChg chg="mod">
          <ac:chgData name="Ivan Granja" userId="d0a12471-25a3-466a-a647-7cb796ed786c" providerId="ADAL" clId="{A9DAD972-E793-4934-B598-960E07B536E7}" dt="2020-09-14T17:53:48.017" v="1179" actId="1076"/>
          <ac:spMkLst>
            <pc:docMk/>
            <pc:sldMk cId="0" sldId="262"/>
            <ac:spMk id="237572" creationId="{FEA6E2DA-8505-4980-BC04-4B8DAC9C537C}"/>
          </ac:spMkLst>
        </pc:spChg>
        <pc:spChg chg="mod">
          <ac:chgData name="Ivan Granja" userId="d0a12471-25a3-466a-a647-7cb796ed786c" providerId="ADAL" clId="{A9DAD972-E793-4934-B598-960E07B536E7}" dt="2020-09-14T17:53:48.017" v="1179" actId="1076"/>
          <ac:spMkLst>
            <pc:docMk/>
            <pc:sldMk cId="0" sldId="262"/>
            <ac:spMk id="237573" creationId="{B1A73514-6C63-4033-BB1B-9879339C1A14}"/>
          </ac:spMkLst>
        </pc:spChg>
        <pc:spChg chg="mod">
          <ac:chgData name="Ivan Granja" userId="d0a12471-25a3-466a-a647-7cb796ed786c" providerId="ADAL" clId="{A9DAD972-E793-4934-B598-960E07B536E7}" dt="2020-09-14T17:54:16.510" v="1188" actId="1076"/>
          <ac:spMkLst>
            <pc:docMk/>
            <pc:sldMk cId="0" sldId="262"/>
            <ac:spMk id="237574" creationId="{80F17F8E-7401-4164-A4EB-55B55839A5A1}"/>
          </ac:spMkLst>
        </pc:spChg>
        <pc:spChg chg="mod">
          <ac:chgData name="Ivan Granja" userId="d0a12471-25a3-466a-a647-7cb796ed786c" providerId="ADAL" clId="{A9DAD972-E793-4934-B598-960E07B536E7}" dt="2020-09-14T17:54:17.998" v="1189" actId="1076"/>
          <ac:spMkLst>
            <pc:docMk/>
            <pc:sldMk cId="0" sldId="262"/>
            <ac:spMk id="237575" creationId="{C8984625-EC65-420D-8CDB-9FF8661DEBD8}"/>
          </ac:spMkLst>
        </pc:spChg>
        <pc:spChg chg="mod">
          <ac:chgData name="Ivan Granja" userId="d0a12471-25a3-466a-a647-7cb796ed786c" providerId="ADAL" clId="{A9DAD972-E793-4934-B598-960E07B536E7}" dt="2020-09-14T17:54:25.363" v="1191" actId="1076"/>
          <ac:spMkLst>
            <pc:docMk/>
            <pc:sldMk cId="0" sldId="262"/>
            <ac:spMk id="237576" creationId="{C9BE5DDA-6271-4A6A-915D-31B95921B55C}"/>
          </ac:spMkLst>
        </pc:spChg>
        <pc:spChg chg="mod">
          <ac:chgData name="Ivan Granja" userId="d0a12471-25a3-466a-a647-7cb796ed786c" providerId="ADAL" clId="{A9DAD972-E793-4934-B598-960E07B536E7}" dt="2020-09-14T17:54:19.526" v="1190" actId="1076"/>
          <ac:spMkLst>
            <pc:docMk/>
            <pc:sldMk cId="0" sldId="262"/>
            <ac:spMk id="237577" creationId="{32618F32-2357-41C8-9FD0-C79737E22D6D}"/>
          </ac:spMkLst>
        </pc:spChg>
        <pc:spChg chg="mod">
          <ac:chgData name="Ivan Granja" userId="d0a12471-25a3-466a-a647-7cb796ed786c" providerId="ADAL" clId="{A9DAD972-E793-4934-B598-960E07B536E7}" dt="2020-09-14T17:54:15.289" v="1187" actId="1076"/>
          <ac:spMkLst>
            <pc:docMk/>
            <pc:sldMk cId="0" sldId="262"/>
            <ac:spMk id="237578" creationId="{2BDEC4DD-CEB5-4FD7-AC2A-FC19A48E97D1}"/>
          </ac:spMkLst>
        </pc:spChg>
        <pc:spChg chg="mod">
          <ac:chgData name="Ivan Granja" userId="d0a12471-25a3-466a-a647-7cb796ed786c" providerId="ADAL" clId="{A9DAD972-E793-4934-B598-960E07B536E7}" dt="2020-09-14T17:54:35.191" v="1195" actId="20577"/>
          <ac:spMkLst>
            <pc:docMk/>
            <pc:sldMk cId="0" sldId="262"/>
            <ac:spMk id="237584" creationId="{CEE052C3-8B0F-4263-BD70-E3AD5B44E374}"/>
          </ac:spMkLst>
        </pc:spChg>
        <pc:picChg chg="mod">
          <ac:chgData name="Ivan Granja" userId="d0a12471-25a3-466a-a647-7cb796ed786c" providerId="ADAL" clId="{A9DAD972-E793-4934-B598-960E07B536E7}" dt="2020-09-14T17:53:48.017" v="1179" actId="1076"/>
          <ac:picMkLst>
            <pc:docMk/>
            <pc:sldMk cId="0" sldId="262"/>
            <ac:picMk id="237579" creationId="{146CD98C-9CF5-473C-894D-35548E16B90E}"/>
          </ac:picMkLst>
        </pc:picChg>
        <pc:picChg chg="mod">
          <ac:chgData name="Ivan Granja" userId="d0a12471-25a3-466a-a647-7cb796ed786c" providerId="ADAL" clId="{A9DAD972-E793-4934-B598-960E07B536E7}" dt="2020-09-14T17:54:28.116" v="1194" actId="1038"/>
          <ac:picMkLst>
            <pc:docMk/>
            <pc:sldMk cId="0" sldId="262"/>
            <ac:picMk id="237580" creationId="{8D17A83B-5E53-46CF-A259-030B04B06579}"/>
          </ac:picMkLst>
        </pc:picChg>
        <pc:picChg chg="mod">
          <ac:chgData name="Ivan Granja" userId="d0a12471-25a3-466a-a647-7cb796ed786c" providerId="ADAL" clId="{A9DAD972-E793-4934-B598-960E07B536E7}" dt="2020-09-14T17:54:05.477" v="1184" actId="1038"/>
          <ac:picMkLst>
            <pc:docMk/>
            <pc:sldMk cId="0" sldId="262"/>
            <ac:picMk id="237581" creationId="{2E255CE6-AF41-4DD5-9DE6-CE09A959560D}"/>
          </ac:picMkLst>
        </pc:picChg>
        <pc:picChg chg="mod">
          <ac:chgData name="Ivan Granja" userId="d0a12471-25a3-466a-a647-7cb796ed786c" providerId="ADAL" clId="{A9DAD972-E793-4934-B598-960E07B536E7}" dt="2020-09-14T17:54:12.048" v="1186" actId="1076"/>
          <ac:picMkLst>
            <pc:docMk/>
            <pc:sldMk cId="0" sldId="262"/>
            <ac:picMk id="237582" creationId="{0D7AB61C-5E08-4D65-AA90-73B2F5EDFE55}"/>
          </ac:picMkLst>
        </pc:picChg>
        <pc:picChg chg="mod">
          <ac:chgData name="Ivan Granja" userId="d0a12471-25a3-466a-a647-7cb796ed786c" providerId="ADAL" clId="{A9DAD972-E793-4934-B598-960E07B536E7}" dt="2020-09-14T17:54:09.917" v="1185" actId="1076"/>
          <ac:picMkLst>
            <pc:docMk/>
            <pc:sldMk cId="0" sldId="262"/>
            <ac:picMk id="237583" creationId="{057292F3-5F05-46E1-ABB3-11656CBEBE92}"/>
          </ac:picMkLst>
        </pc:picChg>
      </pc:sldChg>
      <pc:sldChg chg="add del">
        <pc:chgData name="Ivan Granja" userId="d0a12471-25a3-466a-a647-7cb796ed786c" providerId="ADAL" clId="{A9DAD972-E793-4934-B598-960E07B536E7}" dt="2020-09-14T18:56:42.900" v="3811" actId="47"/>
        <pc:sldMkLst>
          <pc:docMk/>
          <pc:sldMk cId="0" sldId="263"/>
        </pc:sldMkLst>
      </pc:sldChg>
      <pc:sldChg chg="addSp delSp modSp add mod">
        <pc:chgData name="Ivan Granja" userId="d0a12471-25a3-466a-a647-7cb796ed786c" providerId="ADAL" clId="{A9DAD972-E793-4934-B598-960E07B536E7}" dt="2020-09-18T17:59:19.362" v="12403"/>
        <pc:sldMkLst>
          <pc:docMk/>
          <pc:sldMk cId="0" sldId="264"/>
        </pc:sldMkLst>
        <pc:spChg chg="mod">
          <ac:chgData name="Ivan Granja" userId="d0a12471-25a3-466a-a647-7cb796ed786c" providerId="ADAL" clId="{A9DAD972-E793-4934-B598-960E07B536E7}" dt="2020-09-18T17:59:19.362" v="12403"/>
          <ac:spMkLst>
            <pc:docMk/>
            <pc:sldMk cId="0" sldId="264"/>
            <ac:spMk id="239618" creationId="{1B2124FF-2361-4B15-801E-B5B9FA65B2A7}"/>
          </ac:spMkLst>
        </pc:spChg>
        <pc:spChg chg="mod">
          <ac:chgData name="Ivan Granja" userId="d0a12471-25a3-466a-a647-7cb796ed786c" providerId="ADAL" clId="{A9DAD972-E793-4934-B598-960E07B536E7}" dt="2020-09-14T18:09:53.639" v="1610" actId="20577"/>
          <ac:spMkLst>
            <pc:docMk/>
            <pc:sldMk cId="0" sldId="264"/>
            <ac:spMk id="239619" creationId="{5199E65E-CBAD-4C0E-A172-29AF7A3764C4}"/>
          </ac:spMkLst>
        </pc:spChg>
        <pc:spChg chg="add del mod topLvl">
          <ac:chgData name="Ivan Granja" userId="d0a12471-25a3-466a-a647-7cb796ed786c" providerId="ADAL" clId="{A9DAD972-E793-4934-B598-960E07B536E7}" dt="2020-09-14T18:07:04.712" v="1413" actId="1076"/>
          <ac:spMkLst>
            <pc:docMk/>
            <pc:sldMk cId="0" sldId="264"/>
            <ac:spMk id="239623" creationId="{D3AF6ACC-D428-4891-B3E3-84F56D828BFE}"/>
          </ac:spMkLst>
        </pc:spChg>
        <pc:spChg chg="add del mod topLvl">
          <ac:chgData name="Ivan Granja" userId="d0a12471-25a3-466a-a647-7cb796ed786c" providerId="ADAL" clId="{A9DAD972-E793-4934-B598-960E07B536E7}" dt="2020-09-14T18:07:04.712" v="1413" actId="1076"/>
          <ac:spMkLst>
            <pc:docMk/>
            <pc:sldMk cId="0" sldId="264"/>
            <ac:spMk id="239625" creationId="{41B45615-CB9D-4F27-A026-FA9A2AEE04E7}"/>
          </ac:spMkLst>
        </pc:spChg>
        <pc:spChg chg="mod topLvl">
          <ac:chgData name="Ivan Granja" userId="d0a12471-25a3-466a-a647-7cb796ed786c" providerId="ADAL" clId="{A9DAD972-E793-4934-B598-960E07B536E7}" dt="2020-09-14T18:07:04.712" v="1413" actId="1076"/>
          <ac:spMkLst>
            <pc:docMk/>
            <pc:sldMk cId="0" sldId="264"/>
            <ac:spMk id="239626" creationId="{E687030F-5FFF-4FA6-BA35-53F4ED083BDE}"/>
          </ac:spMkLst>
        </pc:spChg>
        <pc:spChg chg="add del mod topLvl">
          <ac:chgData name="Ivan Granja" userId="d0a12471-25a3-466a-a647-7cb796ed786c" providerId="ADAL" clId="{A9DAD972-E793-4934-B598-960E07B536E7}" dt="2020-09-14T18:07:04.712" v="1413" actId="1076"/>
          <ac:spMkLst>
            <pc:docMk/>
            <pc:sldMk cId="0" sldId="264"/>
            <ac:spMk id="239627" creationId="{A6958AAB-A7E9-4DE7-939A-CA861339D56D}"/>
          </ac:spMkLst>
        </pc:spChg>
        <pc:spChg chg="mod topLvl">
          <ac:chgData name="Ivan Granja" userId="d0a12471-25a3-466a-a647-7cb796ed786c" providerId="ADAL" clId="{A9DAD972-E793-4934-B598-960E07B536E7}" dt="2020-09-14T18:07:04.712" v="1413" actId="1076"/>
          <ac:spMkLst>
            <pc:docMk/>
            <pc:sldMk cId="0" sldId="264"/>
            <ac:spMk id="239628" creationId="{BC113A0F-C2F6-43C8-8674-E8B07DC9ACF1}"/>
          </ac:spMkLst>
        </pc:spChg>
        <pc:spChg chg="mod topLvl">
          <ac:chgData name="Ivan Granja" userId="d0a12471-25a3-466a-a647-7cb796ed786c" providerId="ADAL" clId="{A9DAD972-E793-4934-B598-960E07B536E7}" dt="2020-09-14T18:07:04.712" v="1413" actId="1076"/>
          <ac:spMkLst>
            <pc:docMk/>
            <pc:sldMk cId="0" sldId="264"/>
            <ac:spMk id="239629" creationId="{D377ECD7-7442-469A-AA5D-D66764C8C434}"/>
          </ac:spMkLst>
        </pc:spChg>
        <pc:spChg chg="del">
          <ac:chgData name="Ivan Granja" userId="d0a12471-25a3-466a-a647-7cb796ed786c" providerId="ADAL" clId="{A9DAD972-E793-4934-B598-960E07B536E7}" dt="2020-09-14T17:58:03.630" v="1212" actId="478"/>
          <ac:spMkLst>
            <pc:docMk/>
            <pc:sldMk cId="0" sldId="264"/>
            <ac:spMk id="239630" creationId="{68AFA56C-F9C3-4E9D-8836-07389BF34DC4}"/>
          </ac:spMkLst>
        </pc:spChg>
        <pc:spChg chg="add del mod topLvl">
          <ac:chgData name="Ivan Granja" userId="d0a12471-25a3-466a-a647-7cb796ed786c" providerId="ADAL" clId="{A9DAD972-E793-4934-B598-960E07B536E7}" dt="2020-09-14T18:07:04.712" v="1413" actId="1076"/>
          <ac:spMkLst>
            <pc:docMk/>
            <pc:sldMk cId="0" sldId="264"/>
            <ac:spMk id="239631" creationId="{DCE283FC-3AF1-42F0-8114-7BD462E6790B}"/>
          </ac:spMkLst>
        </pc:spChg>
        <pc:spChg chg="add del mod topLvl">
          <ac:chgData name="Ivan Granja" userId="d0a12471-25a3-466a-a647-7cb796ed786c" providerId="ADAL" clId="{A9DAD972-E793-4934-B598-960E07B536E7}" dt="2020-09-14T18:07:04.712" v="1413" actId="1076"/>
          <ac:spMkLst>
            <pc:docMk/>
            <pc:sldMk cId="0" sldId="264"/>
            <ac:spMk id="239632" creationId="{1CE58B15-9743-4829-8BDD-0CEFDBEAE623}"/>
          </ac:spMkLst>
        </pc:spChg>
        <pc:spChg chg="add del mod topLvl">
          <ac:chgData name="Ivan Granja" userId="d0a12471-25a3-466a-a647-7cb796ed786c" providerId="ADAL" clId="{A9DAD972-E793-4934-B598-960E07B536E7}" dt="2020-09-14T18:07:04.712" v="1413" actId="1076"/>
          <ac:spMkLst>
            <pc:docMk/>
            <pc:sldMk cId="0" sldId="264"/>
            <ac:spMk id="239633" creationId="{DAED2080-B3D0-4045-B379-D33F807F05F7}"/>
          </ac:spMkLst>
        </pc:spChg>
        <pc:grpChg chg="add del mod">
          <ac:chgData name="Ivan Granja" userId="d0a12471-25a3-466a-a647-7cb796ed786c" providerId="ADAL" clId="{A9DAD972-E793-4934-B598-960E07B536E7}" dt="2020-09-14T18:02:53.024" v="1304" actId="165"/>
          <ac:grpSpMkLst>
            <pc:docMk/>
            <pc:sldMk cId="0" sldId="264"/>
            <ac:grpSpMk id="2" creationId="{AF6F0920-AAFB-4707-9FC7-BFCD0B6E9BD1}"/>
          </ac:grpSpMkLst>
        </pc:grpChg>
        <pc:grpChg chg="add mod">
          <ac:chgData name="Ivan Granja" userId="d0a12471-25a3-466a-a647-7cb796ed786c" providerId="ADAL" clId="{A9DAD972-E793-4934-B598-960E07B536E7}" dt="2020-09-14T18:07:04.712" v="1413" actId="1076"/>
          <ac:grpSpMkLst>
            <pc:docMk/>
            <pc:sldMk cId="0" sldId="264"/>
            <ac:grpSpMk id="3" creationId="{E7C06CB7-F57B-423B-AB01-D65166F3BFA3}"/>
          </ac:grpSpMkLst>
        </pc:grpChg>
        <pc:picChg chg="add del mod topLvl">
          <ac:chgData name="Ivan Granja" userId="d0a12471-25a3-466a-a647-7cb796ed786c" providerId="ADAL" clId="{A9DAD972-E793-4934-B598-960E07B536E7}" dt="2020-09-14T18:07:04.712" v="1413" actId="1076"/>
          <ac:picMkLst>
            <pc:docMk/>
            <pc:sldMk cId="0" sldId="264"/>
            <ac:picMk id="239620" creationId="{10075455-FE6E-4FBD-BAD7-CB356F1649DA}"/>
          </ac:picMkLst>
        </pc:picChg>
        <pc:picChg chg="add del mod topLvl">
          <ac:chgData name="Ivan Granja" userId="d0a12471-25a3-466a-a647-7cb796ed786c" providerId="ADAL" clId="{A9DAD972-E793-4934-B598-960E07B536E7}" dt="2020-09-14T18:07:04.712" v="1413" actId="1076"/>
          <ac:picMkLst>
            <pc:docMk/>
            <pc:sldMk cId="0" sldId="264"/>
            <ac:picMk id="239621" creationId="{46C4F7CC-E9C5-4357-B449-87D89AAE5E1C}"/>
          </ac:picMkLst>
        </pc:picChg>
        <pc:picChg chg="add del mod topLvl">
          <ac:chgData name="Ivan Granja" userId="d0a12471-25a3-466a-a647-7cb796ed786c" providerId="ADAL" clId="{A9DAD972-E793-4934-B598-960E07B536E7}" dt="2020-09-14T18:07:04.712" v="1413" actId="1076"/>
          <ac:picMkLst>
            <pc:docMk/>
            <pc:sldMk cId="0" sldId="264"/>
            <ac:picMk id="239622" creationId="{D87DFBC0-C735-4A59-8374-B5475332E003}"/>
          </ac:picMkLst>
        </pc:picChg>
        <pc:picChg chg="add del mod topLvl">
          <ac:chgData name="Ivan Granja" userId="d0a12471-25a3-466a-a647-7cb796ed786c" providerId="ADAL" clId="{A9DAD972-E793-4934-B598-960E07B536E7}" dt="2020-09-14T18:07:04.712" v="1413" actId="1076"/>
          <ac:picMkLst>
            <pc:docMk/>
            <pc:sldMk cId="0" sldId="264"/>
            <ac:picMk id="239624" creationId="{CF77E35A-B724-419C-B1C5-E2374FE20415}"/>
          </ac:picMkLst>
        </pc:picChg>
      </pc:sldChg>
      <pc:sldChg chg="add del">
        <pc:chgData name="Ivan Granja" userId="d0a12471-25a3-466a-a647-7cb796ed786c" providerId="ADAL" clId="{A9DAD972-E793-4934-B598-960E07B536E7}" dt="2020-09-14T18:56:45.363" v="3813" actId="47"/>
        <pc:sldMkLst>
          <pc:docMk/>
          <pc:sldMk cId="0" sldId="265"/>
        </pc:sldMkLst>
      </pc:sldChg>
      <pc:sldChg chg="addSp delSp modSp add mod">
        <pc:chgData name="Ivan Granja" userId="d0a12471-25a3-466a-a647-7cb796ed786c" providerId="ADAL" clId="{A9DAD972-E793-4934-B598-960E07B536E7}" dt="2020-09-18T17:59:19.362" v="12403"/>
        <pc:sldMkLst>
          <pc:docMk/>
          <pc:sldMk cId="0" sldId="268"/>
        </pc:sldMkLst>
        <pc:spChg chg="add del">
          <ac:chgData name="Ivan Granja" userId="d0a12471-25a3-466a-a647-7cb796ed786c" providerId="ADAL" clId="{A9DAD972-E793-4934-B598-960E07B536E7}" dt="2020-09-14T19:16:17.802" v="4341" actId="22"/>
          <ac:spMkLst>
            <pc:docMk/>
            <pc:sldMk cId="0" sldId="268"/>
            <ac:spMk id="2" creationId="{12568C67-8024-4A4B-8044-CB7206ED7B32}"/>
          </ac:spMkLst>
        </pc:spChg>
        <pc:spChg chg="add mod">
          <ac:chgData name="Ivan Granja" userId="d0a12471-25a3-466a-a647-7cb796ed786c" providerId="ADAL" clId="{A9DAD972-E793-4934-B598-960E07B536E7}" dt="2020-09-14T19:23:36.680" v="4691" actId="14100"/>
          <ac:spMkLst>
            <pc:docMk/>
            <pc:sldMk cId="0" sldId="268"/>
            <ac:spMk id="8" creationId="{F3B1E245-DC6C-4C6D-B45C-FDBEE646029D}"/>
          </ac:spMkLst>
        </pc:spChg>
        <pc:spChg chg="add mod">
          <ac:chgData name="Ivan Granja" userId="d0a12471-25a3-466a-a647-7cb796ed786c" providerId="ADAL" clId="{A9DAD972-E793-4934-B598-960E07B536E7}" dt="2020-09-14T19:23:59.625" v="4695" actId="207"/>
          <ac:spMkLst>
            <pc:docMk/>
            <pc:sldMk cId="0" sldId="268"/>
            <ac:spMk id="9" creationId="{98FC26C5-59BC-4509-B5BC-CD30D364E495}"/>
          </ac:spMkLst>
        </pc:spChg>
        <pc:spChg chg="add mod">
          <ac:chgData name="Ivan Granja" userId="d0a12471-25a3-466a-a647-7cb796ed786c" providerId="ADAL" clId="{A9DAD972-E793-4934-B598-960E07B536E7}" dt="2020-09-14T19:37:27.209" v="5214" actId="6549"/>
          <ac:spMkLst>
            <pc:docMk/>
            <pc:sldMk cId="0" sldId="268"/>
            <ac:spMk id="10" creationId="{76F70F81-9593-46C2-9A8E-92CE460C4D6F}"/>
          </ac:spMkLst>
        </pc:spChg>
        <pc:spChg chg="add mod">
          <ac:chgData name="Ivan Granja" userId="d0a12471-25a3-466a-a647-7cb796ed786c" providerId="ADAL" clId="{A9DAD972-E793-4934-B598-960E07B536E7}" dt="2020-09-14T19:24:37.437" v="4706" actId="14100"/>
          <ac:spMkLst>
            <pc:docMk/>
            <pc:sldMk cId="0" sldId="268"/>
            <ac:spMk id="13" creationId="{F29E2896-E86B-41DB-80E5-B360681F194C}"/>
          </ac:spMkLst>
        </pc:spChg>
        <pc:spChg chg="add mod">
          <ac:chgData name="Ivan Granja" userId="d0a12471-25a3-466a-a647-7cb796ed786c" providerId="ADAL" clId="{A9DAD972-E793-4934-B598-960E07B536E7}" dt="2020-09-14T19:25:27.354" v="4794" actId="207"/>
          <ac:spMkLst>
            <pc:docMk/>
            <pc:sldMk cId="0" sldId="268"/>
            <ac:spMk id="15" creationId="{96E617B2-8609-4293-B4A8-152C90CF7C9D}"/>
          </ac:spMkLst>
        </pc:spChg>
        <pc:spChg chg="add mod">
          <ac:chgData name="Ivan Granja" userId="d0a12471-25a3-466a-a647-7cb796ed786c" providerId="ADAL" clId="{A9DAD972-E793-4934-B598-960E07B536E7}" dt="2020-09-14T19:26:01.053" v="4807" actId="1037"/>
          <ac:spMkLst>
            <pc:docMk/>
            <pc:sldMk cId="0" sldId="268"/>
            <ac:spMk id="17" creationId="{5AE3649B-2223-45F1-A63C-22D04BB4086A}"/>
          </ac:spMkLst>
        </pc:spChg>
        <pc:spChg chg="add mod">
          <ac:chgData name="Ivan Granja" userId="d0a12471-25a3-466a-a647-7cb796ed786c" providerId="ADAL" clId="{A9DAD972-E793-4934-B598-960E07B536E7}" dt="2020-09-14T19:26:11.309" v="4809" actId="1076"/>
          <ac:spMkLst>
            <pc:docMk/>
            <pc:sldMk cId="0" sldId="268"/>
            <ac:spMk id="19" creationId="{95630AF2-64EA-4025-8122-A19ACCFB6249}"/>
          </ac:spMkLst>
        </pc:spChg>
        <pc:spChg chg="add mod">
          <ac:chgData name="Ivan Granja" userId="d0a12471-25a3-466a-a647-7cb796ed786c" providerId="ADAL" clId="{A9DAD972-E793-4934-B598-960E07B536E7}" dt="2020-09-14T19:26:50.561" v="4824" actId="1036"/>
          <ac:spMkLst>
            <pc:docMk/>
            <pc:sldMk cId="0" sldId="268"/>
            <ac:spMk id="21" creationId="{1B4B3434-F4AD-4998-8C4B-6D581057B853}"/>
          </ac:spMkLst>
        </pc:spChg>
        <pc:spChg chg="add mod">
          <ac:chgData name="Ivan Granja" userId="d0a12471-25a3-466a-a647-7cb796ed786c" providerId="ADAL" clId="{A9DAD972-E793-4934-B598-960E07B536E7}" dt="2020-09-14T19:26:46.670" v="4822" actId="1036"/>
          <ac:spMkLst>
            <pc:docMk/>
            <pc:sldMk cId="0" sldId="268"/>
            <ac:spMk id="23" creationId="{8AB94DC5-0C3C-404B-A963-F65766D8615D}"/>
          </ac:spMkLst>
        </pc:spChg>
        <pc:spChg chg="add mod">
          <ac:chgData name="Ivan Granja" userId="d0a12471-25a3-466a-a647-7cb796ed786c" providerId="ADAL" clId="{A9DAD972-E793-4934-B598-960E07B536E7}" dt="2020-09-14T19:30:16.680" v="4941" actId="207"/>
          <ac:spMkLst>
            <pc:docMk/>
            <pc:sldMk cId="0" sldId="268"/>
            <ac:spMk id="25" creationId="{006BEB8D-4EAA-4869-85EE-F68BA304470C}"/>
          </ac:spMkLst>
        </pc:spChg>
        <pc:spChg chg="add mod">
          <ac:chgData name="Ivan Granja" userId="d0a12471-25a3-466a-a647-7cb796ed786c" providerId="ADAL" clId="{A9DAD972-E793-4934-B598-960E07B536E7}" dt="2020-09-14T19:31:41.517" v="5003" actId="14100"/>
          <ac:spMkLst>
            <pc:docMk/>
            <pc:sldMk cId="0" sldId="268"/>
            <ac:spMk id="27" creationId="{06C6E7C7-F2A6-4C9B-A5DB-3BD2638C1374}"/>
          </ac:spMkLst>
        </pc:spChg>
        <pc:spChg chg="add mod">
          <ac:chgData name="Ivan Granja" userId="d0a12471-25a3-466a-a647-7cb796ed786c" providerId="ADAL" clId="{A9DAD972-E793-4934-B598-960E07B536E7}" dt="2020-09-14T19:33:35.081" v="5131" actId="1035"/>
          <ac:spMkLst>
            <pc:docMk/>
            <pc:sldMk cId="0" sldId="268"/>
            <ac:spMk id="31" creationId="{6515B35A-D227-4A11-A41B-DEE66D2B761F}"/>
          </ac:spMkLst>
        </pc:spChg>
        <pc:spChg chg="add mod">
          <ac:chgData name="Ivan Granja" userId="d0a12471-25a3-466a-a647-7cb796ed786c" providerId="ADAL" clId="{A9DAD972-E793-4934-B598-960E07B536E7}" dt="2020-09-14T19:36:20.105" v="5181" actId="14100"/>
          <ac:spMkLst>
            <pc:docMk/>
            <pc:sldMk cId="0" sldId="268"/>
            <ac:spMk id="33" creationId="{53733B81-EB5C-4D00-A58B-0142AC4B930C}"/>
          </ac:spMkLst>
        </pc:spChg>
        <pc:spChg chg="mod">
          <ac:chgData name="Ivan Granja" userId="d0a12471-25a3-466a-a647-7cb796ed786c" providerId="ADAL" clId="{A9DAD972-E793-4934-B598-960E07B536E7}" dt="2020-09-18T17:59:19.362" v="12403"/>
          <ac:spMkLst>
            <pc:docMk/>
            <pc:sldMk cId="0" sldId="268"/>
            <ac:spMk id="10242" creationId="{3BF2C80A-7CC0-4327-996A-FB7AC3AB0F97}"/>
          </ac:spMkLst>
        </pc:spChg>
        <pc:spChg chg="mod">
          <ac:chgData name="Ivan Granja" userId="d0a12471-25a3-466a-a647-7cb796ed786c" providerId="ADAL" clId="{A9DAD972-E793-4934-B598-960E07B536E7}" dt="2020-09-14T19:20:07.242" v="4439" actId="14100"/>
          <ac:spMkLst>
            <pc:docMk/>
            <pc:sldMk cId="0" sldId="268"/>
            <ac:spMk id="10243" creationId="{E74E71FE-BB83-484A-96D0-3917E256D04C}"/>
          </ac:spMkLst>
        </pc:spChg>
        <pc:picChg chg="add del">
          <ac:chgData name="Ivan Granja" userId="d0a12471-25a3-466a-a647-7cb796ed786c" providerId="ADAL" clId="{A9DAD972-E793-4934-B598-960E07B536E7}" dt="2020-09-14T19:16:17.802" v="4341" actId="22"/>
          <ac:picMkLst>
            <pc:docMk/>
            <pc:sldMk cId="0" sldId="268"/>
            <ac:picMk id="3" creationId="{4FBE7C58-E004-4009-AE96-52C77FFDFAE6}"/>
          </ac:picMkLst>
        </pc:picChg>
        <pc:picChg chg="add mod">
          <ac:chgData name="Ivan Granja" userId="d0a12471-25a3-466a-a647-7cb796ed786c" providerId="ADAL" clId="{A9DAD972-E793-4934-B598-960E07B536E7}" dt="2020-09-14T19:20:12.493" v="4441" actId="14100"/>
          <ac:picMkLst>
            <pc:docMk/>
            <pc:sldMk cId="0" sldId="268"/>
            <ac:picMk id="7" creationId="{CD2FD710-281C-4FD0-823B-AE44CFB57C2F}"/>
          </ac:picMkLst>
        </pc:picChg>
        <pc:picChg chg="add del">
          <ac:chgData name="Ivan Granja" userId="d0a12471-25a3-466a-a647-7cb796ed786c" providerId="ADAL" clId="{A9DAD972-E793-4934-B598-960E07B536E7}" dt="2020-09-14T19:24:09.428" v="4697" actId="22"/>
          <ac:picMkLst>
            <pc:docMk/>
            <pc:sldMk cId="0" sldId="268"/>
            <ac:picMk id="11" creationId="{F17BBD25-3807-4167-8628-0BE573D96511}"/>
          </ac:picMkLst>
        </pc:picChg>
        <pc:picChg chg="add del">
          <ac:chgData name="Ivan Granja" userId="d0a12471-25a3-466a-a647-7cb796ed786c" providerId="ADAL" clId="{A9DAD972-E793-4934-B598-960E07B536E7}" dt="2020-09-14T19:31:47.142" v="5005" actId="22"/>
          <ac:picMkLst>
            <pc:docMk/>
            <pc:sldMk cId="0" sldId="268"/>
            <ac:picMk id="29" creationId="{C42436E3-9313-4088-94A5-F56469213820}"/>
          </ac:picMkLst>
        </pc:picChg>
      </pc:sldChg>
      <pc:sldChg chg="modSp add del mod">
        <pc:chgData name="Ivan Granja" userId="d0a12471-25a3-466a-a647-7cb796ed786c" providerId="ADAL" clId="{A9DAD972-E793-4934-B598-960E07B536E7}" dt="2020-09-21T19:02:03.476" v="16153" actId="20577"/>
        <pc:sldMkLst>
          <pc:docMk/>
          <pc:sldMk cId="0" sldId="269"/>
        </pc:sldMkLst>
        <pc:spChg chg="mod">
          <ac:chgData name="Ivan Granja" userId="d0a12471-25a3-466a-a647-7cb796ed786c" providerId="ADAL" clId="{A9DAD972-E793-4934-B598-960E07B536E7}" dt="2020-09-21T19:02:03.476" v="16153" actId="20577"/>
          <ac:spMkLst>
            <pc:docMk/>
            <pc:sldMk cId="0" sldId="269"/>
            <ac:spMk id="252931" creationId="{402A9080-5579-49A7-AFB1-FC06F2248A7D}"/>
          </ac:spMkLst>
        </pc:spChg>
      </pc:sldChg>
      <pc:sldChg chg="modSp add del mod ord">
        <pc:chgData name="Ivan Granja" userId="d0a12471-25a3-466a-a647-7cb796ed786c" providerId="ADAL" clId="{A9DAD972-E793-4934-B598-960E07B536E7}" dt="2020-09-18T17:59:19.362" v="12403"/>
        <pc:sldMkLst>
          <pc:docMk/>
          <pc:sldMk cId="0" sldId="270"/>
        </pc:sldMkLst>
        <pc:spChg chg="mod">
          <ac:chgData name="Ivan Granja" userId="d0a12471-25a3-466a-a647-7cb796ed786c" providerId="ADAL" clId="{A9DAD972-E793-4934-B598-960E07B536E7}" dt="2020-09-18T17:59:19.362" v="12403"/>
          <ac:spMkLst>
            <pc:docMk/>
            <pc:sldMk cId="0" sldId="270"/>
            <ac:spMk id="12290" creationId="{614AD268-7C68-4EC1-BF11-719E986880DE}"/>
          </ac:spMkLst>
        </pc:spChg>
        <pc:spChg chg="mod">
          <ac:chgData name="Ivan Granja" userId="d0a12471-25a3-466a-a647-7cb796ed786c" providerId="ADAL" clId="{A9DAD972-E793-4934-B598-960E07B536E7}" dt="2020-09-14T19:05:07.085" v="4015" actId="15"/>
          <ac:spMkLst>
            <pc:docMk/>
            <pc:sldMk cId="0" sldId="270"/>
            <ac:spMk id="22531" creationId="{A29CA12A-498C-4971-9780-8BD540A658FE}"/>
          </ac:spMkLst>
        </pc:spChg>
      </pc:sldChg>
      <pc:sldChg chg="addSp delSp modSp del mod">
        <pc:chgData name="Ivan Granja" userId="d0a12471-25a3-466a-a647-7cb796ed786c" providerId="ADAL" clId="{A9DAD972-E793-4934-B598-960E07B536E7}" dt="2020-09-18T18:47:13.254" v="14159" actId="2696"/>
        <pc:sldMkLst>
          <pc:docMk/>
          <pc:sldMk cId="2853760233" sldId="271"/>
        </pc:sldMkLst>
        <pc:spChg chg="mod">
          <ac:chgData name="Ivan Granja" userId="d0a12471-25a3-466a-a647-7cb796ed786c" providerId="ADAL" clId="{A9DAD972-E793-4934-B598-960E07B536E7}" dt="2020-09-18T18:47:10.005" v="14158" actId="20577"/>
          <ac:spMkLst>
            <pc:docMk/>
            <pc:sldMk cId="2853760233" sldId="271"/>
            <ac:spMk id="208898" creationId="{A2138255-748F-4060-A27C-7ABC2F4815F0}"/>
          </ac:spMkLst>
        </pc:spChg>
        <pc:picChg chg="add del">
          <ac:chgData name="Ivan Granja" userId="d0a12471-25a3-466a-a647-7cb796ed786c" providerId="ADAL" clId="{A9DAD972-E793-4934-B598-960E07B536E7}" dt="2020-09-18T18:46:57.979" v="14132" actId="478"/>
          <ac:picMkLst>
            <pc:docMk/>
            <pc:sldMk cId="2853760233" sldId="271"/>
            <ac:picMk id="3" creationId="{A954DE01-9D03-4AC1-A0C8-32168BCF2585}"/>
          </ac:picMkLst>
        </pc:picChg>
      </pc:sldChg>
      <pc:sldChg chg="modSp add del mod">
        <pc:chgData name="Ivan Granja" userId="d0a12471-25a3-466a-a647-7cb796ed786c" providerId="ADAL" clId="{A9DAD972-E793-4934-B598-960E07B536E7}" dt="2020-09-27T22:37:24.015" v="23364" actId="20577"/>
        <pc:sldMkLst>
          <pc:docMk/>
          <pc:sldMk cId="0" sldId="272"/>
        </pc:sldMkLst>
        <pc:spChg chg="mod">
          <ac:chgData name="Ivan Granja" userId="d0a12471-25a3-466a-a647-7cb796ed786c" providerId="ADAL" clId="{A9DAD972-E793-4934-B598-960E07B536E7}" dt="2020-09-18T19:22:59.030" v="14679" actId="21"/>
          <ac:spMkLst>
            <pc:docMk/>
            <pc:sldMk cId="0" sldId="272"/>
            <ac:spMk id="209923" creationId="{FBC32253-61AC-4ABA-913D-D2B698ABA268}"/>
          </ac:spMkLst>
        </pc:spChg>
        <pc:spChg chg="mod">
          <ac:chgData name="Ivan Granja" userId="d0a12471-25a3-466a-a647-7cb796ed786c" providerId="ADAL" clId="{A9DAD972-E793-4934-B598-960E07B536E7}" dt="2020-09-21T19:34:22.684" v="16642" actId="122"/>
          <ac:spMkLst>
            <pc:docMk/>
            <pc:sldMk cId="0" sldId="272"/>
            <ac:spMk id="256002" creationId="{CCF224D3-DDE7-4E2E-9BEA-4DC00428AFAC}"/>
          </ac:spMkLst>
        </pc:spChg>
        <pc:spChg chg="mod">
          <ac:chgData name="Ivan Granja" userId="d0a12471-25a3-466a-a647-7cb796ed786c" providerId="ADAL" clId="{A9DAD972-E793-4934-B598-960E07B536E7}" dt="2020-09-27T22:37:24.015" v="23364" actId="20577"/>
          <ac:spMkLst>
            <pc:docMk/>
            <pc:sldMk cId="0" sldId="272"/>
            <ac:spMk id="256003" creationId="{18CD41B9-424C-42F7-AA22-25A1F20FAA95}"/>
          </ac:spMkLst>
        </pc:spChg>
      </pc:sldChg>
      <pc:sldChg chg="modSp add del mod">
        <pc:chgData name="Ivan Granja" userId="d0a12471-25a3-466a-a647-7cb796ed786c" providerId="ADAL" clId="{A9DAD972-E793-4934-B598-960E07B536E7}" dt="2020-09-27T22:38:28.360" v="23369" actId="255"/>
        <pc:sldMkLst>
          <pc:docMk/>
          <pc:sldMk cId="0" sldId="273"/>
        </pc:sldMkLst>
        <pc:spChg chg="mod">
          <ac:chgData name="Ivan Granja" userId="d0a12471-25a3-466a-a647-7cb796ed786c" providerId="ADAL" clId="{A9DAD972-E793-4934-B598-960E07B536E7}" dt="2020-09-21T20:04:38.531" v="18926" actId="20577"/>
          <ac:spMkLst>
            <pc:docMk/>
            <pc:sldMk cId="0" sldId="273"/>
            <ac:spMk id="257026" creationId="{5E69C199-A848-42A4-9DDF-C476A6E0AFB5}"/>
          </ac:spMkLst>
        </pc:spChg>
        <pc:spChg chg="mod">
          <ac:chgData name="Ivan Granja" userId="d0a12471-25a3-466a-a647-7cb796ed786c" providerId="ADAL" clId="{A9DAD972-E793-4934-B598-960E07B536E7}" dt="2020-09-27T22:38:28.360" v="23369" actId="255"/>
          <ac:spMkLst>
            <pc:docMk/>
            <pc:sldMk cId="0" sldId="273"/>
            <ac:spMk id="257027" creationId="{F58E55C7-74BC-4DC6-8CF9-315A490CB614}"/>
          </ac:spMkLst>
        </pc:spChg>
        <pc:spChg chg="mod">
          <ac:chgData name="Ivan Granja" userId="d0a12471-25a3-466a-a647-7cb796ed786c" providerId="ADAL" clId="{A9DAD972-E793-4934-B598-960E07B536E7}" dt="2020-09-21T20:06:48.888" v="19027" actId="207"/>
          <ac:spMkLst>
            <pc:docMk/>
            <pc:sldMk cId="0" sldId="273"/>
            <ac:spMk id="257028" creationId="{85CCD447-5168-4AB8-95D5-55BB3C868D2B}"/>
          </ac:spMkLst>
        </pc:spChg>
        <pc:spChg chg="mod">
          <ac:chgData name="Ivan Granja" userId="d0a12471-25a3-466a-a647-7cb796ed786c" providerId="ADAL" clId="{A9DAD972-E793-4934-B598-960E07B536E7}" dt="2020-09-21T20:07:24.690" v="19029" actId="1076"/>
          <ac:spMkLst>
            <pc:docMk/>
            <pc:sldMk cId="0" sldId="273"/>
            <ac:spMk id="257029" creationId="{F99EE22C-575A-477D-B7B9-10793ED02B01}"/>
          </ac:spMkLst>
        </pc:spChg>
        <pc:spChg chg="mod">
          <ac:chgData name="Ivan Granja" userId="d0a12471-25a3-466a-a647-7cb796ed786c" providerId="ADAL" clId="{A9DAD972-E793-4934-B598-960E07B536E7}" dt="2020-09-21T20:04:49.941" v="18930" actId="1076"/>
          <ac:spMkLst>
            <pc:docMk/>
            <pc:sldMk cId="0" sldId="273"/>
            <ac:spMk id="257030" creationId="{AE5D91C4-0F89-4D8B-ADFC-F18E0E19A190}"/>
          </ac:spMkLst>
        </pc:spChg>
        <pc:spChg chg="mod">
          <ac:chgData name="Ivan Granja" userId="d0a12471-25a3-466a-a647-7cb796ed786c" providerId="ADAL" clId="{A9DAD972-E793-4934-B598-960E07B536E7}" dt="2020-09-21T20:07:43.533" v="19032" actId="1076"/>
          <ac:spMkLst>
            <pc:docMk/>
            <pc:sldMk cId="0" sldId="273"/>
            <ac:spMk id="257031" creationId="{BCA24A64-E737-470A-830A-AD75E103724D}"/>
          </ac:spMkLst>
        </pc:spChg>
      </pc:sldChg>
      <pc:sldChg chg="addSp delSp modSp del mod">
        <pc:chgData name="Ivan Granja" userId="d0a12471-25a3-466a-a647-7cb796ed786c" providerId="ADAL" clId="{A9DAD972-E793-4934-B598-960E07B536E7}" dt="2020-09-18T19:46:20.420" v="15263" actId="20577"/>
        <pc:sldMkLst>
          <pc:docMk/>
          <pc:sldMk cId="0" sldId="274"/>
        </pc:sldMkLst>
        <pc:spChg chg="add mod">
          <ac:chgData name="Ivan Granja" userId="d0a12471-25a3-466a-a647-7cb796ed786c" providerId="ADAL" clId="{A9DAD972-E793-4934-B598-960E07B536E7}" dt="2020-09-18T19:46:20.420" v="15263" actId="20577"/>
          <ac:spMkLst>
            <pc:docMk/>
            <pc:sldMk cId="0" sldId="274"/>
            <ac:spMk id="6" creationId="{874E117F-B224-49E6-AADF-9C5636D59716}"/>
          </ac:spMkLst>
        </pc:spChg>
        <pc:spChg chg="mod">
          <ac:chgData name="Ivan Granja" userId="d0a12471-25a3-466a-a647-7cb796ed786c" providerId="ADAL" clId="{A9DAD972-E793-4934-B598-960E07B536E7}" dt="2020-09-18T19:38:26.783" v="15047" actId="20577"/>
          <ac:spMkLst>
            <pc:docMk/>
            <pc:sldMk cId="0" sldId="274"/>
            <ac:spMk id="211970" creationId="{5C8B73E0-A89B-4298-BF76-628E710CBDFC}"/>
          </ac:spMkLst>
        </pc:spChg>
        <pc:picChg chg="add mod">
          <ac:chgData name="Ivan Granja" userId="d0a12471-25a3-466a-a647-7cb796ed786c" providerId="ADAL" clId="{A9DAD972-E793-4934-B598-960E07B536E7}" dt="2020-09-18T19:32:18.785" v="14801" actId="1076"/>
          <ac:picMkLst>
            <pc:docMk/>
            <pc:sldMk cId="0" sldId="274"/>
            <ac:picMk id="4" creationId="{727AA568-4642-45C0-93BF-2426BD41F315}"/>
          </ac:picMkLst>
        </pc:picChg>
        <pc:picChg chg="del mod">
          <ac:chgData name="Ivan Granja" userId="d0a12471-25a3-466a-a647-7cb796ed786c" providerId="ADAL" clId="{A9DAD972-E793-4934-B598-960E07B536E7}" dt="2020-09-18T19:31:46.130" v="14798" actId="478"/>
          <ac:picMkLst>
            <pc:docMk/>
            <pc:sldMk cId="0" sldId="274"/>
            <ac:picMk id="211972" creationId="{03350F3C-1353-4782-9B33-22832FCA2332}"/>
          </ac:picMkLst>
        </pc:picChg>
      </pc:sldChg>
      <pc:sldChg chg="modSp add del mod">
        <pc:chgData name="Ivan Granja" userId="d0a12471-25a3-466a-a647-7cb796ed786c" providerId="ADAL" clId="{A9DAD972-E793-4934-B598-960E07B536E7}" dt="2020-09-21T22:08:36.910" v="19116" actId="313"/>
        <pc:sldMkLst>
          <pc:docMk/>
          <pc:sldMk cId="0" sldId="275"/>
        </pc:sldMkLst>
        <pc:spChg chg="mod">
          <ac:chgData name="Ivan Granja" userId="d0a12471-25a3-466a-a647-7cb796ed786c" providerId="ADAL" clId="{A9DAD972-E793-4934-B598-960E07B536E7}" dt="2020-09-18T19:39:00.879" v="15048" actId="21"/>
          <ac:spMkLst>
            <pc:docMk/>
            <pc:sldMk cId="0" sldId="275"/>
            <ac:spMk id="212995" creationId="{B068E6DB-839E-4782-9E7F-6FFF7C385BB9}"/>
          </ac:spMkLst>
        </pc:spChg>
        <pc:spChg chg="mod">
          <ac:chgData name="Ivan Granja" userId="d0a12471-25a3-466a-a647-7cb796ed786c" providerId="ADAL" clId="{A9DAD972-E793-4934-B598-960E07B536E7}" dt="2020-09-21T22:05:02.088" v="19041"/>
          <ac:spMkLst>
            <pc:docMk/>
            <pc:sldMk cId="0" sldId="275"/>
            <ac:spMk id="259074" creationId="{963E327A-FC52-430C-81B2-8103B44E3CBF}"/>
          </ac:spMkLst>
        </pc:spChg>
        <pc:spChg chg="mod">
          <ac:chgData name="Ivan Granja" userId="d0a12471-25a3-466a-a647-7cb796ed786c" providerId="ADAL" clId="{A9DAD972-E793-4934-B598-960E07B536E7}" dt="2020-09-21T22:08:36.910" v="19116" actId="313"/>
          <ac:spMkLst>
            <pc:docMk/>
            <pc:sldMk cId="0" sldId="275"/>
            <ac:spMk id="259075" creationId="{DD33871C-8A9F-4C2B-8B55-65110C5271C8}"/>
          </ac:spMkLst>
        </pc:spChg>
      </pc:sldChg>
      <pc:sldChg chg="addSp delSp modSp del mod">
        <pc:chgData name="Ivan Granja" userId="d0a12471-25a3-466a-a647-7cb796ed786c" providerId="ADAL" clId="{A9DAD972-E793-4934-B598-960E07B536E7}" dt="2020-09-18T19:56:59.360" v="15305" actId="20577"/>
        <pc:sldMkLst>
          <pc:docMk/>
          <pc:sldMk cId="3813715356" sldId="276"/>
        </pc:sldMkLst>
        <pc:spChg chg="add mod">
          <ac:chgData name="Ivan Granja" userId="d0a12471-25a3-466a-a647-7cb796ed786c" providerId="ADAL" clId="{A9DAD972-E793-4934-B598-960E07B536E7}" dt="2020-09-18T19:50:39.751" v="15278" actId="14100"/>
          <ac:spMkLst>
            <pc:docMk/>
            <pc:sldMk cId="3813715356" sldId="276"/>
            <ac:spMk id="5" creationId="{A6F1B20E-56E2-46AB-BC9A-4D893C06F740}"/>
          </ac:spMkLst>
        </pc:spChg>
        <pc:spChg chg="mod">
          <ac:chgData name="Ivan Granja" userId="d0a12471-25a3-466a-a647-7cb796ed786c" providerId="ADAL" clId="{A9DAD972-E793-4934-B598-960E07B536E7}" dt="2020-09-18T19:56:59.360" v="15305" actId="20577"/>
          <ac:spMkLst>
            <pc:docMk/>
            <pc:sldMk cId="3813715356" sldId="276"/>
            <ac:spMk id="214018" creationId="{FE899ACF-5372-4EC8-A44F-E2FA6494BB02}"/>
          </ac:spMkLst>
        </pc:spChg>
        <pc:picChg chg="add mod">
          <ac:chgData name="Ivan Granja" userId="d0a12471-25a3-466a-a647-7cb796ed786c" providerId="ADAL" clId="{A9DAD972-E793-4934-B598-960E07B536E7}" dt="2020-09-18T19:50:22.292" v="15274" actId="1076"/>
          <ac:picMkLst>
            <pc:docMk/>
            <pc:sldMk cId="3813715356" sldId="276"/>
            <ac:picMk id="4" creationId="{30168005-2CBC-45BC-9CDF-43CFBA77E2CA}"/>
          </ac:picMkLst>
        </pc:picChg>
        <pc:picChg chg="add mod">
          <ac:chgData name="Ivan Granja" userId="d0a12471-25a3-466a-a647-7cb796ed786c" providerId="ADAL" clId="{A9DAD972-E793-4934-B598-960E07B536E7}" dt="2020-09-18T19:50:43.988" v="15279" actId="167"/>
          <ac:picMkLst>
            <pc:docMk/>
            <pc:sldMk cId="3813715356" sldId="276"/>
            <ac:picMk id="14338" creationId="{B7C45168-41CB-49C7-8E21-3F87A9BE326D}"/>
          </ac:picMkLst>
        </pc:picChg>
        <pc:picChg chg="del mod">
          <ac:chgData name="Ivan Granja" userId="d0a12471-25a3-466a-a647-7cb796ed786c" providerId="ADAL" clId="{A9DAD972-E793-4934-B598-960E07B536E7}" dt="2020-09-18T19:50:07.744" v="15267" actId="478"/>
          <ac:picMkLst>
            <pc:docMk/>
            <pc:sldMk cId="3813715356" sldId="276"/>
            <ac:picMk id="214020" creationId="{EFEF411D-A729-4EF6-AB40-158E14CD6315}"/>
          </ac:picMkLst>
        </pc:picChg>
      </pc:sldChg>
      <pc:sldChg chg="modSp del mod">
        <pc:chgData name="Ivan Granja" userId="d0a12471-25a3-466a-a647-7cb796ed786c" providerId="ADAL" clId="{A9DAD972-E793-4934-B598-960E07B536E7}" dt="2020-09-21T23:43:15.791" v="21821" actId="20577"/>
        <pc:sldMkLst>
          <pc:docMk/>
          <pc:sldMk cId="1401273665" sldId="277"/>
        </pc:sldMkLst>
        <pc:spChg chg="mod">
          <ac:chgData name="Ivan Granja" userId="d0a12471-25a3-466a-a647-7cb796ed786c" providerId="ADAL" clId="{A9DAD972-E793-4934-B598-960E07B536E7}" dt="2020-09-21T23:43:15.791" v="21821" actId="20577"/>
          <ac:spMkLst>
            <pc:docMk/>
            <pc:sldMk cId="1401273665" sldId="277"/>
            <ac:spMk id="215043" creationId="{1B8826B0-EEF9-472D-A5D0-6FA84F7C7C27}"/>
          </ac:spMkLst>
        </pc:spChg>
      </pc:sldChg>
      <pc:sldChg chg="modSp del mod">
        <pc:chgData name="Ivan Granja" userId="d0a12471-25a3-466a-a647-7cb796ed786c" providerId="ADAL" clId="{A9DAD972-E793-4934-B598-960E07B536E7}" dt="2020-09-22T00:01:58.842" v="23222" actId="20577"/>
        <pc:sldMkLst>
          <pc:docMk/>
          <pc:sldMk cId="3773687528" sldId="278"/>
        </pc:sldMkLst>
        <pc:spChg chg="mod">
          <ac:chgData name="Ivan Granja" userId="d0a12471-25a3-466a-a647-7cb796ed786c" providerId="ADAL" clId="{A9DAD972-E793-4934-B598-960E07B536E7}" dt="2020-09-22T00:01:58.842" v="23222" actId="20577"/>
          <ac:spMkLst>
            <pc:docMk/>
            <pc:sldMk cId="3773687528" sldId="278"/>
            <ac:spMk id="216067" creationId="{3E17AEA1-685A-4A3C-84A4-A67B17DDDFF2}"/>
          </ac:spMkLst>
        </pc:spChg>
      </pc:sldChg>
      <pc:sldChg chg="del">
        <pc:chgData name="Ivan Granja" userId="d0a12471-25a3-466a-a647-7cb796ed786c" providerId="ADAL" clId="{A9DAD972-E793-4934-B598-960E07B536E7}" dt="2020-09-14T17:53:28.847" v="1164" actId="47"/>
        <pc:sldMkLst>
          <pc:docMk/>
          <pc:sldMk cId="407950041" sldId="279"/>
        </pc:sldMkLst>
      </pc:sldChg>
      <pc:sldChg chg="modSp del">
        <pc:chgData name="Ivan Granja" userId="d0a12471-25a3-466a-a647-7cb796ed786c" providerId="ADAL" clId="{A9DAD972-E793-4934-B598-960E07B536E7}" dt="2020-09-22T00:07:10.106" v="23308" actId="14100"/>
        <pc:sldMkLst>
          <pc:docMk/>
          <pc:sldMk cId="732105424" sldId="280"/>
        </pc:sldMkLst>
        <pc:spChg chg="mod">
          <ac:chgData name="Ivan Granja" userId="d0a12471-25a3-466a-a647-7cb796ed786c" providerId="ADAL" clId="{A9DAD972-E793-4934-B598-960E07B536E7}" dt="2020-09-22T00:07:10.106" v="23308" actId="14100"/>
          <ac:spMkLst>
            <pc:docMk/>
            <pc:sldMk cId="732105424" sldId="280"/>
            <ac:spMk id="218114" creationId="{4F67BFEC-634E-4815-BAB6-3399560C3EB2}"/>
          </ac:spMkLst>
        </pc:spChg>
        <pc:spChg chg="mod">
          <ac:chgData name="Ivan Granja" userId="d0a12471-25a3-466a-a647-7cb796ed786c" providerId="ADAL" clId="{A9DAD972-E793-4934-B598-960E07B536E7}" dt="2020-09-18T19:53:23.645" v="15287" actId="1076"/>
          <ac:spMkLst>
            <pc:docMk/>
            <pc:sldMk cId="732105424" sldId="280"/>
            <ac:spMk id="218117" creationId="{5EE430BD-4690-428A-9E56-3A43D78F3358}"/>
          </ac:spMkLst>
        </pc:spChg>
        <pc:spChg chg="mod">
          <ac:chgData name="Ivan Granja" userId="d0a12471-25a3-466a-a647-7cb796ed786c" providerId="ADAL" clId="{A9DAD972-E793-4934-B598-960E07B536E7}" dt="2020-09-18T19:53:19.483" v="15286" actId="1076"/>
          <ac:spMkLst>
            <pc:docMk/>
            <pc:sldMk cId="732105424" sldId="280"/>
            <ac:spMk id="218118" creationId="{E41A24E0-829D-4759-A34C-0C6749D30CD7}"/>
          </ac:spMkLst>
        </pc:spChg>
      </pc:sldChg>
      <pc:sldChg chg="modSp del">
        <pc:chgData name="Ivan Granja" userId="d0a12471-25a3-466a-a647-7cb796ed786c" providerId="ADAL" clId="{A9DAD972-E793-4934-B598-960E07B536E7}" dt="2020-09-18T19:53:44.083" v="15290" actId="14100"/>
        <pc:sldMkLst>
          <pc:docMk/>
          <pc:sldMk cId="1218344399" sldId="281"/>
        </pc:sldMkLst>
        <pc:spChg chg="mod">
          <ac:chgData name="Ivan Granja" userId="d0a12471-25a3-466a-a647-7cb796ed786c" providerId="ADAL" clId="{A9DAD972-E793-4934-B598-960E07B536E7}" dt="2020-09-18T19:53:44.083" v="15290" actId="14100"/>
          <ac:spMkLst>
            <pc:docMk/>
            <pc:sldMk cId="1218344399" sldId="281"/>
            <ac:spMk id="219138" creationId="{260E351F-E786-477A-AFB9-57014FCA9935}"/>
          </ac:spMkLst>
        </pc:spChg>
      </pc:sldChg>
      <pc:sldChg chg="modSp del">
        <pc:chgData name="Ivan Granja" userId="d0a12471-25a3-466a-a647-7cb796ed786c" providerId="ADAL" clId="{A9DAD972-E793-4934-B598-960E07B536E7}" dt="2020-09-18T19:53:58.078" v="15291" actId="14100"/>
        <pc:sldMkLst>
          <pc:docMk/>
          <pc:sldMk cId="2703121822" sldId="282"/>
        </pc:sldMkLst>
        <pc:spChg chg="mod">
          <ac:chgData name="Ivan Granja" userId="d0a12471-25a3-466a-a647-7cb796ed786c" providerId="ADAL" clId="{A9DAD972-E793-4934-B598-960E07B536E7}" dt="2020-09-18T19:53:58.078" v="15291" actId="14100"/>
          <ac:spMkLst>
            <pc:docMk/>
            <pc:sldMk cId="2703121822" sldId="282"/>
            <ac:spMk id="221186" creationId="{8F20E810-8681-497F-8EFD-E2D9F9DDA44D}"/>
          </ac:spMkLst>
        </pc:spChg>
      </pc:sldChg>
      <pc:sldChg chg="modSp del">
        <pc:chgData name="Ivan Granja" userId="d0a12471-25a3-466a-a647-7cb796ed786c" providerId="ADAL" clId="{A9DAD972-E793-4934-B598-960E07B536E7}" dt="2020-09-18T19:54:10.604" v="15292" actId="14100"/>
        <pc:sldMkLst>
          <pc:docMk/>
          <pc:sldMk cId="3135061147" sldId="283"/>
        </pc:sldMkLst>
        <pc:spChg chg="mod">
          <ac:chgData name="Ivan Granja" userId="d0a12471-25a3-466a-a647-7cb796ed786c" providerId="ADAL" clId="{A9DAD972-E793-4934-B598-960E07B536E7}" dt="2020-09-18T19:54:10.604" v="15292" actId="14100"/>
          <ac:spMkLst>
            <pc:docMk/>
            <pc:sldMk cId="3135061147" sldId="283"/>
            <ac:spMk id="222210" creationId="{3AB1BEA7-7B40-4D0A-83D6-5CAC18F30D37}"/>
          </ac:spMkLst>
        </pc:spChg>
      </pc:sldChg>
      <pc:sldChg chg="del">
        <pc:chgData name="Ivan Granja" userId="d0a12471-25a3-466a-a647-7cb796ed786c" providerId="ADAL" clId="{A9DAD972-E793-4934-B598-960E07B536E7}" dt="2020-09-14T17:53:31.013" v="1169" actId="47"/>
        <pc:sldMkLst>
          <pc:docMk/>
          <pc:sldMk cId="3200206301" sldId="284"/>
        </pc:sldMkLst>
      </pc:sldChg>
      <pc:sldChg chg="modSp del mod">
        <pc:chgData name="Ivan Granja" userId="d0a12471-25a3-466a-a647-7cb796ed786c" providerId="ADAL" clId="{A9DAD972-E793-4934-B598-960E07B536E7}" dt="2020-09-18T18:26:16.677" v="13415" actId="20577"/>
        <pc:sldMkLst>
          <pc:docMk/>
          <pc:sldMk cId="1770088710" sldId="285"/>
        </pc:sldMkLst>
        <pc:spChg chg="mod">
          <ac:chgData name="Ivan Granja" userId="d0a12471-25a3-466a-a647-7cb796ed786c" providerId="ADAL" clId="{A9DAD972-E793-4934-B598-960E07B536E7}" dt="2020-09-18T18:18:19.030" v="12961" actId="122"/>
          <ac:spMkLst>
            <pc:docMk/>
            <pc:sldMk cId="1770088710" sldId="285"/>
            <ac:spMk id="224258" creationId="{A7ADBBAC-AD70-4F42-8B27-462248971145}"/>
          </ac:spMkLst>
        </pc:spChg>
        <pc:spChg chg="mod">
          <ac:chgData name="Ivan Granja" userId="d0a12471-25a3-466a-a647-7cb796ed786c" providerId="ADAL" clId="{A9DAD972-E793-4934-B598-960E07B536E7}" dt="2020-09-18T18:26:16.677" v="13415" actId="20577"/>
          <ac:spMkLst>
            <pc:docMk/>
            <pc:sldMk cId="1770088710" sldId="285"/>
            <ac:spMk id="224259" creationId="{8CEE06B4-0782-45E2-B8BA-C8BE893210D5}"/>
          </ac:spMkLst>
        </pc:spChg>
      </pc:sldChg>
      <pc:sldChg chg="modSp del">
        <pc:chgData name="Ivan Granja" userId="d0a12471-25a3-466a-a647-7cb796ed786c" providerId="ADAL" clId="{A9DAD972-E793-4934-B598-960E07B536E7}" dt="2020-09-18T18:36:34.278" v="13865" actId="122"/>
        <pc:sldMkLst>
          <pc:docMk/>
          <pc:sldMk cId="0" sldId="286"/>
        </pc:sldMkLst>
        <pc:spChg chg="mod">
          <ac:chgData name="Ivan Granja" userId="d0a12471-25a3-466a-a647-7cb796ed786c" providerId="ADAL" clId="{A9DAD972-E793-4934-B598-960E07B536E7}" dt="2020-09-18T18:36:34.278" v="13865" actId="122"/>
          <ac:spMkLst>
            <pc:docMk/>
            <pc:sldMk cId="0" sldId="286"/>
            <ac:spMk id="225282" creationId="{793AE266-2093-4E15-805F-07A31616208D}"/>
          </ac:spMkLst>
        </pc:spChg>
      </pc:sldChg>
      <pc:sldChg chg="modSp del mod">
        <pc:chgData name="Ivan Granja" userId="d0a12471-25a3-466a-a647-7cb796ed786c" providerId="ADAL" clId="{A9DAD972-E793-4934-B598-960E07B536E7}" dt="2020-09-18T18:37:18.079" v="13889" actId="1076"/>
        <pc:sldMkLst>
          <pc:docMk/>
          <pc:sldMk cId="0" sldId="287"/>
        </pc:sldMkLst>
        <pc:spChg chg="mod">
          <ac:chgData name="Ivan Granja" userId="d0a12471-25a3-466a-a647-7cb796ed786c" providerId="ADAL" clId="{A9DAD972-E793-4934-B598-960E07B536E7}" dt="2020-09-18T18:36:43.211" v="13866" actId="14100"/>
          <ac:spMkLst>
            <pc:docMk/>
            <pc:sldMk cId="0" sldId="287"/>
            <ac:spMk id="226306" creationId="{20E3F803-7A7B-4ACC-AC7D-A905A2885200}"/>
          </ac:spMkLst>
        </pc:spChg>
        <pc:spChg chg="mod">
          <ac:chgData name="Ivan Granja" userId="d0a12471-25a3-466a-a647-7cb796ed786c" providerId="ADAL" clId="{A9DAD972-E793-4934-B598-960E07B536E7}" dt="2020-09-18T18:37:02.575" v="13888" actId="20577"/>
          <ac:spMkLst>
            <pc:docMk/>
            <pc:sldMk cId="0" sldId="287"/>
            <ac:spMk id="226308" creationId="{734892F0-C69C-404F-88B0-190F55F2B1CA}"/>
          </ac:spMkLst>
        </pc:spChg>
        <pc:picChg chg="mod">
          <ac:chgData name="Ivan Granja" userId="d0a12471-25a3-466a-a647-7cb796ed786c" providerId="ADAL" clId="{A9DAD972-E793-4934-B598-960E07B536E7}" dt="2020-09-18T18:37:18.079" v="13889" actId="1076"/>
          <ac:picMkLst>
            <pc:docMk/>
            <pc:sldMk cId="0" sldId="287"/>
            <ac:picMk id="226309" creationId="{E647B560-FEAE-44D6-BCEF-F132F8CD43B5}"/>
          </ac:picMkLst>
        </pc:picChg>
      </pc:sldChg>
      <pc:sldChg chg="addSp delSp modSp del mod">
        <pc:chgData name="Ivan Granja" userId="d0a12471-25a3-466a-a647-7cb796ed786c" providerId="ADAL" clId="{A9DAD972-E793-4934-B598-960E07B536E7}" dt="2020-09-18T18:45:14.075" v="14101" actId="1038"/>
        <pc:sldMkLst>
          <pc:docMk/>
          <pc:sldMk cId="0" sldId="288"/>
        </pc:sldMkLst>
        <pc:spChg chg="mod">
          <ac:chgData name="Ivan Granja" userId="d0a12471-25a3-466a-a647-7cb796ed786c" providerId="ADAL" clId="{A9DAD972-E793-4934-B598-960E07B536E7}" dt="2020-09-18T18:37:24.961" v="13890" actId="122"/>
          <ac:spMkLst>
            <pc:docMk/>
            <pc:sldMk cId="0" sldId="288"/>
            <ac:spMk id="228354" creationId="{7B260871-804C-430C-94B1-D16DEFA468F1}"/>
          </ac:spMkLst>
        </pc:spChg>
        <pc:spChg chg="mod">
          <ac:chgData name="Ivan Granja" userId="d0a12471-25a3-466a-a647-7cb796ed786c" providerId="ADAL" clId="{A9DAD972-E793-4934-B598-960E07B536E7}" dt="2020-09-18T18:44:17.178" v="14090" actId="20577"/>
          <ac:spMkLst>
            <pc:docMk/>
            <pc:sldMk cId="0" sldId="288"/>
            <ac:spMk id="228355" creationId="{B8966BBF-EA1A-4B5E-8A7B-39C7BA928E16}"/>
          </ac:spMkLst>
        </pc:spChg>
        <pc:picChg chg="add del mod">
          <ac:chgData name="Ivan Granja" userId="d0a12471-25a3-466a-a647-7cb796ed786c" providerId="ADAL" clId="{A9DAD972-E793-4934-B598-960E07B536E7}" dt="2020-09-18T18:45:02.802" v="14091" actId="478"/>
          <ac:picMkLst>
            <pc:docMk/>
            <pc:sldMk cId="0" sldId="288"/>
            <ac:picMk id="3" creationId="{333E7F75-7CCB-4980-8EE7-22509572462F}"/>
          </ac:picMkLst>
        </pc:picChg>
        <pc:picChg chg="add mod">
          <ac:chgData name="Ivan Granja" userId="d0a12471-25a3-466a-a647-7cb796ed786c" providerId="ADAL" clId="{A9DAD972-E793-4934-B598-960E07B536E7}" dt="2020-09-18T18:45:14.075" v="14101" actId="1038"/>
          <ac:picMkLst>
            <pc:docMk/>
            <pc:sldMk cId="0" sldId="288"/>
            <ac:picMk id="5" creationId="{82C63F88-84DA-4641-9D28-38280F2F0D8B}"/>
          </ac:picMkLst>
        </pc:picChg>
        <pc:picChg chg="del">
          <ac:chgData name="Ivan Granja" userId="d0a12471-25a3-466a-a647-7cb796ed786c" providerId="ADAL" clId="{A9DAD972-E793-4934-B598-960E07B536E7}" dt="2020-09-18T18:40:01.110" v="13912" actId="478"/>
          <ac:picMkLst>
            <pc:docMk/>
            <pc:sldMk cId="0" sldId="288"/>
            <ac:picMk id="228357" creationId="{82321FEC-977E-4F32-B0A0-DFABA6842473}"/>
          </ac:picMkLst>
        </pc:picChg>
      </pc:sldChg>
      <pc:sldChg chg="del">
        <pc:chgData name="Ivan Granja" userId="d0a12471-25a3-466a-a647-7cb796ed786c" providerId="ADAL" clId="{A9DAD972-E793-4934-B598-960E07B536E7}" dt="2020-09-14T17:53:33.524" v="1174" actId="47"/>
        <pc:sldMkLst>
          <pc:docMk/>
          <pc:sldMk cId="0" sldId="289"/>
        </pc:sldMkLst>
      </pc:sldChg>
      <pc:sldChg chg="add del">
        <pc:chgData name="Ivan Granja" userId="d0a12471-25a3-466a-a647-7cb796ed786c" providerId="ADAL" clId="{A9DAD972-E793-4934-B598-960E07B536E7}" dt="2020-09-14T19:00:52.821" v="3823" actId="47"/>
        <pc:sldMkLst>
          <pc:docMk/>
          <pc:sldMk cId="0" sldId="290"/>
        </pc:sldMkLst>
      </pc:sldChg>
      <pc:sldChg chg="modSp add del mod">
        <pc:chgData name="Ivan Granja" userId="d0a12471-25a3-466a-a647-7cb796ed786c" providerId="ADAL" clId="{A9DAD972-E793-4934-B598-960E07B536E7}" dt="2020-09-14T20:24:47.572" v="6699" actId="113"/>
        <pc:sldMkLst>
          <pc:docMk/>
          <pc:sldMk cId="0" sldId="291"/>
        </pc:sldMkLst>
        <pc:spChg chg="mod">
          <ac:chgData name="Ivan Granja" userId="d0a12471-25a3-466a-a647-7cb796ed786c" providerId="ADAL" clId="{A9DAD972-E793-4934-B598-960E07B536E7}" dt="2020-09-14T20:24:47.572" v="6699" actId="113"/>
          <ac:spMkLst>
            <pc:docMk/>
            <pc:sldMk cId="0" sldId="291"/>
            <ac:spMk id="18434" creationId="{FE59E0D4-4AFA-42AB-8F85-E2D01CD6CE16}"/>
          </ac:spMkLst>
        </pc:spChg>
      </pc:sldChg>
      <pc:sldChg chg="modSp mod">
        <pc:chgData name="Ivan Granja" userId="d0a12471-25a3-466a-a647-7cb796ed786c" providerId="ADAL" clId="{A9DAD972-E793-4934-B598-960E07B536E7}" dt="2020-09-21T23:59:27.288" v="23078" actId="20577"/>
        <pc:sldMkLst>
          <pc:docMk/>
          <pc:sldMk cId="0" sldId="292"/>
        </pc:sldMkLst>
        <pc:spChg chg="mod">
          <ac:chgData name="Ivan Granja" userId="d0a12471-25a3-466a-a647-7cb796ed786c" providerId="ADAL" clId="{A9DAD972-E793-4934-B598-960E07B536E7}" dt="2020-09-21T23:59:27.288" v="23078" actId="20577"/>
          <ac:spMkLst>
            <pc:docMk/>
            <pc:sldMk cId="0" sldId="292"/>
            <ac:spMk id="233475" creationId="{D43C0DF0-6443-423F-A97E-2CB661BE2DD7}"/>
          </ac:spMkLst>
        </pc:spChg>
      </pc:sldChg>
      <pc:sldChg chg="addSp delSp modSp mod">
        <pc:chgData name="Ivan Granja" userId="d0a12471-25a3-466a-a647-7cb796ed786c" providerId="ADAL" clId="{A9DAD972-E793-4934-B598-960E07B536E7}" dt="2020-09-22T00:00:28.767" v="23107" actId="1076"/>
        <pc:sldMkLst>
          <pc:docMk/>
          <pc:sldMk cId="0" sldId="293"/>
        </pc:sldMkLst>
        <pc:spChg chg="add mod">
          <ac:chgData name="Ivan Granja" userId="d0a12471-25a3-466a-a647-7cb796ed786c" providerId="ADAL" clId="{A9DAD972-E793-4934-B598-960E07B536E7}" dt="2020-09-22T00:00:28.767" v="23107" actId="1076"/>
          <ac:spMkLst>
            <pc:docMk/>
            <pc:sldMk cId="0" sldId="293"/>
            <ac:spMk id="2" creationId="{F463E7B5-454C-4FA2-AAC7-2B61B812D6B8}"/>
          </ac:spMkLst>
        </pc:spChg>
        <pc:spChg chg="add mod">
          <ac:chgData name="Ivan Granja" userId="d0a12471-25a3-466a-a647-7cb796ed786c" providerId="ADAL" clId="{A9DAD972-E793-4934-B598-960E07B536E7}" dt="2020-09-22T00:00:22.881" v="23106" actId="14100"/>
          <ac:spMkLst>
            <pc:docMk/>
            <pc:sldMk cId="0" sldId="293"/>
            <ac:spMk id="3" creationId="{036955BE-A452-4189-A67B-83FD30FC125E}"/>
          </ac:spMkLst>
        </pc:spChg>
        <pc:spChg chg="mod">
          <ac:chgData name="Ivan Granja" userId="d0a12471-25a3-466a-a647-7cb796ed786c" providerId="ADAL" clId="{A9DAD972-E793-4934-B598-960E07B536E7}" dt="2020-09-18T19:59:28.960" v="15434" actId="20577"/>
          <ac:spMkLst>
            <pc:docMk/>
            <pc:sldMk cId="0" sldId="293"/>
            <ac:spMk id="235522" creationId="{C939A526-FFB5-46BB-8126-B9E41FF66352}"/>
          </ac:spMkLst>
        </pc:spChg>
        <pc:spChg chg="del">
          <ac:chgData name="Ivan Granja" userId="d0a12471-25a3-466a-a647-7cb796ed786c" providerId="ADAL" clId="{A9DAD972-E793-4934-B598-960E07B536E7}" dt="2020-09-18T19:52:55.486" v="15285" actId="478"/>
          <ac:spMkLst>
            <pc:docMk/>
            <pc:sldMk cId="0" sldId="293"/>
            <ac:spMk id="235524" creationId="{A9033704-7B4D-4BAE-B605-D4E3550A00F4}"/>
          </ac:spMkLst>
        </pc:spChg>
      </pc:sldChg>
      <pc:sldChg chg="modSp add mod">
        <pc:chgData name="Ivan Granja" userId="d0a12471-25a3-466a-a647-7cb796ed786c" providerId="ADAL" clId="{A9DAD972-E793-4934-B598-960E07B536E7}" dt="2020-09-14T21:58:53.076" v="10569" actId="20577"/>
        <pc:sldMkLst>
          <pc:docMk/>
          <pc:sldMk cId="0" sldId="294"/>
        </pc:sldMkLst>
        <pc:spChg chg="mod">
          <ac:chgData name="Ivan Granja" userId="d0a12471-25a3-466a-a647-7cb796ed786c" providerId="ADAL" clId="{A9DAD972-E793-4934-B598-960E07B536E7}" dt="2020-09-14T20:05:26.562" v="5809" actId="313"/>
          <ac:spMkLst>
            <pc:docMk/>
            <pc:sldMk cId="0" sldId="294"/>
            <ac:spMk id="20482" creationId="{41D11EFD-1540-4206-BF5E-4D05830DBB40}"/>
          </ac:spMkLst>
        </pc:spChg>
        <pc:spChg chg="mod">
          <ac:chgData name="Ivan Granja" userId="d0a12471-25a3-466a-a647-7cb796ed786c" providerId="ADAL" clId="{A9DAD972-E793-4934-B598-960E07B536E7}" dt="2020-09-14T21:58:53.076" v="10569" actId="20577"/>
          <ac:spMkLst>
            <pc:docMk/>
            <pc:sldMk cId="0" sldId="294"/>
            <ac:spMk id="20483" creationId="{CE8DD095-A51E-4BF5-BA1C-46781E30DA72}"/>
          </ac:spMkLst>
        </pc:spChg>
        <pc:picChg chg="mod">
          <ac:chgData name="Ivan Granja" userId="d0a12471-25a3-466a-a647-7cb796ed786c" providerId="ADAL" clId="{A9DAD972-E793-4934-B598-960E07B536E7}" dt="2020-09-14T20:03:19.045" v="5697" actId="1076"/>
          <ac:picMkLst>
            <pc:docMk/>
            <pc:sldMk cId="0" sldId="294"/>
            <ac:picMk id="20484" creationId="{4AD8FE27-383F-4A80-96BF-FBCD3DBE2073}"/>
          </ac:picMkLst>
        </pc:picChg>
      </pc:sldChg>
      <pc:sldChg chg="modSp add del mod ord">
        <pc:chgData name="Ivan Granja" userId="d0a12471-25a3-466a-a647-7cb796ed786c" providerId="ADAL" clId="{A9DAD972-E793-4934-B598-960E07B536E7}" dt="2020-09-18T19:38:17.143" v="15026" actId="20577"/>
        <pc:sldMkLst>
          <pc:docMk/>
          <pc:sldMk cId="0" sldId="295"/>
        </pc:sldMkLst>
        <pc:spChg chg="mod">
          <ac:chgData name="Ivan Granja" userId="d0a12471-25a3-466a-a647-7cb796ed786c" providerId="ADAL" clId="{A9DAD972-E793-4934-B598-960E07B536E7}" dt="2020-09-18T19:38:17.143" v="15026" actId="20577"/>
          <ac:spMkLst>
            <pc:docMk/>
            <pc:sldMk cId="0" sldId="295"/>
            <ac:spMk id="237570" creationId="{2D566693-BA82-4079-ADEF-8BBD446E51E3}"/>
          </ac:spMkLst>
        </pc:spChg>
      </pc:sldChg>
      <pc:sldChg chg="modSp del mod">
        <pc:chgData name="Ivan Granja" userId="d0a12471-25a3-466a-a647-7cb796ed786c" providerId="ADAL" clId="{A9DAD972-E793-4934-B598-960E07B536E7}" dt="2020-09-18T19:40:45.915" v="15135" actId="6549"/>
        <pc:sldMkLst>
          <pc:docMk/>
          <pc:sldMk cId="0" sldId="296"/>
        </pc:sldMkLst>
        <pc:spChg chg="mod">
          <ac:chgData name="Ivan Granja" userId="d0a12471-25a3-466a-a647-7cb796ed786c" providerId="ADAL" clId="{A9DAD972-E793-4934-B598-960E07B536E7}" dt="2020-09-18T19:24:00.207" v="14711" actId="20577"/>
          <ac:spMkLst>
            <pc:docMk/>
            <pc:sldMk cId="0" sldId="296"/>
            <ac:spMk id="238594" creationId="{6320675B-2A3A-43C0-84DE-D1C52BE4EA6B}"/>
          </ac:spMkLst>
        </pc:spChg>
        <pc:spChg chg="mod">
          <ac:chgData name="Ivan Granja" userId="d0a12471-25a3-466a-a647-7cb796ed786c" providerId="ADAL" clId="{A9DAD972-E793-4934-B598-960E07B536E7}" dt="2020-09-18T19:40:45.915" v="15135" actId="6549"/>
          <ac:spMkLst>
            <pc:docMk/>
            <pc:sldMk cId="0" sldId="296"/>
            <ac:spMk id="238595" creationId="{6F6D6E64-D70D-4E67-AFD0-D0358C9106E8}"/>
          </ac:spMkLst>
        </pc:spChg>
      </pc:sldChg>
      <pc:sldChg chg="modSp del mod ord">
        <pc:chgData name="Ivan Granja" userId="d0a12471-25a3-466a-a647-7cb796ed786c" providerId="ADAL" clId="{A9DAD972-E793-4934-B598-960E07B536E7}" dt="2020-09-18T19:41:47.094" v="15183" actId="1076"/>
        <pc:sldMkLst>
          <pc:docMk/>
          <pc:sldMk cId="0" sldId="297"/>
        </pc:sldMkLst>
        <pc:spChg chg="mod">
          <ac:chgData name="Ivan Granja" userId="d0a12471-25a3-466a-a647-7cb796ed786c" providerId="ADAL" clId="{A9DAD972-E793-4934-B598-960E07B536E7}" dt="2020-09-18T19:41:31.275" v="15181" actId="20577"/>
          <ac:spMkLst>
            <pc:docMk/>
            <pc:sldMk cId="0" sldId="297"/>
            <ac:spMk id="239618" creationId="{A9C78F5C-168E-4D7A-88B3-D6500AFADE7E}"/>
          </ac:spMkLst>
        </pc:spChg>
        <pc:picChg chg="mod">
          <ac:chgData name="Ivan Granja" userId="d0a12471-25a3-466a-a647-7cb796ed786c" providerId="ADAL" clId="{A9DAD972-E793-4934-B598-960E07B536E7}" dt="2020-09-18T19:41:47.094" v="15183" actId="1076"/>
          <ac:picMkLst>
            <pc:docMk/>
            <pc:sldMk cId="0" sldId="297"/>
            <ac:picMk id="239619" creationId="{4F932EA3-5603-4624-8F8C-A89391B9EEC8}"/>
          </ac:picMkLst>
        </pc:picChg>
      </pc:sldChg>
      <pc:sldChg chg="del">
        <pc:chgData name="Ivan Granja" userId="d0a12471-25a3-466a-a647-7cb796ed786c" providerId="ADAL" clId="{A9DAD972-E793-4934-B598-960E07B536E7}" dt="2020-09-14T17:53:35.303" v="1177" actId="47"/>
        <pc:sldMkLst>
          <pc:docMk/>
          <pc:sldMk cId="0" sldId="298"/>
        </pc:sldMkLst>
      </pc:sldChg>
      <pc:sldChg chg="del">
        <pc:chgData name="Ivan Granja" userId="d0a12471-25a3-466a-a647-7cb796ed786c" providerId="ADAL" clId="{A9DAD972-E793-4934-B598-960E07B536E7}" dt="2020-09-14T17:53:35.785" v="1178" actId="47"/>
        <pc:sldMkLst>
          <pc:docMk/>
          <pc:sldMk cId="0" sldId="299"/>
        </pc:sldMkLst>
      </pc:sldChg>
      <pc:sldChg chg="del">
        <pc:chgData name="Ivan Granja" userId="d0a12471-25a3-466a-a647-7cb796ed786c" providerId="ADAL" clId="{A9DAD972-E793-4934-B598-960E07B536E7}" dt="2020-09-14T17:53:20.741" v="1145" actId="47"/>
        <pc:sldMkLst>
          <pc:docMk/>
          <pc:sldMk cId="0" sldId="304"/>
        </pc:sldMkLst>
      </pc:sldChg>
      <pc:sldChg chg="del">
        <pc:chgData name="Ivan Granja" userId="d0a12471-25a3-466a-a647-7cb796ed786c" providerId="ADAL" clId="{A9DAD972-E793-4934-B598-960E07B536E7}" dt="2020-09-14T17:53:21.380" v="1146" actId="47"/>
        <pc:sldMkLst>
          <pc:docMk/>
          <pc:sldMk cId="0" sldId="305"/>
        </pc:sldMkLst>
      </pc:sldChg>
      <pc:sldChg chg="del">
        <pc:chgData name="Ivan Granja" userId="d0a12471-25a3-466a-a647-7cb796ed786c" providerId="ADAL" clId="{A9DAD972-E793-4934-B598-960E07B536E7}" dt="2020-09-14T17:53:21.983" v="1148" actId="47"/>
        <pc:sldMkLst>
          <pc:docMk/>
          <pc:sldMk cId="0" sldId="306"/>
        </pc:sldMkLst>
      </pc:sldChg>
      <pc:sldChg chg="del">
        <pc:chgData name="Ivan Granja" userId="d0a12471-25a3-466a-a647-7cb796ed786c" providerId="ADAL" clId="{A9DAD972-E793-4934-B598-960E07B536E7}" dt="2020-09-14T17:53:21.728" v="1147" actId="47"/>
        <pc:sldMkLst>
          <pc:docMk/>
          <pc:sldMk cId="0" sldId="308"/>
        </pc:sldMkLst>
      </pc:sldChg>
      <pc:sldChg chg="del">
        <pc:chgData name="Ivan Granja" userId="d0a12471-25a3-466a-a647-7cb796ed786c" providerId="ADAL" clId="{A9DAD972-E793-4934-B598-960E07B536E7}" dt="2020-09-14T17:53:22.154" v="1149" actId="47"/>
        <pc:sldMkLst>
          <pc:docMk/>
          <pc:sldMk cId="0" sldId="313"/>
        </pc:sldMkLst>
      </pc:sldChg>
      <pc:sldChg chg="del">
        <pc:chgData name="Ivan Granja" userId="d0a12471-25a3-466a-a647-7cb796ed786c" providerId="ADAL" clId="{A9DAD972-E793-4934-B598-960E07B536E7}" dt="2020-09-14T17:53:23.356" v="1152" actId="47"/>
        <pc:sldMkLst>
          <pc:docMk/>
          <pc:sldMk cId="1742586168" sldId="318"/>
        </pc:sldMkLst>
      </pc:sldChg>
      <pc:sldChg chg="del">
        <pc:chgData name="Ivan Granja" userId="d0a12471-25a3-466a-a647-7cb796ed786c" providerId="ADAL" clId="{A9DAD972-E793-4934-B598-960E07B536E7}" dt="2020-09-14T17:53:23.562" v="1153" actId="47"/>
        <pc:sldMkLst>
          <pc:docMk/>
          <pc:sldMk cId="431305408" sldId="319"/>
        </pc:sldMkLst>
      </pc:sldChg>
      <pc:sldChg chg="del">
        <pc:chgData name="Ivan Granja" userId="d0a12471-25a3-466a-a647-7cb796ed786c" providerId="ADAL" clId="{A9DAD972-E793-4934-B598-960E07B536E7}" dt="2020-09-14T17:53:23.770" v="1154" actId="47"/>
        <pc:sldMkLst>
          <pc:docMk/>
          <pc:sldMk cId="1411380616" sldId="320"/>
        </pc:sldMkLst>
      </pc:sldChg>
      <pc:sldChg chg="del">
        <pc:chgData name="Ivan Granja" userId="d0a12471-25a3-466a-a647-7cb796ed786c" providerId="ADAL" clId="{A9DAD972-E793-4934-B598-960E07B536E7}" dt="2020-09-14T17:53:24.186" v="1155" actId="47"/>
        <pc:sldMkLst>
          <pc:docMk/>
          <pc:sldMk cId="2682459404" sldId="321"/>
        </pc:sldMkLst>
      </pc:sldChg>
      <pc:sldChg chg="modSp add del mod">
        <pc:chgData name="Ivan Granja" userId="d0a12471-25a3-466a-a647-7cb796ed786c" providerId="ADAL" clId="{A9DAD972-E793-4934-B598-960E07B536E7}" dt="2020-09-14T20:25:46.326" v="6726" actId="113"/>
        <pc:sldMkLst>
          <pc:docMk/>
          <pc:sldMk cId="0" sldId="322"/>
        </pc:sldMkLst>
        <pc:spChg chg="mod">
          <ac:chgData name="Ivan Granja" userId="d0a12471-25a3-466a-a647-7cb796ed786c" providerId="ADAL" clId="{A9DAD972-E793-4934-B598-960E07B536E7}" dt="2020-09-14T20:04:46.881" v="5753" actId="115"/>
          <ac:spMkLst>
            <pc:docMk/>
            <pc:sldMk cId="0" sldId="322"/>
            <ac:spMk id="24579" creationId="{ED6E03BD-DB12-4933-993E-369947EA48F9}"/>
          </ac:spMkLst>
        </pc:spChg>
        <pc:spChg chg="mod">
          <ac:chgData name="Ivan Granja" userId="d0a12471-25a3-466a-a647-7cb796ed786c" providerId="ADAL" clId="{A9DAD972-E793-4934-B598-960E07B536E7}" dt="2020-09-14T20:25:46.326" v="6726" actId="113"/>
          <ac:spMkLst>
            <pc:docMk/>
            <pc:sldMk cId="0" sldId="322"/>
            <ac:spMk id="24580" creationId="{2C965708-CF3A-4D8D-8CD9-39F3E798BE12}"/>
          </ac:spMkLst>
        </pc:spChg>
        <pc:spChg chg="mod">
          <ac:chgData name="Ivan Granja" userId="d0a12471-25a3-466a-a647-7cb796ed786c" providerId="ADAL" clId="{A9DAD972-E793-4934-B598-960E07B536E7}" dt="2020-09-14T20:05:09.747" v="5786" actId="20577"/>
          <ac:spMkLst>
            <pc:docMk/>
            <pc:sldMk cId="0" sldId="322"/>
            <ac:spMk id="24581" creationId="{9B62E730-4E78-47C7-9852-B191598411E5}"/>
          </ac:spMkLst>
        </pc:spChg>
        <pc:picChg chg="mod">
          <ac:chgData name="Ivan Granja" userId="d0a12471-25a3-466a-a647-7cb796ed786c" providerId="ADAL" clId="{A9DAD972-E793-4934-B598-960E07B536E7}" dt="2020-09-14T20:04:33.759" v="5751" actId="1076"/>
          <ac:picMkLst>
            <pc:docMk/>
            <pc:sldMk cId="0" sldId="322"/>
            <ac:picMk id="24582" creationId="{9B62BC90-57D5-461E-8BBF-900895749904}"/>
          </ac:picMkLst>
        </pc:picChg>
      </pc:sldChg>
      <pc:sldChg chg="del">
        <pc:chgData name="Ivan Granja" userId="d0a12471-25a3-466a-a647-7cb796ed786c" providerId="ADAL" clId="{A9DAD972-E793-4934-B598-960E07B536E7}" dt="2020-09-14T17:53:22.909" v="1151" actId="47"/>
        <pc:sldMkLst>
          <pc:docMk/>
          <pc:sldMk cId="0" sldId="323"/>
        </pc:sldMkLst>
      </pc:sldChg>
      <pc:sldChg chg="addSp delSp modSp add mod">
        <pc:chgData name="Ivan Granja" userId="d0a12471-25a3-466a-a647-7cb796ed786c" providerId="ADAL" clId="{A9DAD972-E793-4934-B598-960E07B536E7}" dt="2020-09-14T20:08:53.699" v="5995" actId="20577"/>
        <pc:sldMkLst>
          <pc:docMk/>
          <pc:sldMk cId="0" sldId="325"/>
        </pc:sldMkLst>
        <pc:spChg chg="add del mod">
          <ac:chgData name="Ivan Granja" userId="d0a12471-25a3-466a-a647-7cb796ed786c" providerId="ADAL" clId="{A9DAD972-E793-4934-B598-960E07B536E7}" dt="2020-09-14T20:05:48.598" v="5811" actId="478"/>
          <ac:spMkLst>
            <pc:docMk/>
            <pc:sldMk cId="0" sldId="325"/>
            <ac:spMk id="2" creationId="{434F3120-1C54-4697-B56A-517FEE0823C4}"/>
          </ac:spMkLst>
        </pc:spChg>
        <pc:spChg chg="add del mod">
          <ac:chgData name="Ivan Granja" userId="d0a12471-25a3-466a-a647-7cb796ed786c" providerId="ADAL" clId="{A9DAD972-E793-4934-B598-960E07B536E7}" dt="2020-09-14T20:08:45.203" v="5974" actId="478"/>
          <ac:spMkLst>
            <pc:docMk/>
            <pc:sldMk cId="0" sldId="325"/>
            <ac:spMk id="3" creationId="{AF71E203-3B2D-4F6C-B98F-4EFFFA05E827}"/>
          </ac:spMkLst>
        </pc:spChg>
        <pc:spChg chg="add del mod">
          <ac:chgData name="Ivan Granja" userId="d0a12471-25a3-466a-a647-7cb796ed786c" providerId="ADAL" clId="{A9DAD972-E793-4934-B598-960E07B536E7}" dt="2020-09-14T20:08:40.636" v="5973" actId="478"/>
          <ac:spMkLst>
            <pc:docMk/>
            <pc:sldMk cId="0" sldId="325"/>
            <ac:spMk id="7" creationId="{1F7C8272-14F4-4611-937C-2D53655CDEE8}"/>
          </ac:spMkLst>
        </pc:spChg>
        <pc:spChg chg="add mod">
          <ac:chgData name="Ivan Granja" userId="d0a12471-25a3-466a-a647-7cb796ed786c" providerId="ADAL" clId="{A9DAD972-E793-4934-B598-960E07B536E7}" dt="2020-09-14T20:08:53.699" v="5995" actId="20577"/>
          <ac:spMkLst>
            <pc:docMk/>
            <pc:sldMk cId="0" sldId="325"/>
            <ac:spMk id="9" creationId="{12E13E51-6B28-4AFB-BBCD-AF61ED5C0ABE}"/>
          </ac:spMkLst>
        </pc:spChg>
        <pc:spChg chg="mod">
          <ac:chgData name="Ivan Granja" userId="d0a12471-25a3-466a-a647-7cb796ed786c" providerId="ADAL" clId="{A9DAD972-E793-4934-B598-960E07B536E7}" dt="2020-09-14T20:06:23.624" v="5820" actId="255"/>
          <ac:spMkLst>
            <pc:docMk/>
            <pc:sldMk cId="0" sldId="325"/>
            <ac:spMk id="26626" creationId="{420C7F6F-74E5-434D-BC04-DD35FD4D996C}"/>
          </ac:spMkLst>
        </pc:spChg>
        <pc:spChg chg="mod">
          <ac:chgData name="Ivan Granja" userId="d0a12471-25a3-466a-a647-7cb796ed786c" providerId="ADAL" clId="{A9DAD972-E793-4934-B598-960E07B536E7}" dt="2020-09-14T20:07:37.477" v="5908" actId="1076"/>
          <ac:spMkLst>
            <pc:docMk/>
            <pc:sldMk cId="0" sldId="325"/>
            <ac:spMk id="26627" creationId="{247D42F3-D43C-4532-A883-F06B4DCA231E}"/>
          </ac:spMkLst>
        </pc:spChg>
        <pc:spChg chg="del">
          <ac:chgData name="Ivan Granja" userId="d0a12471-25a3-466a-a647-7cb796ed786c" providerId="ADAL" clId="{A9DAD972-E793-4934-B598-960E07B536E7}" dt="2020-09-14T20:05:44.295" v="5810" actId="478"/>
          <ac:spMkLst>
            <pc:docMk/>
            <pc:sldMk cId="0" sldId="325"/>
            <ac:spMk id="26629" creationId="{FC341602-C18F-4CE7-AF9B-637B9E1082ED}"/>
          </ac:spMkLst>
        </pc:spChg>
        <pc:picChg chg="mod">
          <ac:chgData name="Ivan Granja" userId="d0a12471-25a3-466a-a647-7cb796ed786c" providerId="ADAL" clId="{A9DAD972-E793-4934-B598-960E07B536E7}" dt="2020-09-14T20:06:28.479" v="5821" actId="1076"/>
          <ac:picMkLst>
            <pc:docMk/>
            <pc:sldMk cId="0" sldId="325"/>
            <ac:picMk id="26628" creationId="{3B894A0A-23B3-4C12-AD61-486FD9C93A50}"/>
          </ac:picMkLst>
        </pc:picChg>
      </pc:sldChg>
      <pc:sldChg chg="modSp add mod">
        <pc:chgData name="Ivan Granja" userId="d0a12471-25a3-466a-a647-7cb796ed786c" providerId="ADAL" clId="{A9DAD972-E793-4934-B598-960E07B536E7}" dt="2020-09-18T17:59:19.362" v="12403"/>
        <pc:sldMkLst>
          <pc:docMk/>
          <pc:sldMk cId="0" sldId="326"/>
        </pc:sldMkLst>
        <pc:spChg chg="mod">
          <ac:chgData name="Ivan Granja" userId="d0a12471-25a3-466a-a647-7cb796ed786c" providerId="ADAL" clId="{A9DAD972-E793-4934-B598-960E07B536E7}" dt="2020-09-18T17:59:19.362" v="12403"/>
          <ac:spMkLst>
            <pc:docMk/>
            <pc:sldMk cId="0" sldId="326"/>
            <ac:spMk id="28674" creationId="{1F1D1B82-52B8-4900-AC5E-68E036B79CCA}"/>
          </ac:spMkLst>
        </pc:spChg>
        <pc:spChg chg="mod">
          <ac:chgData name="Ivan Granja" userId="d0a12471-25a3-466a-a647-7cb796ed786c" providerId="ADAL" clId="{A9DAD972-E793-4934-B598-960E07B536E7}" dt="2020-09-14T20:07:48.277" v="5910" actId="1076"/>
          <ac:spMkLst>
            <pc:docMk/>
            <pc:sldMk cId="0" sldId="326"/>
            <ac:spMk id="28675" creationId="{4524CFB4-4032-4BB2-9840-BF651A18207D}"/>
          </ac:spMkLst>
        </pc:spChg>
      </pc:sldChg>
      <pc:sldChg chg="addSp delSp modSp add mod">
        <pc:chgData name="Ivan Granja" userId="d0a12471-25a3-466a-a647-7cb796ed786c" providerId="ADAL" clId="{A9DAD972-E793-4934-B598-960E07B536E7}" dt="2020-09-14T20:09:46.960" v="6011" actId="6549"/>
        <pc:sldMkLst>
          <pc:docMk/>
          <pc:sldMk cId="0" sldId="327"/>
        </pc:sldMkLst>
        <pc:spChg chg="add del mod">
          <ac:chgData name="Ivan Granja" userId="d0a12471-25a3-466a-a647-7cb796ed786c" providerId="ADAL" clId="{A9DAD972-E793-4934-B598-960E07B536E7}" dt="2020-09-14T20:09:04.959" v="5997" actId="478"/>
          <ac:spMkLst>
            <pc:docMk/>
            <pc:sldMk cId="0" sldId="327"/>
            <ac:spMk id="2" creationId="{0C9E474B-FA17-468C-B74F-35BB53C5B0D2}"/>
          </ac:spMkLst>
        </pc:spChg>
        <pc:spChg chg="add mod">
          <ac:chgData name="Ivan Granja" userId="d0a12471-25a3-466a-a647-7cb796ed786c" providerId="ADAL" clId="{A9DAD972-E793-4934-B598-960E07B536E7}" dt="2020-09-14T20:09:06.026" v="5998"/>
          <ac:spMkLst>
            <pc:docMk/>
            <pc:sldMk cId="0" sldId="327"/>
            <ac:spMk id="8" creationId="{F57926EC-7930-4EB3-AEE0-D0010D2AB4B7}"/>
          </ac:spMkLst>
        </pc:spChg>
        <pc:spChg chg="del">
          <ac:chgData name="Ivan Granja" userId="d0a12471-25a3-466a-a647-7cb796ed786c" providerId="ADAL" clId="{A9DAD972-E793-4934-B598-960E07B536E7}" dt="2020-09-14T20:09:00.934" v="5996" actId="478"/>
          <ac:spMkLst>
            <pc:docMk/>
            <pc:sldMk cId="0" sldId="327"/>
            <ac:spMk id="30724" creationId="{D127285F-3F62-477F-BCFF-D390ADD3E330}"/>
          </ac:spMkLst>
        </pc:spChg>
        <pc:spChg chg="mod">
          <ac:chgData name="Ivan Granja" userId="d0a12471-25a3-466a-a647-7cb796ed786c" providerId="ADAL" clId="{A9DAD972-E793-4934-B598-960E07B536E7}" dt="2020-09-14T20:09:46.960" v="6011" actId="6549"/>
          <ac:spMkLst>
            <pc:docMk/>
            <pc:sldMk cId="0" sldId="327"/>
            <ac:spMk id="30725" creationId="{D6305A76-8C85-40D6-AC59-D42CAF4D2B9E}"/>
          </ac:spMkLst>
        </pc:spChg>
        <pc:picChg chg="mod">
          <ac:chgData name="Ivan Granja" userId="d0a12471-25a3-466a-a647-7cb796ed786c" providerId="ADAL" clId="{A9DAD972-E793-4934-B598-960E07B536E7}" dt="2020-09-14T20:09:45.665" v="6008" actId="1076"/>
          <ac:picMkLst>
            <pc:docMk/>
            <pc:sldMk cId="0" sldId="327"/>
            <ac:picMk id="30722" creationId="{E397E251-2BDC-46AB-9F05-46319B1A1B96}"/>
          </ac:picMkLst>
        </pc:picChg>
      </pc:sldChg>
      <pc:sldChg chg="modSp add mod">
        <pc:chgData name="Ivan Granja" userId="d0a12471-25a3-466a-a647-7cb796ed786c" providerId="ADAL" clId="{A9DAD972-E793-4934-B598-960E07B536E7}" dt="2020-09-18T20:07:04.650" v="15534" actId="20577"/>
        <pc:sldMkLst>
          <pc:docMk/>
          <pc:sldMk cId="0" sldId="328"/>
        </pc:sldMkLst>
        <pc:spChg chg="mod">
          <ac:chgData name="Ivan Granja" userId="d0a12471-25a3-466a-a647-7cb796ed786c" providerId="ADAL" clId="{A9DAD972-E793-4934-B598-960E07B536E7}" dt="2020-09-18T20:06:42.868" v="15527" actId="20577"/>
          <ac:spMkLst>
            <pc:docMk/>
            <pc:sldMk cId="0" sldId="328"/>
            <ac:spMk id="64514" creationId="{D66BD520-974D-4FC8-AC9E-66C9130DFB8A}"/>
          </ac:spMkLst>
        </pc:spChg>
        <pc:spChg chg="mod">
          <ac:chgData name="Ivan Granja" userId="d0a12471-25a3-466a-a647-7cb796ed786c" providerId="ADAL" clId="{A9DAD972-E793-4934-B598-960E07B536E7}" dt="2020-09-18T20:07:04.650" v="15534" actId="20577"/>
          <ac:spMkLst>
            <pc:docMk/>
            <pc:sldMk cId="0" sldId="328"/>
            <ac:spMk id="64515" creationId="{08C60303-F0B6-4CF3-96E5-F0082F67D1B7}"/>
          </ac:spMkLst>
        </pc:spChg>
      </pc:sldChg>
      <pc:sldChg chg="modSp add mod">
        <pc:chgData name="Ivan Granja" userId="d0a12471-25a3-466a-a647-7cb796ed786c" providerId="ADAL" clId="{A9DAD972-E793-4934-B598-960E07B536E7}" dt="2020-09-21T19:04:33.625" v="16158" actId="313"/>
        <pc:sldMkLst>
          <pc:docMk/>
          <pc:sldMk cId="0" sldId="329"/>
        </pc:sldMkLst>
        <pc:spChg chg="mod">
          <ac:chgData name="Ivan Granja" userId="d0a12471-25a3-466a-a647-7cb796ed786c" providerId="ADAL" clId="{A9DAD972-E793-4934-B598-960E07B536E7}" dt="2020-09-21T19:04:33.625" v="16158" actId="313"/>
          <ac:spMkLst>
            <pc:docMk/>
            <pc:sldMk cId="0" sldId="329"/>
            <ac:spMk id="66562" creationId="{F5E4C3EC-EED8-4C26-B354-40B1B46E96E6}"/>
          </ac:spMkLst>
        </pc:spChg>
      </pc:sldChg>
      <pc:sldChg chg="addSp delSp modSp add mod">
        <pc:chgData name="Ivan Granja" userId="d0a12471-25a3-466a-a647-7cb796ed786c" providerId="ADAL" clId="{A9DAD972-E793-4934-B598-960E07B536E7}" dt="2020-09-18T17:59:19.362" v="12403"/>
        <pc:sldMkLst>
          <pc:docMk/>
          <pc:sldMk cId="0" sldId="330"/>
        </pc:sldMkLst>
        <pc:spChg chg="add mod">
          <ac:chgData name="Ivan Granja" userId="d0a12471-25a3-466a-a647-7cb796ed786c" providerId="ADAL" clId="{A9DAD972-E793-4934-B598-960E07B536E7}" dt="2020-09-18T17:59:19.362" v="12403"/>
          <ac:spMkLst>
            <pc:docMk/>
            <pc:sldMk cId="0" sldId="330"/>
            <ac:spMk id="2" creationId="{4A9A91FC-D25F-415E-947D-CF123940F6B1}"/>
          </ac:spMkLst>
        </pc:spChg>
        <pc:spChg chg="mod">
          <ac:chgData name="Ivan Granja" userId="d0a12471-25a3-466a-a647-7cb796ed786c" providerId="ADAL" clId="{A9DAD972-E793-4934-B598-960E07B536E7}" dt="2020-09-18T17:55:35.062" v="12266" actId="255"/>
          <ac:spMkLst>
            <pc:docMk/>
            <pc:sldMk cId="0" sldId="330"/>
            <ac:spMk id="32770" creationId="{F00C989A-57A9-47CF-A8D1-E69707FBE283}"/>
          </ac:spMkLst>
        </pc:spChg>
        <pc:spChg chg="del">
          <ac:chgData name="Ivan Granja" userId="d0a12471-25a3-466a-a647-7cb796ed786c" providerId="ADAL" clId="{A9DAD972-E793-4934-B598-960E07B536E7}" dt="2020-09-14T20:10:17.312" v="6012" actId="478"/>
          <ac:spMkLst>
            <pc:docMk/>
            <pc:sldMk cId="0" sldId="330"/>
            <ac:spMk id="32771" creationId="{2787BF92-CBE4-4DFC-BE5A-77501DAFF4B0}"/>
          </ac:spMkLst>
        </pc:spChg>
      </pc:sldChg>
      <pc:sldChg chg="addSp delSp modSp add mod ord">
        <pc:chgData name="Ivan Granja" userId="d0a12471-25a3-466a-a647-7cb796ed786c" providerId="ADAL" clId="{A9DAD972-E793-4934-B598-960E07B536E7}" dt="2020-09-18T17:52:53.907" v="12154" actId="20577"/>
        <pc:sldMkLst>
          <pc:docMk/>
          <pc:sldMk cId="0" sldId="332"/>
        </pc:sldMkLst>
        <pc:spChg chg="add del mod">
          <ac:chgData name="Ivan Granja" userId="d0a12471-25a3-466a-a647-7cb796ed786c" providerId="ADAL" clId="{A9DAD972-E793-4934-B598-960E07B536E7}" dt="2020-09-14T20:58:28.071" v="8845"/>
          <ac:spMkLst>
            <pc:docMk/>
            <pc:sldMk cId="0" sldId="332"/>
            <ac:spMk id="2" creationId="{0340E93C-7D58-48C6-8E01-A62181E45011}"/>
          </ac:spMkLst>
        </pc:spChg>
        <pc:spChg chg="add mod ord">
          <ac:chgData name="Ivan Granja" userId="d0a12471-25a3-466a-a647-7cb796ed786c" providerId="ADAL" clId="{A9DAD972-E793-4934-B598-960E07B536E7}" dt="2020-09-18T17:51:07.118" v="12048" actId="207"/>
          <ac:spMkLst>
            <pc:docMk/>
            <pc:sldMk cId="0" sldId="332"/>
            <ac:spMk id="2" creationId="{56EF4B83-3FD3-42DC-AC5F-95C69F64E6AA}"/>
          </ac:spMkLst>
        </pc:spChg>
        <pc:spChg chg="add del">
          <ac:chgData name="Ivan Granja" userId="d0a12471-25a3-466a-a647-7cb796ed786c" providerId="ADAL" clId="{A9DAD972-E793-4934-B598-960E07B536E7}" dt="2020-09-18T17:50:52.561" v="12044" actId="22"/>
          <ac:spMkLst>
            <pc:docMk/>
            <pc:sldMk cId="0" sldId="332"/>
            <ac:spMk id="3" creationId="{E52A8E26-9FBE-4C40-BD6F-32AC83CCBD18}"/>
          </ac:spMkLst>
        </pc:spChg>
        <pc:spChg chg="add mod">
          <ac:chgData name="Ivan Granja" userId="d0a12471-25a3-466a-a647-7cb796ed786c" providerId="ADAL" clId="{A9DAD972-E793-4934-B598-960E07B536E7}" dt="2020-09-14T20:58:28.071" v="8845"/>
          <ac:spMkLst>
            <pc:docMk/>
            <pc:sldMk cId="0" sldId="332"/>
            <ac:spMk id="6" creationId="{3EA8ABB8-B0DF-4C94-ADE6-7E1E0449F555}"/>
          </ac:spMkLst>
        </pc:spChg>
        <pc:spChg chg="del">
          <ac:chgData name="Ivan Granja" userId="d0a12471-25a3-466a-a647-7cb796ed786c" providerId="ADAL" clId="{A9DAD972-E793-4934-B598-960E07B536E7}" dt="2020-09-14T20:58:24.802" v="8844" actId="478"/>
          <ac:spMkLst>
            <pc:docMk/>
            <pc:sldMk cId="0" sldId="332"/>
            <ac:spMk id="34819" creationId="{69740B3C-0237-4D8F-808D-35A88DA41E6F}"/>
          </ac:spMkLst>
        </pc:spChg>
        <pc:spChg chg="mod">
          <ac:chgData name="Ivan Granja" userId="d0a12471-25a3-466a-a647-7cb796ed786c" providerId="ADAL" clId="{A9DAD972-E793-4934-B598-960E07B536E7}" dt="2020-09-18T17:52:53.907" v="12154" actId="20577"/>
          <ac:spMkLst>
            <pc:docMk/>
            <pc:sldMk cId="0" sldId="332"/>
            <ac:spMk id="56323" creationId="{9691B76A-EF7F-4442-BB00-5763F2FCB4E3}"/>
          </ac:spMkLst>
        </pc:spChg>
        <pc:picChg chg="add del mod">
          <ac:chgData name="Ivan Granja" userId="d0a12471-25a3-466a-a647-7cb796ed786c" providerId="ADAL" clId="{A9DAD972-E793-4934-B598-960E07B536E7}" dt="2020-09-14T21:18:03.487" v="9344" actId="478"/>
          <ac:picMkLst>
            <pc:docMk/>
            <pc:sldMk cId="0" sldId="332"/>
            <ac:picMk id="4" creationId="{973D0828-26C6-4AE6-B885-D5D71EB808D7}"/>
          </ac:picMkLst>
        </pc:picChg>
        <pc:picChg chg="add del">
          <ac:chgData name="Ivan Granja" userId="d0a12471-25a3-466a-a647-7cb796ed786c" providerId="ADAL" clId="{A9DAD972-E793-4934-B598-960E07B536E7}" dt="2020-09-14T21:19:54.878" v="9356" actId="478"/>
          <ac:picMkLst>
            <pc:docMk/>
            <pc:sldMk cId="0" sldId="332"/>
            <ac:picMk id="7" creationId="{B99DBDF4-3BC0-4EFB-B1C8-284A3CC41DDF}"/>
          </ac:picMkLst>
        </pc:picChg>
        <pc:picChg chg="add del">
          <ac:chgData name="Ivan Granja" userId="d0a12471-25a3-466a-a647-7cb796ed786c" providerId="ADAL" clId="{A9DAD972-E793-4934-B598-960E07B536E7}" dt="2020-09-18T17:51:16.688" v="12050" actId="478"/>
          <ac:picMkLst>
            <pc:docMk/>
            <pc:sldMk cId="0" sldId="332"/>
            <ac:picMk id="9" creationId="{70CD46C5-7D84-46E7-820D-0A2927193CE1}"/>
          </ac:picMkLst>
        </pc:picChg>
        <pc:picChg chg="del">
          <ac:chgData name="Ivan Granja" userId="d0a12471-25a3-466a-a647-7cb796ed786c" providerId="ADAL" clId="{A9DAD972-E793-4934-B598-960E07B536E7}" dt="2020-09-14T21:08:35.520" v="8997" actId="478"/>
          <ac:picMkLst>
            <pc:docMk/>
            <pc:sldMk cId="0" sldId="332"/>
            <ac:picMk id="34820" creationId="{1E39C2CD-4AEC-4285-BBF2-C5DF50F23C94}"/>
          </ac:picMkLst>
        </pc:picChg>
      </pc:sldChg>
      <pc:sldChg chg="addSp delSp modSp add mod">
        <pc:chgData name="Ivan Granja" userId="d0a12471-25a3-466a-a647-7cb796ed786c" providerId="ADAL" clId="{A9DAD972-E793-4934-B598-960E07B536E7}" dt="2020-09-18T18:02:12.963" v="12493" actId="255"/>
        <pc:sldMkLst>
          <pc:docMk/>
          <pc:sldMk cId="0" sldId="333"/>
        </pc:sldMkLst>
        <pc:spChg chg="add del mod">
          <ac:chgData name="Ivan Granja" userId="d0a12471-25a3-466a-a647-7cb796ed786c" providerId="ADAL" clId="{A9DAD972-E793-4934-B598-960E07B536E7}" dt="2020-09-18T18:00:26.916" v="12422" actId="478"/>
          <ac:spMkLst>
            <pc:docMk/>
            <pc:sldMk cId="0" sldId="333"/>
            <ac:spMk id="2" creationId="{31925C14-2F26-46B3-A564-C290297A96BB}"/>
          </ac:spMkLst>
        </pc:spChg>
        <pc:spChg chg="add mod">
          <ac:chgData name="Ivan Granja" userId="d0a12471-25a3-466a-a647-7cb796ed786c" providerId="ADAL" clId="{A9DAD972-E793-4934-B598-960E07B536E7}" dt="2020-09-18T18:02:12.963" v="12493" actId="255"/>
          <ac:spMkLst>
            <pc:docMk/>
            <pc:sldMk cId="0" sldId="333"/>
            <ac:spMk id="7" creationId="{3E30D947-73FB-4BDB-80B8-707BBA6C4B59}"/>
          </ac:spMkLst>
        </pc:spChg>
        <pc:spChg chg="add del mod">
          <ac:chgData name="Ivan Granja" userId="d0a12471-25a3-466a-a647-7cb796ed786c" providerId="ADAL" clId="{A9DAD972-E793-4934-B598-960E07B536E7}" dt="2020-09-14T21:36:27.753" v="9798" actId="21"/>
          <ac:spMkLst>
            <pc:docMk/>
            <pc:sldMk cId="0" sldId="333"/>
            <ac:spMk id="9" creationId="{5960345A-E492-483C-8EA9-691060135963}"/>
          </ac:spMkLst>
        </pc:spChg>
        <pc:spChg chg="add del">
          <ac:chgData name="Ivan Granja" userId="d0a12471-25a3-466a-a647-7cb796ed786c" providerId="ADAL" clId="{A9DAD972-E793-4934-B598-960E07B536E7}" dt="2020-09-14T21:32:09.286" v="9696" actId="22"/>
          <ac:spMkLst>
            <pc:docMk/>
            <pc:sldMk cId="0" sldId="333"/>
            <ac:spMk id="10" creationId="{A2DB1E05-544B-486D-A3DB-F1E73572E750}"/>
          </ac:spMkLst>
        </pc:spChg>
        <pc:spChg chg="add mod">
          <ac:chgData name="Ivan Granja" userId="d0a12471-25a3-466a-a647-7cb796ed786c" providerId="ADAL" clId="{A9DAD972-E793-4934-B598-960E07B536E7}" dt="2020-09-14T21:32:15.722" v="9697"/>
          <ac:spMkLst>
            <pc:docMk/>
            <pc:sldMk cId="0" sldId="333"/>
            <ac:spMk id="11" creationId="{07C73BAF-EED7-4A09-8FA6-63AE18A4D9AD}"/>
          </ac:spMkLst>
        </pc:spChg>
        <pc:spChg chg="add mod">
          <ac:chgData name="Ivan Granja" userId="d0a12471-25a3-466a-a647-7cb796ed786c" providerId="ADAL" clId="{A9DAD972-E793-4934-B598-960E07B536E7}" dt="2020-09-14T21:41:00.699" v="10036" actId="1037"/>
          <ac:spMkLst>
            <pc:docMk/>
            <pc:sldMk cId="0" sldId="333"/>
            <ac:spMk id="12" creationId="{899D5400-C94F-4081-BE24-F0BE953D4791}"/>
          </ac:spMkLst>
        </pc:spChg>
        <pc:spChg chg="del mod">
          <ac:chgData name="Ivan Granja" userId="d0a12471-25a3-466a-a647-7cb796ed786c" providerId="ADAL" clId="{A9DAD972-E793-4934-B598-960E07B536E7}" dt="2020-09-14T21:32:06.312" v="9694" actId="478"/>
          <ac:spMkLst>
            <pc:docMk/>
            <pc:sldMk cId="0" sldId="333"/>
            <ac:spMk id="36867" creationId="{DA794273-2BF4-43B2-BC4D-C2AA867B103E}"/>
          </ac:spMkLst>
        </pc:spChg>
        <pc:spChg chg="del mod">
          <ac:chgData name="Ivan Granja" userId="d0a12471-25a3-466a-a647-7cb796ed786c" providerId="ADAL" clId="{A9DAD972-E793-4934-B598-960E07B536E7}" dt="2020-09-18T18:00:23.060" v="12421" actId="21"/>
          <ac:spMkLst>
            <pc:docMk/>
            <pc:sldMk cId="0" sldId="333"/>
            <ac:spMk id="56323" creationId="{448C9BF5-D442-4EF8-894A-C28FFF970456}"/>
          </ac:spMkLst>
        </pc:spChg>
        <pc:picChg chg="add del mod">
          <ac:chgData name="Ivan Granja" userId="d0a12471-25a3-466a-a647-7cb796ed786c" providerId="ADAL" clId="{A9DAD972-E793-4934-B598-960E07B536E7}" dt="2020-09-14T21:30:48.723" v="9668" actId="21"/>
          <ac:picMkLst>
            <pc:docMk/>
            <pc:sldMk cId="0" sldId="333"/>
            <ac:picMk id="3" creationId="{A38DC43F-39C0-403D-B047-63DCB123A1CF}"/>
          </ac:picMkLst>
        </pc:picChg>
        <pc:picChg chg="add del mod">
          <ac:chgData name="Ivan Granja" userId="d0a12471-25a3-466a-a647-7cb796ed786c" providerId="ADAL" clId="{A9DAD972-E793-4934-B598-960E07B536E7}" dt="2020-09-14T21:32:53.120" v="9711" actId="478"/>
          <ac:picMkLst>
            <pc:docMk/>
            <pc:sldMk cId="0" sldId="333"/>
            <ac:picMk id="5" creationId="{65FF78D8-BF7E-4F3C-AD51-94CC3B7175EC}"/>
          </ac:picMkLst>
        </pc:picChg>
        <pc:picChg chg="add mod ord">
          <ac:chgData name="Ivan Granja" userId="d0a12471-25a3-466a-a647-7cb796ed786c" providerId="ADAL" clId="{A9DAD972-E793-4934-B598-960E07B536E7}" dt="2020-09-18T18:00:37.426" v="12427" actId="1036"/>
          <ac:picMkLst>
            <pc:docMk/>
            <pc:sldMk cId="0" sldId="333"/>
            <ac:picMk id="8" creationId="{45740E0A-535D-4BD4-B353-2EFDC145ACDA}"/>
          </ac:picMkLst>
        </pc:picChg>
        <pc:picChg chg="del">
          <ac:chgData name="Ivan Granja" userId="d0a12471-25a3-466a-a647-7cb796ed786c" providerId="ADAL" clId="{A9DAD972-E793-4934-B598-960E07B536E7}" dt="2020-09-14T21:30:36.650" v="9664" actId="478"/>
          <ac:picMkLst>
            <pc:docMk/>
            <pc:sldMk cId="0" sldId="333"/>
            <ac:picMk id="36868" creationId="{2ACF7733-2357-49F2-9163-AABC4871C459}"/>
          </ac:picMkLst>
        </pc:picChg>
      </pc:sldChg>
      <pc:sldChg chg="add del">
        <pc:chgData name="Ivan Granja" userId="d0a12471-25a3-466a-a647-7cb796ed786c" providerId="ADAL" clId="{A9DAD972-E793-4934-B598-960E07B536E7}" dt="2020-09-14T21:42:26.060" v="10107" actId="47"/>
        <pc:sldMkLst>
          <pc:docMk/>
          <pc:sldMk cId="0" sldId="334"/>
        </pc:sldMkLst>
      </pc:sldChg>
      <pc:sldChg chg="delSp modSp add del mod">
        <pc:chgData name="Ivan Granja" userId="d0a12471-25a3-466a-a647-7cb796ed786c" providerId="ADAL" clId="{A9DAD972-E793-4934-B598-960E07B536E7}" dt="2020-09-14T21:53:31.538" v="10526" actId="47"/>
        <pc:sldMkLst>
          <pc:docMk/>
          <pc:sldMk cId="0" sldId="336"/>
        </pc:sldMkLst>
        <pc:spChg chg="mod">
          <ac:chgData name="Ivan Granja" userId="d0a12471-25a3-466a-a647-7cb796ed786c" providerId="ADAL" clId="{A9DAD972-E793-4934-B598-960E07B536E7}" dt="2020-09-14T21:42:38.349" v="10108" actId="21"/>
          <ac:spMkLst>
            <pc:docMk/>
            <pc:sldMk cId="0" sldId="336"/>
            <ac:spMk id="40962" creationId="{27B1AFEB-E39E-49A6-8EF3-B68512191D9E}"/>
          </ac:spMkLst>
        </pc:spChg>
        <pc:picChg chg="del">
          <ac:chgData name="Ivan Granja" userId="d0a12471-25a3-466a-a647-7cb796ed786c" providerId="ADAL" clId="{A9DAD972-E793-4934-B598-960E07B536E7}" dt="2020-09-14T21:42:57.058" v="10112" actId="21"/>
          <ac:picMkLst>
            <pc:docMk/>
            <pc:sldMk cId="0" sldId="336"/>
            <ac:picMk id="40964" creationId="{853E7B08-05DD-45BC-9664-7091DA15F6E8}"/>
          </ac:picMkLst>
        </pc:picChg>
      </pc:sldChg>
      <pc:sldChg chg="addSp delSp add del">
        <pc:chgData name="Ivan Granja" userId="d0a12471-25a3-466a-a647-7cb796ed786c" providerId="ADAL" clId="{A9DAD972-E793-4934-B598-960E07B536E7}" dt="2020-09-14T21:53:34.124" v="10527" actId="47"/>
        <pc:sldMkLst>
          <pc:docMk/>
          <pc:sldMk cId="0" sldId="337"/>
        </pc:sldMkLst>
        <pc:spChg chg="add del">
          <ac:chgData name="Ivan Granja" userId="d0a12471-25a3-466a-a647-7cb796ed786c" providerId="ADAL" clId="{A9DAD972-E793-4934-B598-960E07B536E7}" dt="2020-09-14T21:43:53.432" v="10123" actId="21"/>
          <ac:spMkLst>
            <pc:docMk/>
            <pc:sldMk cId="0" sldId="337"/>
            <ac:spMk id="4" creationId="{663658DD-52E9-4775-9CCE-F81736BC69C1}"/>
          </ac:spMkLst>
        </pc:spChg>
        <pc:spChg chg="add del">
          <ac:chgData name="Ivan Granja" userId="d0a12471-25a3-466a-a647-7cb796ed786c" providerId="ADAL" clId="{A9DAD972-E793-4934-B598-960E07B536E7}" dt="2020-09-14T21:43:53.432" v="10123" actId="21"/>
          <ac:spMkLst>
            <pc:docMk/>
            <pc:sldMk cId="0" sldId="337"/>
            <ac:spMk id="7" creationId="{9E2FBAA8-92C0-45CD-8081-2F5369AEEC24}"/>
          </ac:spMkLst>
        </pc:spChg>
        <pc:spChg chg="add del">
          <ac:chgData name="Ivan Granja" userId="d0a12471-25a3-466a-a647-7cb796ed786c" providerId="ADAL" clId="{A9DAD972-E793-4934-B598-960E07B536E7}" dt="2020-09-14T21:43:53.432" v="10123" actId="21"/>
          <ac:spMkLst>
            <pc:docMk/>
            <pc:sldMk cId="0" sldId="337"/>
            <ac:spMk id="43013" creationId="{1A4EF9E4-7363-42CA-B0B6-007A0FC3978B}"/>
          </ac:spMkLst>
        </pc:spChg>
        <pc:cxnChg chg="add del">
          <ac:chgData name="Ivan Granja" userId="d0a12471-25a3-466a-a647-7cb796ed786c" providerId="ADAL" clId="{A9DAD972-E793-4934-B598-960E07B536E7}" dt="2020-09-14T21:43:53.432" v="10123" actId="21"/>
          <ac:cxnSpMkLst>
            <pc:docMk/>
            <pc:sldMk cId="0" sldId="337"/>
            <ac:cxnSpMk id="8" creationId="{4FD7A2EF-84E8-4D16-8157-76FAF2D7E41B}"/>
          </ac:cxnSpMkLst>
        </pc:cxnChg>
        <pc:cxnChg chg="add del">
          <ac:chgData name="Ivan Granja" userId="d0a12471-25a3-466a-a647-7cb796ed786c" providerId="ADAL" clId="{A9DAD972-E793-4934-B598-960E07B536E7}" dt="2020-09-14T21:43:53.432" v="10123" actId="21"/>
          <ac:cxnSpMkLst>
            <pc:docMk/>
            <pc:sldMk cId="0" sldId="337"/>
            <ac:cxnSpMk id="10" creationId="{60FE94C2-8EB7-4298-80D3-73AB540850D0}"/>
          </ac:cxnSpMkLst>
        </pc:cxnChg>
      </pc:sldChg>
      <pc:sldChg chg="modSp add mod">
        <pc:chgData name="Ivan Granja" userId="d0a12471-25a3-466a-a647-7cb796ed786c" providerId="ADAL" clId="{A9DAD972-E793-4934-B598-960E07B536E7}" dt="2020-09-18T18:06:18.919" v="12605" actId="1076"/>
        <pc:sldMkLst>
          <pc:docMk/>
          <pc:sldMk cId="0" sldId="338"/>
        </pc:sldMkLst>
        <pc:spChg chg="mod">
          <ac:chgData name="Ivan Granja" userId="d0a12471-25a3-466a-a647-7cb796ed786c" providerId="ADAL" clId="{A9DAD972-E793-4934-B598-960E07B536E7}" dt="2020-09-18T18:06:18.919" v="12605" actId="1076"/>
          <ac:spMkLst>
            <pc:docMk/>
            <pc:sldMk cId="0" sldId="338"/>
            <ac:spMk id="45058" creationId="{F62FE078-BAEF-4A84-8B5C-16834355E57A}"/>
          </ac:spMkLst>
        </pc:spChg>
      </pc:sldChg>
      <pc:sldChg chg="modSp add mod">
        <pc:chgData name="Ivan Granja" userId="d0a12471-25a3-466a-a647-7cb796ed786c" providerId="ADAL" clId="{A9DAD972-E793-4934-B598-960E07B536E7}" dt="2020-09-18T18:06:47.884" v="12612" actId="1036"/>
        <pc:sldMkLst>
          <pc:docMk/>
          <pc:sldMk cId="0" sldId="339"/>
        </pc:sldMkLst>
        <pc:spChg chg="mod">
          <ac:chgData name="Ivan Granja" userId="d0a12471-25a3-466a-a647-7cb796ed786c" providerId="ADAL" clId="{A9DAD972-E793-4934-B598-960E07B536E7}" dt="2020-09-18T18:06:38.490" v="12606" actId="1076"/>
          <ac:spMkLst>
            <pc:docMk/>
            <pc:sldMk cId="0" sldId="339"/>
            <ac:spMk id="47107" creationId="{9DE36AF9-2B27-4F42-A29D-551D2BE89355}"/>
          </ac:spMkLst>
        </pc:spChg>
        <pc:picChg chg="mod">
          <ac:chgData name="Ivan Granja" userId="d0a12471-25a3-466a-a647-7cb796ed786c" providerId="ADAL" clId="{A9DAD972-E793-4934-B598-960E07B536E7}" dt="2020-09-18T18:06:42.995" v="12608" actId="14100"/>
          <ac:picMkLst>
            <pc:docMk/>
            <pc:sldMk cId="0" sldId="339"/>
            <ac:picMk id="47106" creationId="{7281398E-7A31-4599-A8FD-5F8237BD8046}"/>
          </ac:picMkLst>
        </pc:picChg>
        <pc:picChg chg="mod">
          <ac:chgData name="Ivan Granja" userId="d0a12471-25a3-466a-a647-7cb796ed786c" providerId="ADAL" clId="{A9DAD972-E793-4934-B598-960E07B536E7}" dt="2020-09-18T18:06:47.884" v="12612" actId="1036"/>
          <ac:picMkLst>
            <pc:docMk/>
            <pc:sldMk cId="0" sldId="339"/>
            <ac:picMk id="47109" creationId="{724965F4-A7E0-4E41-B80C-B2C07647B290}"/>
          </ac:picMkLst>
        </pc:picChg>
      </pc:sldChg>
      <pc:sldChg chg="addSp delSp modSp mod">
        <pc:chgData name="Ivan Granja" userId="d0a12471-25a3-466a-a647-7cb796ed786c" providerId="ADAL" clId="{A9DAD972-E793-4934-B598-960E07B536E7}" dt="2020-09-18T19:57:43.118" v="15358" actId="20577"/>
        <pc:sldMkLst>
          <pc:docMk/>
          <pc:sldMk cId="0" sldId="344"/>
        </pc:sldMkLst>
        <pc:spChg chg="add del mod">
          <ac:chgData name="Ivan Granja" userId="d0a12471-25a3-466a-a647-7cb796ed786c" providerId="ADAL" clId="{A9DAD972-E793-4934-B598-960E07B536E7}" dt="2020-09-18T19:57:26.584" v="15307"/>
          <ac:spMkLst>
            <pc:docMk/>
            <pc:sldMk cId="0" sldId="344"/>
            <ac:spMk id="2" creationId="{0319EA96-6563-42CC-86EE-22EBF3EA3A82}"/>
          </ac:spMkLst>
        </pc:spChg>
        <pc:spChg chg="add mod">
          <ac:chgData name="Ivan Granja" userId="d0a12471-25a3-466a-a647-7cb796ed786c" providerId="ADAL" clId="{A9DAD972-E793-4934-B598-960E07B536E7}" dt="2020-09-18T19:57:43.118" v="15358" actId="20577"/>
          <ac:spMkLst>
            <pc:docMk/>
            <pc:sldMk cId="0" sldId="344"/>
            <ac:spMk id="5" creationId="{E44DFFA3-E11F-4F3E-B275-E0C627F95059}"/>
          </ac:spMkLst>
        </pc:spChg>
        <pc:spChg chg="del">
          <ac:chgData name="Ivan Granja" userId="d0a12471-25a3-466a-a647-7cb796ed786c" providerId="ADAL" clId="{A9DAD972-E793-4934-B598-960E07B536E7}" dt="2020-09-18T19:57:24.526" v="15306" actId="478"/>
          <ac:spMkLst>
            <pc:docMk/>
            <pc:sldMk cId="0" sldId="344"/>
            <ac:spMk id="63490" creationId="{587B8D07-6707-40AE-97A8-3338A6C94EE2}"/>
          </ac:spMkLst>
        </pc:spChg>
      </pc:sldChg>
      <pc:sldChg chg="addSp delSp modSp mod">
        <pc:chgData name="Ivan Granja" userId="d0a12471-25a3-466a-a647-7cb796ed786c" providerId="ADAL" clId="{A9DAD972-E793-4934-B598-960E07B536E7}" dt="2020-09-14T21:55:46.388" v="10556" actId="20577"/>
        <pc:sldMkLst>
          <pc:docMk/>
          <pc:sldMk cId="0" sldId="410"/>
        </pc:sldMkLst>
        <pc:spChg chg="add mod">
          <ac:chgData name="Ivan Granja" userId="d0a12471-25a3-466a-a647-7cb796ed786c" providerId="ADAL" clId="{A9DAD972-E793-4934-B598-960E07B536E7}" dt="2020-09-14T18:04:20.801" v="1322" actId="1076"/>
          <ac:spMkLst>
            <pc:docMk/>
            <pc:sldMk cId="0" sldId="410"/>
            <ac:spMk id="7" creationId="{0768B7E7-0446-41AA-AC49-FB9CBB84B7DA}"/>
          </ac:spMkLst>
        </pc:spChg>
        <pc:spChg chg="add mod">
          <ac:chgData name="Ivan Granja" userId="d0a12471-25a3-466a-a647-7cb796ed786c" providerId="ADAL" clId="{A9DAD972-E793-4934-B598-960E07B536E7}" dt="2020-09-14T18:04:20.801" v="1322" actId="1076"/>
          <ac:spMkLst>
            <pc:docMk/>
            <pc:sldMk cId="0" sldId="410"/>
            <ac:spMk id="9" creationId="{C5CAC26E-BB30-4BF8-B2FC-465255C097A6}"/>
          </ac:spMkLst>
        </pc:spChg>
        <pc:spChg chg="mod">
          <ac:chgData name="Ivan Granja" userId="d0a12471-25a3-466a-a647-7cb796ed786c" providerId="ADAL" clId="{A9DAD972-E793-4934-B598-960E07B536E7}" dt="2020-09-14T18:04:50.970" v="1334" actId="1076"/>
          <ac:spMkLst>
            <pc:docMk/>
            <pc:sldMk cId="0" sldId="410"/>
            <ac:spMk id="21" creationId="{CBB5B40F-6073-42CE-AF08-9A6E53901351}"/>
          </ac:spMkLst>
        </pc:spChg>
        <pc:spChg chg="mod">
          <ac:chgData name="Ivan Granja" userId="d0a12471-25a3-466a-a647-7cb796ed786c" providerId="ADAL" clId="{A9DAD972-E793-4934-B598-960E07B536E7}" dt="2020-09-14T18:04:50.970" v="1334" actId="1076"/>
          <ac:spMkLst>
            <pc:docMk/>
            <pc:sldMk cId="0" sldId="410"/>
            <ac:spMk id="22" creationId="{0689D5AC-7F05-43F5-B2CC-3097CBDEDC2C}"/>
          </ac:spMkLst>
        </pc:spChg>
        <pc:spChg chg="mod">
          <ac:chgData name="Ivan Granja" userId="d0a12471-25a3-466a-a647-7cb796ed786c" providerId="ADAL" clId="{A9DAD972-E793-4934-B598-960E07B536E7}" dt="2020-09-14T18:04:45.265" v="1331" actId="1076"/>
          <ac:spMkLst>
            <pc:docMk/>
            <pc:sldMk cId="0" sldId="410"/>
            <ac:spMk id="28" creationId="{F554ED79-8AF3-4BC3-9C60-2998051A499A}"/>
          </ac:spMkLst>
        </pc:spChg>
        <pc:spChg chg="mod">
          <ac:chgData name="Ivan Granja" userId="d0a12471-25a3-466a-a647-7cb796ed786c" providerId="ADAL" clId="{A9DAD972-E793-4934-B598-960E07B536E7}" dt="2020-09-14T18:04:45.265" v="1331" actId="1076"/>
          <ac:spMkLst>
            <pc:docMk/>
            <pc:sldMk cId="0" sldId="410"/>
            <ac:spMk id="29" creationId="{F7B488AA-B0F2-423F-A034-66E66A38C373}"/>
          </ac:spMkLst>
        </pc:spChg>
        <pc:spChg chg="mod">
          <ac:chgData name="Ivan Granja" userId="d0a12471-25a3-466a-a647-7cb796ed786c" providerId="ADAL" clId="{A9DAD972-E793-4934-B598-960E07B536E7}" dt="2020-09-14T18:04:53.647" v="1335" actId="1076"/>
          <ac:spMkLst>
            <pc:docMk/>
            <pc:sldMk cId="0" sldId="410"/>
            <ac:spMk id="34" creationId="{D667DE10-8B55-41E5-8A05-78575B62F9F1}"/>
          </ac:spMkLst>
        </pc:spChg>
        <pc:spChg chg="mod">
          <ac:chgData name="Ivan Granja" userId="d0a12471-25a3-466a-a647-7cb796ed786c" providerId="ADAL" clId="{A9DAD972-E793-4934-B598-960E07B536E7}" dt="2020-09-14T18:04:53.647" v="1335" actId="1076"/>
          <ac:spMkLst>
            <pc:docMk/>
            <pc:sldMk cId="0" sldId="410"/>
            <ac:spMk id="35" creationId="{FD9EA665-AB11-4D73-A9B0-3A4A201CFAF0}"/>
          </ac:spMkLst>
        </pc:spChg>
        <pc:spChg chg="mod">
          <ac:chgData name="Ivan Granja" userId="d0a12471-25a3-466a-a647-7cb796ed786c" providerId="ADAL" clId="{A9DAD972-E793-4934-B598-960E07B536E7}" dt="2020-09-14T18:10:17.443" v="1627" actId="14100"/>
          <ac:spMkLst>
            <pc:docMk/>
            <pc:sldMk cId="0" sldId="410"/>
            <ac:spMk id="108546" creationId="{8BF95987-55DD-467D-9D9E-A7BC865AFEDB}"/>
          </ac:spMkLst>
        </pc:spChg>
        <pc:spChg chg="mod">
          <ac:chgData name="Ivan Granja" userId="d0a12471-25a3-466a-a647-7cb796ed786c" providerId="ADAL" clId="{A9DAD972-E793-4934-B598-960E07B536E7}" dt="2020-09-14T18:01:45.055" v="1296" actId="6549"/>
          <ac:spMkLst>
            <pc:docMk/>
            <pc:sldMk cId="0" sldId="410"/>
            <ac:spMk id="108547" creationId="{BFB5E452-9A12-457E-AE41-30E73CE4B122}"/>
          </ac:spMkLst>
        </pc:spChg>
        <pc:spChg chg="del">
          <ac:chgData name="Ivan Granja" userId="d0a12471-25a3-466a-a647-7cb796ed786c" providerId="ADAL" clId="{A9DAD972-E793-4934-B598-960E07B536E7}" dt="2020-09-14T18:01:33.313" v="1293" actId="478"/>
          <ac:spMkLst>
            <pc:docMk/>
            <pc:sldMk cId="0" sldId="410"/>
            <ac:spMk id="108548" creationId="{C800BAD2-5EBF-4BDF-942F-999550C75C1E}"/>
          </ac:spMkLst>
        </pc:spChg>
        <pc:grpChg chg="add del mod">
          <ac:chgData name="Ivan Granja" userId="d0a12471-25a3-466a-a647-7cb796ed786c" providerId="ADAL" clId="{A9DAD972-E793-4934-B598-960E07B536E7}" dt="2020-09-14T18:04:41.293" v="1329" actId="478"/>
          <ac:grpSpMkLst>
            <pc:docMk/>
            <pc:sldMk cId="0" sldId="410"/>
            <ac:grpSpMk id="11" creationId="{187071E9-A83D-46F3-9BBB-6FDBA25035E5}"/>
          </ac:grpSpMkLst>
        </pc:grpChg>
        <pc:grpChg chg="add mod">
          <ac:chgData name="Ivan Granja" userId="d0a12471-25a3-466a-a647-7cb796ed786c" providerId="ADAL" clId="{A9DAD972-E793-4934-B598-960E07B536E7}" dt="2020-09-14T18:04:50.970" v="1334" actId="1076"/>
          <ac:grpSpMkLst>
            <pc:docMk/>
            <pc:sldMk cId="0" sldId="410"/>
            <ac:grpSpMk id="17" creationId="{D1A08217-C307-417A-856E-FB364A96F62A}"/>
          </ac:grpSpMkLst>
        </pc:grpChg>
        <pc:grpChg chg="add mod">
          <ac:chgData name="Ivan Granja" userId="d0a12471-25a3-466a-a647-7cb796ed786c" providerId="ADAL" clId="{A9DAD972-E793-4934-B598-960E07B536E7}" dt="2020-09-14T18:05:50.842" v="1359" actId="207"/>
          <ac:grpSpMkLst>
            <pc:docMk/>
            <pc:sldMk cId="0" sldId="410"/>
            <ac:grpSpMk id="24" creationId="{FEE83988-2920-4845-B9DB-002C2B473F5D}"/>
          </ac:grpSpMkLst>
        </pc:grpChg>
        <pc:grpChg chg="add mod">
          <ac:chgData name="Ivan Granja" userId="d0a12471-25a3-466a-a647-7cb796ed786c" providerId="ADAL" clId="{A9DAD972-E793-4934-B598-960E07B536E7}" dt="2020-09-14T18:04:53.647" v="1335" actId="1076"/>
          <ac:grpSpMkLst>
            <pc:docMk/>
            <pc:sldMk cId="0" sldId="410"/>
            <ac:grpSpMk id="30" creationId="{48F3DE06-BC46-493C-A390-9ECE9E158E78}"/>
          </ac:grpSpMkLst>
        </pc:grpChg>
        <pc:graphicFrameChg chg="add mod modGraphic">
          <ac:chgData name="Ivan Granja" userId="d0a12471-25a3-466a-a647-7cb796ed786c" providerId="ADAL" clId="{A9DAD972-E793-4934-B598-960E07B536E7}" dt="2020-09-14T21:55:46.388" v="10556" actId="20577"/>
          <ac:graphicFrameMkLst>
            <pc:docMk/>
            <pc:sldMk cId="0" sldId="410"/>
            <ac:graphicFrameMk id="23" creationId="{1A44629E-8DAB-418E-9D3F-7378C7998969}"/>
          </ac:graphicFrameMkLst>
        </pc:graphicFrameChg>
        <pc:picChg chg="add mod">
          <ac:chgData name="Ivan Granja" userId="d0a12471-25a3-466a-a647-7cb796ed786c" providerId="ADAL" clId="{A9DAD972-E793-4934-B598-960E07B536E7}" dt="2020-09-14T18:04:20.801" v="1322" actId="1076"/>
          <ac:picMkLst>
            <pc:docMk/>
            <pc:sldMk cId="0" sldId="410"/>
            <ac:picMk id="2" creationId="{C3993E79-48AB-4542-9C9A-BF49989E47C1}"/>
          </ac:picMkLst>
        </pc:picChg>
        <pc:picChg chg="del mod">
          <ac:chgData name="Ivan Granja" userId="d0a12471-25a3-466a-a647-7cb796ed786c" providerId="ADAL" clId="{A9DAD972-E793-4934-B598-960E07B536E7}" dt="2020-09-14T18:03:25.679" v="1313" actId="478"/>
          <ac:picMkLst>
            <pc:docMk/>
            <pc:sldMk cId="0" sldId="410"/>
            <ac:picMk id="3" creationId="{C4CA1921-571D-4AD9-871F-5C87EAC046B5}"/>
          </ac:picMkLst>
        </pc:picChg>
        <pc:picChg chg="add mod">
          <ac:chgData name="Ivan Granja" userId="d0a12471-25a3-466a-a647-7cb796ed786c" providerId="ADAL" clId="{A9DAD972-E793-4934-B598-960E07B536E7}" dt="2020-09-14T18:04:20.801" v="1322" actId="1076"/>
          <ac:picMkLst>
            <pc:docMk/>
            <pc:sldMk cId="0" sldId="410"/>
            <ac:picMk id="4" creationId="{AD4D595F-69AA-45DC-B5BB-EF40D101A59B}"/>
          </ac:picMkLst>
        </pc:picChg>
        <pc:picChg chg="add mod">
          <ac:chgData name="Ivan Granja" userId="d0a12471-25a3-466a-a647-7cb796ed786c" providerId="ADAL" clId="{A9DAD972-E793-4934-B598-960E07B536E7}" dt="2020-09-14T18:04:20.801" v="1322" actId="1076"/>
          <ac:picMkLst>
            <pc:docMk/>
            <pc:sldMk cId="0" sldId="410"/>
            <ac:picMk id="5" creationId="{CFF54D3B-EDA5-45A7-8B9C-D965A14D5506}"/>
          </ac:picMkLst>
        </pc:picChg>
        <pc:picChg chg="mod">
          <ac:chgData name="Ivan Granja" userId="d0a12471-25a3-466a-a647-7cb796ed786c" providerId="ADAL" clId="{A9DAD972-E793-4934-B598-960E07B536E7}" dt="2020-09-14T18:04:50.970" v="1334" actId="1076"/>
          <ac:picMkLst>
            <pc:docMk/>
            <pc:sldMk cId="0" sldId="410"/>
            <ac:picMk id="18" creationId="{663667DF-6DBB-4404-8132-38B1036A0022}"/>
          </ac:picMkLst>
        </pc:picChg>
        <pc:picChg chg="mod">
          <ac:chgData name="Ivan Granja" userId="d0a12471-25a3-466a-a647-7cb796ed786c" providerId="ADAL" clId="{A9DAD972-E793-4934-B598-960E07B536E7}" dt="2020-09-14T18:04:50.970" v="1334" actId="1076"/>
          <ac:picMkLst>
            <pc:docMk/>
            <pc:sldMk cId="0" sldId="410"/>
            <ac:picMk id="19" creationId="{274233DA-81D4-47A7-9CFB-755875AEB2E8}"/>
          </ac:picMkLst>
        </pc:picChg>
        <pc:picChg chg="mod">
          <ac:chgData name="Ivan Granja" userId="d0a12471-25a3-466a-a647-7cb796ed786c" providerId="ADAL" clId="{A9DAD972-E793-4934-B598-960E07B536E7}" dt="2020-09-14T18:04:50.970" v="1334" actId="1076"/>
          <ac:picMkLst>
            <pc:docMk/>
            <pc:sldMk cId="0" sldId="410"/>
            <ac:picMk id="20" creationId="{1FAA4147-1B6C-4C8B-AD70-60B2C8C9D3A8}"/>
          </ac:picMkLst>
        </pc:picChg>
        <pc:picChg chg="mod">
          <ac:chgData name="Ivan Granja" userId="d0a12471-25a3-466a-a647-7cb796ed786c" providerId="ADAL" clId="{A9DAD972-E793-4934-B598-960E07B536E7}" dt="2020-09-14T18:04:45.265" v="1331" actId="1076"/>
          <ac:picMkLst>
            <pc:docMk/>
            <pc:sldMk cId="0" sldId="410"/>
            <ac:picMk id="25" creationId="{4623BC09-A8AF-4FA1-82A1-C830060CF378}"/>
          </ac:picMkLst>
        </pc:picChg>
        <pc:picChg chg="mod">
          <ac:chgData name="Ivan Granja" userId="d0a12471-25a3-466a-a647-7cb796ed786c" providerId="ADAL" clId="{A9DAD972-E793-4934-B598-960E07B536E7}" dt="2020-09-14T18:04:45.265" v="1331" actId="1076"/>
          <ac:picMkLst>
            <pc:docMk/>
            <pc:sldMk cId="0" sldId="410"/>
            <ac:picMk id="26" creationId="{A2250AD0-BBD0-4982-AF49-0993F472AF8E}"/>
          </ac:picMkLst>
        </pc:picChg>
        <pc:picChg chg="mod">
          <ac:chgData name="Ivan Granja" userId="d0a12471-25a3-466a-a647-7cb796ed786c" providerId="ADAL" clId="{A9DAD972-E793-4934-B598-960E07B536E7}" dt="2020-09-14T18:04:45.265" v="1331" actId="1076"/>
          <ac:picMkLst>
            <pc:docMk/>
            <pc:sldMk cId="0" sldId="410"/>
            <ac:picMk id="27" creationId="{210B88DB-7749-451A-94D8-000831E8153B}"/>
          </ac:picMkLst>
        </pc:picChg>
        <pc:picChg chg="mod">
          <ac:chgData name="Ivan Granja" userId="d0a12471-25a3-466a-a647-7cb796ed786c" providerId="ADAL" clId="{A9DAD972-E793-4934-B598-960E07B536E7}" dt="2020-09-14T18:04:53.647" v="1335" actId="1076"/>
          <ac:picMkLst>
            <pc:docMk/>
            <pc:sldMk cId="0" sldId="410"/>
            <ac:picMk id="31" creationId="{10927E6B-C85F-4979-BA76-9CBD6D4B7313}"/>
          </ac:picMkLst>
        </pc:picChg>
        <pc:picChg chg="mod">
          <ac:chgData name="Ivan Granja" userId="d0a12471-25a3-466a-a647-7cb796ed786c" providerId="ADAL" clId="{A9DAD972-E793-4934-B598-960E07B536E7}" dt="2020-09-14T18:04:53.647" v="1335" actId="1076"/>
          <ac:picMkLst>
            <pc:docMk/>
            <pc:sldMk cId="0" sldId="410"/>
            <ac:picMk id="32" creationId="{6E5EDD3B-12D2-48C8-8F9E-ADCC9F6E7D82}"/>
          </ac:picMkLst>
        </pc:picChg>
        <pc:picChg chg="mod">
          <ac:chgData name="Ivan Granja" userId="d0a12471-25a3-466a-a647-7cb796ed786c" providerId="ADAL" clId="{A9DAD972-E793-4934-B598-960E07B536E7}" dt="2020-09-14T18:04:53.647" v="1335" actId="1076"/>
          <ac:picMkLst>
            <pc:docMk/>
            <pc:sldMk cId="0" sldId="410"/>
            <ac:picMk id="33" creationId="{80146BA7-BFD5-4495-81FD-6EA8D38DCA5B}"/>
          </ac:picMkLst>
        </pc:picChg>
      </pc:sldChg>
      <pc:sldChg chg="addSp delSp modSp add mod modClrScheme chgLayout">
        <pc:chgData name="Ivan Granja" userId="d0a12471-25a3-466a-a647-7cb796ed786c" providerId="ADAL" clId="{A9DAD972-E793-4934-B598-960E07B536E7}" dt="2020-09-18T17:19:20.604" v="10590" actId="113"/>
        <pc:sldMkLst>
          <pc:docMk/>
          <pc:sldMk cId="1390042255" sldId="411"/>
        </pc:sldMkLst>
        <pc:spChg chg="add mod ord">
          <ac:chgData name="Ivan Granja" userId="d0a12471-25a3-466a-a647-7cb796ed786c" providerId="ADAL" clId="{A9DAD972-E793-4934-B598-960E07B536E7}" dt="2020-09-14T21:56:12.951" v="10557" actId="313"/>
          <ac:spMkLst>
            <pc:docMk/>
            <pc:sldMk cId="1390042255" sldId="411"/>
            <ac:spMk id="2" creationId="{46D1719A-E197-4E92-8457-4B3F4572D73E}"/>
          </ac:spMkLst>
        </pc:spChg>
        <pc:spChg chg="mod ord">
          <ac:chgData name="Ivan Granja" userId="d0a12471-25a3-466a-a647-7cb796ed786c" providerId="ADAL" clId="{A9DAD972-E793-4934-B598-960E07B536E7}" dt="2020-09-14T18:17:02.512" v="2279" actId="14100"/>
          <ac:spMkLst>
            <pc:docMk/>
            <pc:sldMk cId="1390042255" sldId="411"/>
            <ac:spMk id="108546" creationId="{8BF95987-55DD-467D-9D9E-A7BC865AFEDB}"/>
          </ac:spMkLst>
        </pc:spChg>
        <pc:spChg chg="mod ord">
          <ac:chgData name="Ivan Granja" userId="d0a12471-25a3-466a-a647-7cb796ed786c" providerId="ADAL" clId="{A9DAD972-E793-4934-B598-960E07B536E7}" dt="2020-09-14T18:11:16.792" v="1633" actId="700"/>
          <ac:spMkLst>
            <pc:docMk/>
            <pc:sldMk cId="1390042255" sldId="411"/>
            <ac:spMk id="108547" creationId="{BFB5E452-9A12-457E-AE41-30E73CE4B122}"/>
          </ac:spMkLst>
        </pc:spChg>
        <pc:grpChg chg="del">
          <ac:chgData name="Ivan Granja" userId="d0a12471-25a3-466a-a647-7cb796ed786c" providerId="ADAL" clId="{A9DAD972-E793-4934-B598-960E07B536E7}" dt="2020-09-14T18:11:05.672" v="1632" actId="478"/>
          <ac:grpSpMkLst>
            <pc:docMk/>
            <pc:sldMk cId="1390042255" sldId="411"/>
            <ac:grpSpMk id="17" creationId="{D1A08217-C307-417A-856E-FB364A96F62A}"/>
          </ac:grpSpMkLst>
        </pc:grpChg>
        <pc:grpChg chg="del">
          <ac:chgData name="Ivan Granja" userId="d0a12471-25a3-466a-a647-7cb796ed786c" providerId="ADAL" clId="{A9DAD972-E793-4934-B598-960E07B536E7}" dt="2020-09-14T18:11:04.290" v="1630" actId="478"/>
          <ac:grpSpMkLst>
            <pc:docMk/>
            <pc:sldMk cId="1390042255" sldId="411"/>
            <ac:grpSpMk id="24" creationId="{FEE83988-2920-4845-B9DB-002C2B473F5D}"/>
          </ac:grpSpMkLst>
        </pc:grpChg>
        <pc:grpChg chg="del">
          <ac:chgData name="Ivan Granja" userId="d0a12471-25a3-466a-a647-7cb796ed786c" providerId="ADAL" clId="{A9DAD972-E793-4934-B598-960E07B536E7}" dt="2020-09-14T18:11:04.966" v="1631" actId="478"/>
          <ac:grpSpMkLst>
            <pc:docMk/>
            <pc:sldMk cId="1390042255" sldId="411"/>
            <ac:grpSpMk id="30" creationId="{48F3DE06-BC46-493C-A390-9ECE9E158E78}"/>
          </ac:grpSpMkLst>
        </pc:grpChg>
        <pc:graphicFrameChg chg="modGraphic">
          <ac:chgData name="Ivan Granja" userId="d0a12471-25a3-466a-a647-7cb796ed786c" providerId="ADAL" clId="{A9DAD972-E793-4934-B598-960E07B536E7}" dt="2020-09-18T17:19:20.604" v="10590" actId="113"/>
          <ac:graphicFrameMkLst>
            <pc:docMk/>
            <pc:sldMk cId="1390042255" sldId="411"/>
            <ac:graphicFrameMk id="23" creationId="{1A44629E-8DAB-418E-9D3F-7378C7998969}"/>
          </ac:graphicFrameMkLst>
        </pc:graphicFrameChg>
      </pc:sldChg>
      <pc:sldChg chg="addSp delSp modSp new del mod modClrScheme chgLayout">
        <pc:chgData name="Ivan Granja" userId="d0a12471-25a3-466a-a647-7cb796ed786c" providerId="ADAL" clId="{A9DAD972-E793-4934-B598-960E07B536E7}" dt="2020-09-14T18:26:46.657" v="2477" actId="47"/>
        <pc:sldMkLst>
          <pc:docMk/>
          <pc:sldMk cId="400037790" sldId="412"/>
        </pc:sldMkLst>
        <pc:spChg chg="add del mod ord">
          <ac:chgData name="Ivan Granja" userId="d0a12471-25a3-466a-a647-7cb796ed786c" providerId="ADAL" clId="{A9DAD972-E793-4934-B598-960E07B536E7}" dt="2020-09-14T18:21:48.342" v="2422" actId="700"/>
          <ac:spMkLst>
            <pc:docMk/>
            <pc:sldMk cId="400037790" sldId="412"/>
            <ac:spMk id="2" creationId="{A8C49E2A-46CE-4C16-80E3-1523F30F6B3D}"/>
          </ac:spMkLst>
        </pc:spChg>
        <pc:spChg chg="add del mod ord">
          <ac:chgData name="Ivan Granja" userId="d0a12471-25a3-466a-a647-7cb796ed786c" providerId="ADAL" clId="{A9DAD972-E793-4934-B598-960E07B536E7}" dt="2020-09-14T18:21:48.342" v="2422" actId="700"/>
          <ac:spMkLst>
            <pc:docMk/>
            <pc:sldMk cId="400037790" sldId="412"/>
            <ac:spMk id="3" creationId="{D611FEC6-EF20-4C99-9CB6-ABED42250A91}"/>
          </ac:spMkLst>
        </pc:spChg>
        <pc:spChg chg="add del">
          <ac:chgData name="Ivan Granja" userId="d0a12471-25a3-466a-a647-7cb796ed786c" providerId="ADAL" clId="{A9DAD972-E793-4934-B598-960E07B536E7}" dt="2020-09-14T18:21:48.342" v="2422" actId="700"/>
          <ac:spMkLst>
            <pc:docMk/>
            <pc:sldMk cId="400037790" sldId="412"/>
            <ac:spMk id="4" creationId="{99E8D4E9-8942-477E-976E-B5CEEA40D498}"/>
          </ac:spMkLst>
        </pc:spChg>
        <pc:spChg chg="mod ord">
          <ac:chgData name="Ivan Granja" userId="d0a12471-25a3-466a-a647-7cb796ed786c" providerId="ADAL" clId="{A9DAD972-E793-4934-B598-960E07B536E7}" dt="2020-09-14T18:21:48.342" v="2422" actId="700"/>
          <ac:spMkLst>
            <pc:docMk/>
            <pc:sldMk cId="400037790" sldId="412"/>
            <ac:spMk id="5" creationId="{66E833BB-737D-420D-8940-9F454BE383A4}"/>
          </ac:spMkLst>
        </pc:spChg>
        <pc:spChg chg="add del mod ord">
          <ac:chgData name="Ivan Granja" userId="d0a12471-25a3-466a-a647-7cb796ed786c" providerId="ADAL" clId="{A9DAD972-E793-4934-B598-960E07B536E7}" dt="2020-09-14T18:21:31.144" v="2421" actId="700"/>
          <ac:spMkLst>
            <pc:docMk/>
            <pc:sldMk cId="400037790" sldId="412"/>
            <ac:spMk id="6" creationId="{5F43DCAB-743B-4E17-A56D-D75426177B43}"/>
          </ac:spMkLst>
        </pc:spChg>
        <pc:spChg chg="add del mod ord">
          <ac:chgData name="Ivan Granja" userId="d0a12471-25a3-466a-a647-7cb796ed786c" providerId="ADAL" clId="{A9DAD972-E793-4934-B598-960E07B536E7}" dt="2020-09-14T18:21:31.144" v="2421" actId="700"/>
          <ac:spMkLst>
            <pc:docMk/>
            <pc:sldMk cId="400037790" sldId="412"/>
            <ac:spMk id="7" creationId="{3B95D963-8DD1-4C02-A3BE-7FD7A3632C5A}"/>
          </ac:spMkLst>
        </pc:spChg>
        <pc:spChg chg="add mod ord">
          <ac:chgData name="Ivan Granja" userId="d0a12471-25a3-466a-a647-7cb796ed786c" providerId="ADAL" clId="{A9DAD972-E793-4934-B598-960E07B536E7}" dt="2020-09-14T18:22:07.467" v="2465" actId="20577"/>
          <ac:spMkLst>
            <pc:docMk/>
            <pc:sldMk cId="400037790" sldId="412"/>
            <ac:spMk id="8" creationId="{D368E1CE-F3B0-43C0-9D60-BB2FBD22C151}"/>
          </ac:spMkLst>
        </pc:spChg>
        <pc:spChg chg="add mod ord">
          <ac:chgData name="Ivan Granja" userId="d0a12471-25a3-466a-a647-7cb796ed786c" providerId="ADAL" clId="{A9DAD972-E793-4934-B598-960E07B536E7}" dt="2020-09-14T18:21:48.342" v="2422" actId="700"/>
          <ac:spMkLst>
            <pc:docMk/>
            <pc:sldMk cId="400037790" sldId="412"/>
            <ac:spMk id="9" creationId="{9A21F4F0-817B-41B1-97D6-6179EEC5621A}"/>
          </ac:spMkLst>
        </pc:spChg>
      </pc:sldChg>
      <pc:sldChg chg="addSp delSp modSp add del mod">
        <pc:chgData name="Ivan Granja" userId="d0a12471-25a3-466a-a647-7cb796ed786c" providerId="ADAL" clId="{A9DAD972-E793-4934-B598-960E07B536E7}" dt="2020-09-14T18:56:57.039" v="3814" actId="47"/>
        <pc:sldMkLst>
          <pc:docMk/>
          <pc:sldMk cId="0" sldId="413"/>
        </pc:sldMkLst>
        <pc:spChg chg="add del mod">
          <ac:chgData name="Ivan Granja" userId="d0a12471-25a3-466a-a647-7cb796ed786c" providerId="ADAL" clId="{A9DAD972-E793-4934-B598-960E07B536E7}" dt="2020-09-14T18:23:39.565" v="2469" actId="478"/>
          <ac:spMkLst>
            <pc:docMk/>
            <pc:sldMk cId="0" sldId="413"/>
            <ac:spMk id="2" creationId="{7F079BA3-B02C-4D3A-A595-7E6640F115B6}"/>
          </ac:spMkLst>
        </pc:spChg>
        <pc:spChg chg="add mod">
          <ac:chgData name="Ivan Granja" userId="d0a12471-25a3-466a-a647-7cb796ed786c" providerId="ADAL" clId="{A9DAD972-E793-4934-B598-960E07B536E7}" dt="2020-09-14T18:23:42.289" v="2470" actId="1076"/>
          <ac:spMkLst>
            <pc:docMk/>
            <pc:sldMk cId="0" sldId="413"/>
            <ac:spMk id="11" creationId="{C378CC71-2025-4239-8974-0BE718EF1982}"/>
          </ac:spMkLst>
        </pc:spChg>
        <pc:spChg chg="del">
          <ac:chgData name="Ivan Granja" userId="d0a12471-25a3-466a-a647-7cb796ed786c" providerId="ADAL" clId="{A9DAD972-E793-4934-B598-960E07B536E7}" dt="2020-09-14T18:23:31.972" v="2467" actId="478"/>
          <ac:spMkLst>
            <pc:docMk/>
            <pc:sldMk cId="0" sldId="413"/>
            <ac:spMk id="8194" creationId="{30D3AD99-18CE-4887-82B6-428AC4131732}"/>
          </ac:spMkLst>
        </pc:spChg>
        <pc:spChg chg="mod">
          <ac:chgData name="Ivan Granja" userId="d0a12471-25a3-466a-a647-7cb796ed786c" providerId="ADAL" clId="{A9DAD972-E793-4934-B598-960E07B536E7}" dt="2020-09-14T18:24:04.150" v="2474" actId="6549"/>
          <ac:spMkLst>
            <pc:docMk/>
            <pc:sldMk cId="0" sldId="413"/>
            <ac:spMk id="8196" creationId="{878D93CE-C0CF-4EBE-8600-9AAF22CB1C5D}"/>
          </ac:spMkLst>
        </pc:spChg>
        <pc:spChg chg="mod">
          <ac:chgData name="Ivan Granja" userId="d0a12471-25a3-466a-a647-7cb796ed786c" providerId="ADAL" clId="{A9DAD972-E793-4934-B598-960E07B536E7}" dt="2020-09-14T18:23:57.334" v="2472" actId="20577"/>
          <ac:spMkLst>
            <pc:docMk/>
            <pc:sldMk cId="0" sldId="413"/>
            <ac:spMk id="8198" creationId="{0BD47500-184F-460B-8C6A-8225A98F4B05}"/>
          </ac:spMkLst>
        </pc:spChg>
        <pc:picChg chg="del">
          <ac:chgData name="Ivan Granja" userId="d0a12471-25a3-466a-a647-7cb796ed786c" providerId="ADAL" clId="{A9DAD972-E793-4934-B598-960E07B536E7}" dt="2020-09-14T18:24:01.976" v="2473" actId="478"/>
          <ac:picMkLst>
            <pc:docMk/>
            <pc:sldMk cId="0" sldId="413"/>
            <ac:picMk id="8197" creationId="{BBC9CDB4-B1E0-401B-92DB-FB2BD254D4A7}"/>
          </ac:picMkLst>
        </pc:picChg>
      </pc:sldChg>
      <pc:sldChg chg="add del">
        <pc:chgData name="Ivan Granja" userId="d0a12471-25a3-466a-a647-7cb796ed786c" providerId="ADAL" clId="{A9DAD972-E793-4934-B598-960E07B536E7}" dt="2020-09-14T18:56:44.273" v="3812" actId="47"/>
        <pc:sldMkLst>
          <pc:docMk/>
          <pc:sldMk cId="0" sldId="414"/>
        </pc:sldMkLst>
      </pc:sldChg>
      <pc:sldChg chg="modSp add mod">
        <pc:chgData name="Ivan Granja" userId="d0a12471-25a3-466a-a647-7cb796ed786c" providerId="ADAL" clId="{A9DAD972-E793-4934-B598-960E07B536E7}" dt="2020-09-18T17:59:19.362" v="12403"/>
        <pc:sldMkLst>
          <pc:docMk/>
          <pc:sldMk cId="0" sldId="415"/>
        </pc:sldMkLst>
        <pc:spChg chg="mod">
          <ac:chgData name="Ivan Granja" userId="d0a12471-25a3-466a-a647-7cb796ed786c" providerId="ADAL" clId="{A9DAD972-E793-4934-B598-960E07B536E7}" dt="2020-09-18T17:59:19.362" v="12403"/>
          <ac:spMkLst>
            <pc:docMk/>
            <pc:sldMk cId="0" sldId="415"/>
            <ac:spMk id="192514" creationId="{1C7205AF-08EE-4705-9373-E6C0E0A12760}"/>
          </ac:spMkLst>
        </pc:spChg>
        <pc:spChg chg="mod">
          <ac:chgData name="Ivan Granja" userId="d0a12471-25a3-466a-a647-7cb796ed786c" providerId="ADAL" clId="{A9DAD972-E793-4934-B598-960E07B536E7}" dt="2020-09-14T18:51:53.855" v="3427" actId="20577"/>
          <ac:spMkLst>
            <pc:docMk/>
            <pc:sldMk cId="0" sldId="415"/>
            <ac:spMk id="192515" creationId="{AC734296-8C75-42C0-8E36-2942187BBCE9}"/>
          </ac:spMkLst>
        </pc:spChg>
        <pc:picChg chg="mod">
          <ac:chgData name="Ivan Granja" userId="d0a12471-25a3-466a-a647-7cb796ed786c" providerId="ADAL" clId="{A9DAD972-E793-4934-B598-960E07B536E7}" dt="2020-09-14T18:27:39.891" v="2499" actId="1076"/>
          <ac:picMkLst>
            <pc:docMk/>
            <pc:sldMk cId="0" sldId="415"/>
            <ac:picMk id="192516" creationId="{36E02CE2-7020-4D57-B655-319D343075C1}"/>
          </ac:picMkLst>
        </pc:picChg>
      </pc:sldChg>
      <pc:sldChg chg="modSp add mod">
        <pc:chgData name="Ivan Granja" userId="d0a12471-25a3-466a-a647-7cb796ed786c" providerId="ADAL" clId="{A9DAD972-E793-4934-B598-960E07B536E7}" dt="2020-09-18T17:59:19.362" v="12403"/>
        <pc:sldMkLst>
          <pc:docMk/>
          <pc:sldMk cId="0" sldId="416"/>
        </pc:sldMkLst>
        <pc:spChg chg="mod">
          <ac:chgData name="Ivan Granja" userId="d0a12471-25a3-466a-a647-7cb796ed786c" providerId="ADAL" clId="{A9DAD972-E793-4934-B598-960E07B536E7}" dt="2020-09-18T17:59:19.362" v="12403"/>
          <ac:spMkLst>
            <pc:docMk/>
            <pc:sldMk cId="0" sldId="416"/>
            <ac:spMk id="193538" creationId="{69160978-179E-44CA-8B55-6C2F4209D4CD}"/>
          </ac:spMkLst>
        </pc:spChg>
        <pc:spChg chg="mod">
          <ac:chgData name="Ivan Granja" userId="d0a12471-25a3-466a-a647-7cb796ed786c" providerId="ADAL" clId="{A9DAD972-E793-4934-B598-960E07B536E7}" dt="2020-09-14T21:57:19.541" v="10567" actId="20577"/>
          <ac:spMkLst>
            <pc:docMk/>
            <pc:sldMk cId="0" sldId="416"/>
            <ac:spMk id="193539" creationId="{A3B2153C-8A20-4AC6-AA0E-34CC3360B762}"/>
          </ac:spMkLst>
        </pc:spChg>
      </pc:sldChg>
      <pc:sldChg chg="modSp add mod">
        <pc:chgData name="Ivan Granja" userId="d0a12471-25a3-466a-a647-7cb796ed786c" providerId="ADAL" clId="{A9DAD972-E793-4934-B598-960E07B536E7}" dt="2020-09-14T19:00:19.942" v="3822" actId="108"/>
        <pc:sldMkLst>
          <pc:docMk/>
          <pc:sldMk cId="0" sldId="417"/>
        </pc:sldMkLst>
        <pc:spChg chg="mod">
          <ac:chgData name="Ivan Granja" userId="d0a12471-25a3-466a-a647-7cb796ed786c" providerId="ADAL" clId="{A9DAD972-E793-4934-B598-960E07B536E7}" dt="2020-09-14T18:48:03.458" v="3228" actId="20577"/>
          <ac:spMkLst>
            <pc:docMk/>
            <pc:sldMk cId="0" sldId="417"/>
            <ac:spMk id="194562" creationId="{E59D480B-88FD-4707-85DE-B64CC57EE4C5}"/>
          </ac:spMkLst>
        </pc:spChg>
        <pc:spChg chg="mod">
          <ac:chgData name="Ivan Granja" userId="d0a12471-25a3-466a-a647-7cb796ed786c" providerId="ADAL" clId="{A9DAD972-E793-4934-B598-960E07B536E7}" dt="2020-09-14T18:45:36.338" v="3115" actId="20577"/>
          <ac:spMkLst>
            <pc:docMk/>
            <pc:sldMk cId="0" sldId="417"/>
            <ac:spMk id="194563" creationId="{893DFD0E-9E50-4079-93B3-4E62062BF63D}"/>
          </ac:spMkLst>
        </pc:spChg>
        <pc:spChg chg="mod">
          <ac:chgData name="Ivan Granja" userId="d0a12471-25a3-466a-a647-7cb796ed786c" providerId="ADAL" clId="{A9DAD972-E793-4934-B598-960E07B536E7}" dt="2020-09-14T19:00:19.942" v="3822" actId="108"/>
          <ac:spMkLst>
            <pc:docMk/>
            <pc:sldMk cId="0" sldId="417"/>
            <ac:spMk id="194564" creationId="{85FEDFCC-DB02-40FD-ACF0-2CA3054480C6}"/>
          </ac:spMkLst>
        </pc:spChg>
        <pc:spChg chg="mod">
          <ac:chgData name="Ivan Granja" userId="d0a12471-25a3-466a-a647-7cb796ed786c" providerId="ADAL" clId="{A9DAD972-E793-4934-B598-960E07B536E7}" dt="2020-09-14T18:45:20.623" v="3010" actId="14100"/>
          <ac:spMkLst>
            <pc:docMk/>
            <pc:sldMk cId="0" sldId="417"/>
            <ac:spMk id="194565" creationId="{F3A47790-5844-4310-844B-A4B56A952E62}"/>
          </ac:spMkLst>
        </pc:spChg>
        <pc:spChg chg="mod">
          <ac:chgData name="Ivan Granja" userId="d0a12471-25a3-466a-a647-7cb796ed786c" providerId="ADAL" clId="{A9DAD972-E793-4934-B598-960E07B536E7}" dt="2020-09-14T18:45:43.693" v="3117" actId="14100"/>
          <ac:spMkLst>
            <pc:docMk/>
            <pc:sldMk cId="0" sldId="417"/>
            <ac:spMk id="194569" creationId="{6E053337-2377-41DE-A6C2-F932BB06F4F8}"/>
          </ac:spMkLst>
        </pc:spChg>
        <pc:spChg chg="mod">
          <ac:chgData name="Ivan Granja" userId="d0a12471-25a3-466a-a647-7cb796ed786c" providerId="ADAL" clId="{A9DAD972-E793-4934-B598-960E07B536E7}" dt="2020-09-14T18:45:49.297" v="3119" actId="14100"/>
          <ac:spMkLst>
            <pc:docMk/>
            <pc:sldMk cId="0" sldId="417"/>
            <ac:spMk id="194570" creationId="{F110F7DC-DAA8-4B3E-BD5B-162F006A88DF}"/>
          </ac:spMkLst>
        </pc:spChg>
        <pc:spChg chg="mod">
          <ac:chgData name="Ivan Granja" userId="d0a12471-25a3-466a-a647-7cb796ed786c" providerId="ADAL" clId="{A9DAD972-E793-4934-B598-960E07B536E7}" dt="2020-09-14T18:45:54.519" v="3120" actId="14100"/>
          <ac:spMkLst>
            <pc:docMk/>
            <pc:sldMk cId="0" sldId="417"/>
            <ac:spMk id="194571" creationId="{2A60CE63-18B7-4619-8EC1-A4F7B8845D8B}"/>
          </ac:spMkLst>
        </pc:spChg>
        <pc:spChg chg="mod">
          <ac:chgData name="Ivan Granja" userId="d0a12471-25a3-466a-a647-7cb796ed786c" providerId="ADAL" clId="{A9DAD972-E793-4934-B598-960E07B536E7}" dt="2020-09-14T18:46:29.264" v="3141" actId="14100"/>
          <ac:spMkLst>
            <pc:docMk/>
            <pc:sldMk cId="0" sldId="417"/>
            <ac:spMk id="194572" creationId="{FC7CDD81-2A11-411E-96C3-2246DDA56DBF}"/>
          </ac:spMkLst>
        </pc:spChg>
        <pc:spChg chg="mod">
          <ac:chgData name="Ivan Granja" userId="d0a12471-25a3-466a-a647-7cb796ed786c" providerId="ADAL" clId="{A9DAD972-E793-4934-B598-960E07B536E7}" dt="2020-09-14T18:47:30.759" v="3172" actId="14100"/>
          <ac:spMkLst>
            <pc:docMk/>
            <pc:sldMk cId="0" sldId="417"/>
            <ac:spMk id="194573" creationId="{57E55FBC-3F29-4764-BAEF-C9AA54DA7AD9}"/>
          </ac:spMkLst>
        </pc:spChg>
      </pc:sldChg>
      <pc:sldChg chg="modSp ord">
        <pc:chgData name="Ivan Granja" userId="d0a12471-25a3-466a-a647-7cb796ed786c" providerId="ADAL" clId="{A9DAD972-E793-4934-B598-960E07B536E7}" dt="2020-09-14T19:57:21.807" v="5657" actId="1076"/>
        <pc:sldMkLst>
          <pc:docMk/>
          <pc:sldMk cId="0" sldId="418"/>
        </pc:sldMkLst>
        <pc:spChg chg="mod">
          <ac:chgData name="Ivan Granja" userId="d0a12471-25a3-466a-a647-7cb796ed786c" providerId="ADAL" clId="{A9DAD972-E793-4934-B598-960E07B536E7}" dt="2020-09-14T19:57:21.807" v="5657" actId="1076"/>
          <ac:spMkLst>
            <pc:docMk/>
            <pc:sldMk cId="0" sldId="418"/>
            <ac:spMk id="16392" creationId="{30394EF4-5FB4-4FED-B881-8DF56B700CA2}"/>
          </ac:spMkLst>
        </pc:spChg>
      </pc:sldChg>
      <pc:sldChg chg="addSp delSp modSp new mod">
        <pc:chgData name="Ivan Granja" userId="d0a12471-25a3-466a-a647-7cb796ed786c" providerId="ADAL" clId="{A9DAD972-E793-4934-B598-960E07B536E7}" dt="2020-09-14T19:16:08.130" v="4339" actId="21"/>
        <pc:sldMkLst>
          <pc:docMk/>
          <pc:sldMk cId="284226783" sldId="419"/>
        </pc:sldMkLst>
        <pc:spChg chg="del">
          <ac:chgData name="Ivan Granja" userId="d0a12471-25a3-466a-a647-7cb796ed786c" providerId="ADAL" clId="{A9DAD972-E793-4934-B598-960E07B536E7}" dt="2020-09-14T19:07:05.889" v="4066"/>
          <ac:spMkLst>
            <pc:docMk/>
            <pc:sldMk cId="284226783" sldId="419"/>
            <ac:spMk id="2" creationId="{66667A0C-CCD5-4FC7-A9E4-97E283326854}"/>
          </ac:spMkLst>
        </pc:spChg>
        <pc:spChg chg="del mod">
          <ac:chgData name="Ivan Granja" userId="d0a12471-25a3-466a-a647-7cb796ed786c" providerId="ADAL" clId="{A9DAD972-E793-4934-B598-960E07B536E7}" dt="2020-09-14T19:11:58.207" v="4233" actId="478"/>
          <ac:spMkLst>
            <pc:docMk/>
            <pc:sldMk cId="284226783" sldId="419"/>
            <ac:spMk id="3" creationId="{ACC11455-74C1-4168-8B8E-E379F45829C9}"/>
          </ac:spMkLst>
        </pc:spChg>
        <pc:spChg chg="del mod">
          <ac:chgData name="Ivan Granja" userId="d0a12471-25a3-466a-a647-7cb796ed786c" providerId="ADAL" clId="{A9DAD972-E793-4934-B598-960E07B536E7}" dt="2020-09-14T19:12:01.150" v="4234" actId="478"/>
          <ac:spMkLst>
            <pc:docMk/>
            <pc:sldMk cId="284226783" sldId="419"/>
            <ac:spMk id="4" creationId="{7CC94A83-C02A-4E86-A761-085934D930A4}"/>
          </ac:spMkLst>
        </pc:spChg>
        <pc:spChg chg="add mod">
          <ac:chgData name="Ivan Granja" userId="d0a12471-25a3-466a-a647-7cb796ed786c" providerId="ADAL" clId="{A9DAD972-E793-4934-B598-960E07B536E7}" dt="2020-09-14T19:14:38.964" v="4268" actId="20577"/>
          <ac:spMkLst>
            <pc:docMk/>
            <pc:sldMk cId="284226783" sldId="419"/>
            <ac:spMk id="6" creationId="{7B9595F0-E8E0-4577-9CC5-08F343659201}"/>
          </ac:spMkLst>
        </pc:spChg>
        <pc:spChg chg="add del mod">
          <ac:chgData name="Ivan Granja" userId="d0a12471-25a3-466a-a647-7cb796ed786c" providerId="ADAL" clId="{A9DAD972-E793-4934-B598-960E07B536E7}" dt="2020-09-14T19:16:08.130" v="4339" actId="21"/>
          <ac:spMkLst>
            <pc:docMk/>
            <pc:sldMk cId="284226783" sldId="419"/>
            <ac:spMk id="12" creationId="{20CF6047-29AE-4565-8426-7E03208047D0}"/>
          </ac:spMkLst>
        </pc:spChg>
        <pc:picChg chg="add mod">
          <ac:chgData name="Ivan Granja" userId="d0a12471-25a3-466a-a647-7cb796ed786c" providerId="ADAL" clId="{A9DAD972-E793-4934-B598-960E07B536E7}" dt="2020-09-14T19:08:14.609" v="4107" actId="14100"/>
          <ac:picMkLst>
            <pc:docMk/>
            <pc:sldMk cId="284226783" sldId="419"/>
            <ac:picMk id="8" creationId="{AD4E428C-37B1-4810-AB40-0464FCF8AC6A}"/>
          </ac:picMkLst>
        </pc:picChg>
        <pc:picChg chg="add del mod">
          <ac:chgData name="Ivan Granja" userId="d0a12471-25a3-466a-a647-7cb796ed786c" providerId="ADAL" clId="{A9DAD972-E793-4934-B598-960E07B536E7}" dt="2020-09-14T19:13:34.187" v="4262" actId="478"/>
          <ac:picMkLst>
            <pc:docMk/>
            <pc:sldMk cId="284226783" sldId="419"/>
            <ac:picMk id="10" creationId="{FD7BCA7E-CE90-404E-B2F0-46B814B4958A}"/>
          </ac:picMkLst>
        </pc:picChg>
        <pc:picChg chg="add del mod">
          <ac:chgData name="Ivan Granja" userId="d0a12471-25a3-466a-a647-7cb796ed786c" providerId="ADAL" clId="{A9DAD972-E793-4934-B598-960E07B536E7}" dt="2020-09-14T19:16:08.130" v="4339" actId="21"/>
          <ac:picMkLst>
            <pc:docMk/>
            <pc:sldMk cId="284226783" sldId="419"/>
            <ac:picMk id="14" creationId="{64B7A353-051B-4DF3-8A8B-72AB8222AF43}"/>
          </ac:picMkLst>
        </pc:picChg>
      </pc:sldChg>
      <pc:sldChg chg="modSp add del mod">
        <pc:chgData name="Ivan Granja" userId="d0a12471-25a3-466a-a647-7cb796ed786c" providerId="ADAL" clId="{A9DAD972-E793-4934-B598-960E07B536E7}" dt="2020-09-14T19:57:50.013" v="5660" actId="47"/>
        <pc:sldMkLst>
          <pc:docMk/>
          <pc:sldMk cId="823180763" sldId="420"/>
        </pc:sldMkLst>
        <pc:spChg chg="mod">
          <ac:chgData name="Ivan Granja" userId="d0a12471-25a3-466a-a647-7cb796ed786c" providerId="ADAL" clId="{A9DAD972-E793-4934-B598-960E07B536E7}" dt="2020-09-14T19:06:38.329" v="4063" actId="20577"/>
          <ac:spMkLst>
            <pc:docMk/>
            <pc:sldMk cId="823180763" sldId="420"/>
            <ac:spMk id="12290" creationId="{614AD268-7C68-4EC1-BF11-719E986880DE}"/>
          </ac:spMkLst>
        </pc:spChg>
      </pc:sldChg>
      <pc:sldChg chg="addSp delSp modSp add mod ord">
        <pc:chgData name="Ivan Granja" userId="d0a12471-25a3-466a-a647-7cb796ed786c" providerId="ADAL" clId="{A9DAD972-E793-4934-B598-960E07B536E7}" dt="2020-09-18T17:59:19.362" v="12403"/>
        <pc:sldMkLst>
          <pc:docMk/>
          <pc:sldMk cId="1224741051" sldId="421"/>
        </pc:sldMkLst>
        <pc:spChg chg="add del mod">
          <ac:chgData name="Ivan Granja" userId="d0a12471-25a3-466a-a647-7cb796ed786c" providerId="ADAL" clId="{A9DAD972-E793-4934-B598-960E07B536E7}" dt="2020-09-14T20:15:22.195" v="6197" actId="3680"/>
          <ac:spMkLst>
            <pc:docMk/>
            <pc:sldMk cId="1224741051" sldId="421"/>
            <ac:spMk id="2" creationId="{652E8526-C203-4228-B4F3-AC9B00C5887A}"/>
          </ac:spMkLst>
        </pc:spChg>
        <pc:spChg chg="add mod">
          <ac:chgData name="Ivan Granja" userId="d0a12471-25a3-466a-a647-7cb796ed786c" providerId="ADAL" clId="{A9DAD972-E793-4934-B598-960E07B536E7}" dt="2020-09-14T20:48:32.554" v="8081" actId="20577"/>
          <ac:spMkLst>
            <pc:docMk/>
            <pc:sldMk cId="1224741051" sldId="421"/>
            <ac:spMk id="4" creationId="{A084F630-67BB-49B8-9709-3DD039BB76A5}"/>
          </ac:spMkLst>
        </pc:spChg>
        <pc:spChg chg="add del mod">
          <ac:chgData name="Ivan Granja" userId="d0a12471-25a3-466a-a647-7cb796ed786c" providerId="ADAL" clId="{A9DAD972-E793-4934-B598-960E07B536E7}" dt="2020-09-14T20:18:06.462" v="6354" actId="21"/>
          <ac:spMkLst>
            <pc:docMk/>
            <pc:sldMk cId="1224741051" sldId="421"/>
            <ac:spMk id="7" creationId="{662E0C43-BE26-4D39-9654-66D67829F2BC}"/>
          </ac:spMkLst>
        </pc:spChg>
        <pc:spChg chg="mod">
          <ac:chgData name="Ivan Granja" userId="d0a12471-25a3-466a-a647-7cb796ed786c" providerId="ADAL" clId="{A9DAD972-E793-4934-B598-960E07B536E7}" dt="2020-09-18T17:59:19.362" v="12403"/>
          <ac:spMkLst>
            <pc:docMk/>
            <pc:sldMk cId="1224741051" sldId="421"/>
            <ac:spMk id="10242" creationId="{3BF2C80A-7CC0-4327-996A-FB7AC3AB0F97}"/>
          </ac:spMkLst>
        </pc:spChg>
        <pc:spChg chg="del mod">
          <ac:chgData name="Ivan Granja" userId="d0a12471-25a3-466a-a647-7cb796ed786c" providerId="ADAL" clId="{A9DAD972-E793-4934-B598-960E07B536E7}" dt="2020-09-14T20:15:11.355" v="6196" actId="478"/>
          <ac:spMkLst>
            <pc:docMk/>
            <pc:sldMk cId="1224741051" sldId="421"/>
            <ac:spMk id="10243" creationId="{E74E71FE-BB83-484A-96D0-3917E256D04C}"/>
          </ac:spMkLst>
        </pc:spChg>
        <pc:graphicFrameChg chg="add del mod ord modGraphic">
          <ac:chgData name="Ivan Granja" userId="d0a12471-25a3-466a-a647-7cb796ed786c" providerId="ADAL" clId="{A9DAD972-E793-4934-B598-960E07B536E7}" dt="2020-09-14T20:23:55.986" v="6679" actId="20577"/>
          <ac:graphicFrameMkLst>
            <pc:docMk/>
            <pc:sldMk cId="1224741051" sldId="421"/>
            <ac:graphicFrameMk id="3" creationId="{BC89CD4F-4346-451D-8055-0BA132FDEA85}"/>
          </ac:graphicFrameMkLst>
        </pc:graphicFrameChg>
      </pc:sldChg>
      <pc:sldChg chg="addSp delSp modSp add mod ord">
        <pc:chgData name="Ivan Granja" userId="d0a12471-25a3-466a-a647-7cb796ed786c" providerId="ADAL" clId="{A9DAD972-E793-4934-B598-960E07B536E7}" dt="2020-09-18T17:59:19.362" v="12403"/>
        <pc:sldMkLst>
          <pc:docMk/>
          <pc:sldMk cId="2246658531" sldId="422"/>
        </pc:sldMkLst>
        <pc:spChg chg="add mod">
          <ac:chgData name="Ivan Granja" userId="d0a12471-25a3-466a-a647-7cb796ed786c" providerId="ADAL" clId="{A9DAD972-E793-4934-B598-960E07B536E7}" dt="2020-09-14T19:18:40.149" v="4364" actId="1038"/>
          <ac:spMkLst>
            <pc:docMk/>
            <pc:sldMk cId="2246658531" sldId="422"/>
            <ac:spMk id="2" creationId="{93582A30-63E2-4687-A15E-FF6AB49EFB67}"/>
          </ac:spMkLst>
        </pc:spChg>
        <pc:spChg chg="mod">
          <ac:chgData name="Ivan Granja" userId="d0a12471-25a3-466a-a647-7cb796ed786c" providerId="ADAL" clId="{A9DAD972-E793-4934-B598-960E07B536E7}" dt="2020-09-18T17:59:19.362" v="12403"/>
          <ac:spMkLst>
            <pc:docMk/>
            <pc:sldMk cId="2246658531" sldId="422"/>
            <ac:spMk id="10242" creationId="{3BF2C80A-7CC0-4327-996A-FB7AC3AB0F97}"/>
          </ac:spMkLst>
        </pc:spChg>
        <pc:spChg chg="del mod">
          <ac:chgData name="Ivan Granja" userId="d0a12471-25a3-466a-a647-7cb796ed786c" providerId="ADAL" clId="{A9DAD972-E793-4934-B598-960E07B536E7}" dt="2020-09-14T19:16:33.158" v="4346" actId="478"/>
          <ac:spMkLst>
            <pc:docMk/>
            <pc:sldMk cId="2246658531" sldId="422"/>
            <ac:spMk id="10243" creationId="{E74E71FE-BB83-484A-96D0-3917E256D04C}"/>
          </ac:spMkLst>
        </pc:spChg>
        <pc:picChg chg="add mod">
          <ac:chgData name="Ivan Granja" userId="d0a12471-25a3-466a-a647-7cb796ed786c" providerId="ADAL" clId="{A9DAD972-E793-4934-B598-960E07B536E7}" dt="2020-09-14T19:17:24.513" v="4353" actId="1076"/>
          <ac:picMkLst>
            <pc:docMk/>
            <pc:sldMk cId="2246658531" sldId="422"/>
            <ac:picMk id="3" creationId="{7791242E-B12B-4A04-B3C3-51D908FDD95A}"/>
          </ac:picMkLst>
        </pc:picChg>
        <pc:picChg chg="add mod">
          <ac:chgData name="Ivan Granja" userId="d0a12471-25a3-466a-a647-7cb796ed786c" providerId="ADAL" clId="{A9DAD972-E793-4934-B598-960E07B536E7}" dt="2020-09-14T19:18:22.983" v="4359" actId="14100"/>
          <ac:picMkLst>
            <pc:docMk/>
            <pc:sldMk cId="2246658531" sldId="422"/>
            <ac:picMk id="7" creationId="{4B87915F-5618-4286-BF85-41A2521BC0D4}"/>
          </ac:picMkLst>
        </pc:picChg>
      </pc:sldChg>
      <pc:sldChg chg="addSp delSp modSp add mod">
        <pc:chgData name="Ivan Granja" userId="d0a12471-25a3-466a-a647-7cb796ed786c" providerId="ADAL" clId="{A9DAD972-E793-4934-B598-960E07B536E7}" dt="2020-09-18T17:59:19.362" v="12403"/>
        <pc:sldMkLst>
          <pc:docMk/>
          <pc:sldMk cId="478651186" sldId="423"/>
        </pc:sldMkLst>
        <pc:spChg chg="add mod">
          <ac:chgData name="Ivan Granja" userId="d0a12471-25a3-466a-a647-7cb796ed786c" providerId="ADAL" clId="{A9DAD972-E793-4934-B598-960E07B536E7}" dt="2020-09-15T11:54:41.663" v="10581" actId="20577"/>
          <ac:spMkLst>
            <pc:docMk/>
            <pc:sldMk cId="478651186" sldId="423"/>
            <ac:spMk id="4" creationId="{A1BFB72B-DB8B-48DC-8F58-8040AB5244AB}"/>
          </ac:spMkLst>
        </pc:spChg>
        <pc:spChg chg="add mod">
          <ac:chgData name="Ivan Granja" userId="d0a12471-25a3-466a-a647-7cb796ed786c" providerId="ADAL" clId="{A9DAD972-E793-4934-B598-960E07B536E7}" dt="2020-09-14T19:47:34.452" v="5384" actId="14100"/>
          <ac:spMkLst>
            <pc:docMk/>
            <pc:sldMk cId="478651186" sldId="423"/>
            <ac:spMk id="5" creationId="{A9DC1FF7-EF8E-44A8-B380-DCE3DA2A3FDB}"/>
          </ac:spMkLst>
        </pc:spChg>
        <pc:spChg chg="add mod">
          <ac:chgData name="Ivan Granja" userId="d0a12471-25a3-466a-a647-7cb796ed786c" providerId="ADAL" clId="{A9DAD972-E793-4934-B598-960E07B536E7}" dt="2020-09-14T19:56:59.580" v="5655" actId="207"/>
          <ac:spMkLst>
            <pc:docMk/>
            <pc:sldMk cId="478651186" sldId="423"/>
            <ac:spMk id="6" creationId="{E4F71835-4D0B-446B-88CB-88C1F15C9F90}"/>
          </ac:spMkLst>
        </pc:spChg>
        <pc:spChg chg="add del">
          <ac:chgData name="Ivan Granja" userId="d0a12471-25a3-466a-a647-7cb796ed786c" providerId="ADAL" clId="{A9DAD972-E793-4934-B598-960E07B536E7}" dt="2020-09-14T19:49:01.330" v="5416" actId="22"/>
          <ac:spMkLst>
            <pc:docMk/>
            <pc:sldMk cId="478651186" sldId="423"/>
            <ac:spMk id="10" creationId="{86247E2F-28C1-4B60-AFCC-813E250C3E9D}"/>
          </ac:spMkLst>
        </pc:spChg>
        <pc:spChg chg="add del">
          <ac:chgData name="Ivan Granja" userId="d0a12471-25a3-466a-a647-7cb796ed786c" providerId="ADAL" clId="{A9DAD972-E793-4934-B598-960E07B536E7}" dt="2020-09-14T19:49:03.631" v="5418" actId="22"/>
          <ac:spMkLst>
            <pc:docMk/>
            <pc:sldMk cId="478651186" sldId="423"/>
            <ac:spMk id="12" creationId="{036D41A0-F1CD-44A2-B235-B168EFC5980B}"/>
          </ac:spMkLst>
        </pc:spChg>
        <pc:spChg chg="add mod">
          <ac:chgData name="Ivan Granja" userId="d0a12471-25a3-466a-a647-7cb796ed786c" providerId="ADAL" clId="{A9DAD972-E793-4934-B598-960E07B536E7}" dt="2020-09-14T19:50:21.926" v="5545" actId="1035"/>
          <ac:spMkLst>
            <pc:docMk/>
            <pc:sldMk cId="478651186" sldId="423"/>
            <ac:spMk id="14" creationId="{17E911CC-E7E8-472D-9F2C-6F06CE299C17}"/>
          </ac:spMkLst>
        </pc:spChg>
        <pc:spChg chg="add mod">
          <ac:chgData name="Ivan Granja" userId="d0a12471-25a3-466a-a647-7cb796ed786c" providerId="ADAL" clId="{A9DAD972-E793-4934-B598-960E07B536E7}" dt="2020-09-14T19:50:34.215" v="5548" actId="14100"/>
          <ac:spMkLst>
            <pc:docMk/>
            <pc:sldMk cId="478651186" sldId="423"/>
            <ac:spMk id="16" creationId="{0DFE627C-CB35-4299-B627-1BB3621F52E9}"/>
          </ac:spMkLst>
        </pc:spChg>
        <pc:spChg chg="add mod">
          <ac:chgData name="Ivan Granja" userId="d0a12471-25a3-466a-a647-7cb796ed786c" providerId="ADAL" clId="{A9DAD972-E793-4934-B598-960E07B536E7}" dt="2020-09-14T19:51:03.442" v="5552" actId="14100"/>
          <ac:spMkLst>
            <pc:docMk/>
            <pc:sldMk cId="478651186" sldId="423"/>
            <ac:spMk id="18" creationId="{7308062D-85F3-44AD-8956-200B1B125E66}"/>
          </ac:spMkLst>
        </pc:spChg>
        <pc:spChg chg="add mod">
          <ac:chgData name="Ivan Granja" userId="d0a12471-25a3-466a-a647-7cb796ed786c" providerId="ADAL" clId="{A9DAD972-E793-4934-B598-960E07B536E7}" dt="2020-09-14T19:51:54.228" v="5556" actId="1076"/>
          <ac:spMkLst>
            <pc:docMk/>
            <pc:sldMk cId="478651186" sldId="423"/>
            <ac:spMk id="20" creationId="{0406B667-8218-4D4D-956A-8CB64F261AE8}"/>
          </ac:spMkLst>
        </pc:spChg>
        <pc:spChg chg="add mod">
          <ac:chgData name="Ivan Granja" userId="d0a12471-25a3-466a-a647-7cb796ed786c" providerId="ADAL" clId="{A9DAD972-E793-4934-B598-960E07B536E7}" dt="2020-09-14T19:52:06.005" v="5560" actId="1076"/>
          <ac:spMkLst>
            <pc:docMk/>
            <pc:sldMk cId="478651186" sldId="423"/>
            <ac:spMk id="22" creationId="{21FB7304-EEF7-4E03-B67E-1498A003D1E3}"/>
          </ac:spMkLst>
        </pc:spChg>
        <pc:spChg chg="add mod">
          <ac:chgData name="Ivan Granja" userId="d0a12471-25a3-466a-a647-7cb796ed786c" providerId="ADAL" clId="{A9DAD972-E793-4934-B598-960E07B536E7}" dt="2020-09-14T19:52:31.685" v="5565" actId="1076"/>
          <ac:spMkLst>
            <pc:docMk/>
            <pc:sldMk cId="478651186" sldId="423"/>
            <ac:spMk id="24" creationId="{FF48CB46-8AB9-4CA8-8B41-580A701102C7}"/>
          </ac:spMkLst>
        </pc:spChg>
        <pc:spChg chg="add mod">
          <ac:chgData name="Ivan Granja" userId="d0a12471-25a3-466a-a647-7cb796ed786c" providerId="ADAL" clId="{A9DAD972-E793-4934-B598-960E07B536E7}" dt="2020-09-14T19:52:02.481" v="5559" actId="1076"/>
          <ac:spMkLst>
            <pc:docMk/>
            <pc:sldMk cId="478651186" sldId="423"/>
            <ac:spMk id="26" creationId="{68977B23-AE6D-41F9-8CF1-EE31EE639E0C}"/>
          </ac:spMkLst>
        </pc:spChg>
        <pc:spChg chg="add mod">
          <ac:chgData name="Ivan Granja" userId="d0a12471-25a3-466a-a647-7cb796ed786c" providerId="ADAL" clId="{A9DAD972-E793-4934-B598-960E07B536E7}" dt="2020-09-14T19:52:18.991" v="5562" actId="1076"/>
          <ac:spMkLst>
            <pc:docMk/>
            <pc:sldMk cId="478651186" sldId="423"/>
            <ac:spMk id="28" creationId="{14C9B4BA-D995-4BB8-ABA0-B88F7E103734}"/>
          </ac:spMkLst>
        </pc:spChg>
        <pc:spChg chg="add mod">
          <ac:chgData name="Ivan Granja" userId="d0a12471-25a3-466a-a647-7cb796ed786c" providerId="ADAL" clId="{A9DAD972-E793-4934-B598-960E07B536E7}" dt="2020-09-14T19:52:25.733" v="5564" actId="1076"/>
          <ac:spMkLst>
            <pc:docMk/>
            <pc:sldMk cId="478651186" sldId="423"/>
            <ac:spMk id="30" creationId="{6CB6B451-05A0-439A-9C3B-81BE6D9C6D57}"/>
          </ac:spMkLst>
        </pc:spChg>
        <pc:spChg chg="add mod">
          <ac:chgData name="Ivan Granja" userId="d0a12471-25a3-466a-a647-7cb796ed786c" providerId="ADAL" clId="{A9DAD972-E793-4934-B598-960E07B536E7}" dt="2020-09-14T19:52:39.131" v="5566" actId="1038"/>
          <ac:spMkLst>
            <pc:docMk/>
            <pc:sldMk cId="478651186" sldId="423"/>
            <ac:spMk id="32" creationId="{D959CCC0-1685-40D5-AFB6-847D36C7DFB2}"/>
          </ac:spMkLst>
        </pc:spChg>
        <pc:spChg chg="mod">
          <ac:chgData name="Ivan Granja" userId="d0a12471-25a3-466a-a647-7cb796ed786c" providerId="ADAL" clId="{A9DAD972-E793-4934-B598-960E07B536E7}" dt="2020-09-18T17:59:19.362" v="12403"/>
          <ac:spMkLst>
            <pc:docMk/>
            <pc:sldMk cId="478651186" sldId="423"/>
            <ac:spMk id="10242" creationId="{3BF2C80A-7CC0-4327-996A-FB7AC3AB0F97}"/>
          </ac:spMkLst>
        </pc:spChg>
        <pc:spChg chg="mod">
          <ac:chgData name="Ivan Granja" userId="d0a12471-25a3-466a-a647-7cb796ed786c" providerId="ADAL" clId="{A9DAD972-E793-4934-B598-960E07B536E7}" dt="2020-09-14T19:46:39.875" v="5365" actId="12"/>
          <ac:spMkLst>
            <pc:docMk/>
            <pc:sldMk cId="478651186" sldId="423"/>
            <ac:spMk id="10243" creationId="{E74E71FE-BB83-484A-96D0-3917E256D04C}"/>
          </ac:spMkLst>
        </pc:spChg>
        <pc:picChg chg="add mod ord">
          <ac:chgData name="Ivan Granja" userId="d0a12471-25a3-466a-a647-7cb796ed786c" providerId="ADAL" clId="{A9DAD972-E793-4934-B598-960E07B536E7}" dt="2020-09-14T19:51:59.184" v="5558" actId="1076"/>
          <ac:picMkLst>
            <pc:docMk/>
            <pc:sldMk cId="478651186" sldId="423"/>
            <ac:picMk id="3" creationId="{366189F1-9EFE-4C44-9503-E0C33641DBA0}"/>
          </ac:picMkLst>
        </pc:picChg>
        <pc:picChg chg="del">
          <ac:chgData name="Ivan Granja" userId="d0a12471-25a3-466a-a647-7cb796ed786c" providerId="ADAL" clId="{A9DAD972-E793-4934-B598-960E07B536E7}" dt="2020-09-14T19:45:39" v="5359" actId="478"/>
          <ac:picMkLst>
            <pc:docMk/>
            <pc:sldMk cId="478651186" sldId="423"/>
            <ac:picMk id="7" creationId="{CD2FD710-281C-4FD0-823B-AE44CFB57C2F}"/>
          </ac:picMkLst>
        </pc:picChg>
      </pc:sldChg>
      <pc:sldChg chg="addSp delSp modSp add mod ord">
        <pc:chgData name="Ivan Granja" userId="d0a12471-25a3-466a-a647-7cb796ed786c" providerId="ADAL" clId="{A9DAD972-E793-4934-B598-960E07B536E7}" dt="2020-09-18T17:59:19.362" v="12403"/>
        <pc:sldMkLst>
          <pc:docMk/>
          <pc:sldMk cId="4164944503" sldId="424"/>
        </pc:sldMkLst>
        <pc:spChg chg="add del mod">
          <ac:chgData name="Ivan Granja" userId="d0a12471-25a3-466a-a647-7cb796ed786c" providerId="ADAL" clId="{A9DAD972-E793-4934-B598-960E07B536E7}" dt="2020-09-14T19:38:51.957" v="5232" actId="478"/>
          <ac:spMkLst>
            <pc:docMk/>
            <pc:sldMk cId="4164944503" sldId="424"/>
            <ac:spMk id="2" creationId="{D847E154-172C-4BC5-8E84-CBB7F721EF8B}"/>
          </ac:spMkLst>
        </pc:spChg>
        <pc:spChg chg="del mod">
          <ac:chgData name="Ivan Granja" userId="d0a12471-25a3-466a-a647-7cb796ed786c" providerId="ADAL" clId="{A9DAD972-E793-4934-B598-960E07B536E7}" dt="2020-09-14T19:44:41.060" v="5298" actId="478"/>
          <ac:spMkLst>
            <pc:docMk/>
            <pc:sldMk cId="4164944503" sldId="424"/>
            <ac:spMk id="8" creationId="{F3B1E245-DC6C-4C6D-B45C-FDBEE646029D}"/>
          </ac:spMkLst>
        </pc:spChg>
        <pc:spChg chg="mod">
          <ac:chgData name="Ivan Granja" userId="d0a12471-25a3-466a-a647-7cb796ed786c" providerId="ADAL" clId="{A9DAD972-E793-4934-B598-960E07B536E7}" dt="2020-09-14T19:56:41.290" v="5653" actId="207"/>
          <ac:spMkLst>
            <pc:docMk/>
            <pc:sldMk cId="4164944503" sldId="424"/>
            <ac:spMk id="9" creationId="{98FC26C5-59BC-4509-B5BC-CD30D364E495}"/>
          </ac:spMkLst>
        </pc:spChg>
        <pc:spChg chg="del">
          <ac:chgData name="Ivan Granja" userId="d0a12471-25a3-466a-a647-7cb796ed786c" providerId="ADAL" clId="{A9DAD972-E793-4934-B598-960E07B536E7}" dt="2020-09-14T19:53:46.203" v="5578" actId="478"/>
          <ac:spMkLst>
            <pc:docMk/>
            <pc:sldMk cId="4164944503" sldId="424"/>
            <ac:spMk id="10" creationId="{76F70F81-9593-46C2-9A8E-92CE460C4D6F}"/>
          </ac:spMkLst>
        </pc:spChg>
        <pc:spChg chg="add del mod">
          <ac:chgData name="Ivan Granja" userId="d0a12471-25a3-466a-a647-7cb796ed786c" providerId="ADAL" clId="{A9DAD972-E793-4934-B598-960E07B536E7}" dt="2020-09-14T19:42:51.819" v="5277" actId="478"/>
          <ac:spMkLst>
            <pc:docMk/>
            <pc:sldMk cId="4164944503" sldId="424"/>
            <ac:spMk id="11" creationId="{7DE036BE-8E02-474D-95BC-5D4376032DAA}"/>
          </ac:spMkLst>
        </pc:spChg>
        <pc:spChg chg="add mod">
          <ac:chgData name="Ivan Granja" userId="d0a12471-25a3-466a-a647-7cb796ed786c" providerId="ADAL" clId="{A9DAD972-E793-4934-B598-960E07B536E7}" dt="2020-09-15T11:57:18.792" v="10587" actId="20577"/>
          <ac:spMkLst>
            <pc:docMk/>
            <pc:sldMk cId="4164944503" sldId="424"/>
            <ac:spMk id="12" creationId="{3DAE9711-91A5-4EB1-98EB-6FE6951801F7}"/>
          </ac:spMkLst>
        </pc:spChg>
        <pc:spChg chg="del mod">
          <ac:chgData name="Ivan Granja" userId="d0a12471-25a3-466a-a647-7cb796ed786c" providerId="ADAL" clId="{A9DAD972-E793-4934-B598-960E07B536E7}" dt="2020-09-14T19:55:50.762" v="5645" actId="478"/>
          <ac:spMkLst>
            <pc:docMk/>
            <pc:sldMk cId="4164944503" sldId="424"/>
            <ac:spMk id="13" creationId="{F29E2896-E86B-41DB-80E5-B360681F194C}"/>
          </ac:spMkLst>
        </pc:spChg>
        <pc:spChg chg="del mod">
          <ac:chgData name="Ivan Granja" userId="d0a12471-25a3-466a-a647-7cb796ed786c" providerId="ADAL" clId="{A9DAD972-E793-4934-B598-960E07B536E7}" dt="2020-09-14T19:44:46.289" v="5302" actId="478"/>
          <ac:spMkLst>
            <pc:docMk/>
            <pc:sldMk cId="4164944503" sldId="424"/>
            <ac:spMk id="15" creationId="{96E617B2-8609-4293-B4A8-152C90CF7C9D}"/>
          </ac:spMkLst>
        </pc:spChg>
        <pc:spChg chg="del mod">
          <ac:chgData name="Ivan Granja" userId="d0a12471-25a3-466a-a647-7cb796ed786c" providerId="ADAL" clId="{A9DAD972-E793-4934-B598-960E07B536E7}" dt="2020-09-14T19:44:47.066" v="5303" actId="478"/>
          <ac:spMkLst>
            <pc:docMk/>
            <pc:sldMk cId="4164944503" sldId="424"/>
            <ac:spMk id="17" creationId="{5AE3649B-2223-45F1-A63C-22D04BB4086A}"/>
          </ac:spMkLst>
        </pc:spChg>
        <pc:spChg chg="del mod">
          <ac:chgData name="Ivan Granja" userId="d0a12471-25a3-466a-a647-7cb796ed786c" providerId="ADAL" clId="{A9DAD972-E793-4934-B598-960E07B536E7}" dt="2020-09-14T19:44:45.016" v="5301" actId="478"/>
          <ac:spMkLst>
            <pc:docMk/>
            <pc:sldMk cId="4164944503" sldId="424"/>
            <ac:spMk id="19" creationId="{95630AF2-64EA-4025-8122-A19ACCFB6249}"/>
          </ac:spMkLst>
        </pc:spChg>
        <pc:spChg chg="del mod">
          <ac:chgData name="Ivan Granja" userId="d0a12471-25a3-466a-a647-7cb796ed786c" providerId="ADAL" clId="{A9DAD972-E793-4934-B598-960E07B536E7}" dt="2020-09-14T19:44:42.491" v="5299" actId="478"/>
          <ac:spMkLst>
            <pc:docMk/>
            <pc:sldMk cId="4164944503" sldId="424"/>
            <ac:spMk id="21" creationId="{1B4B3434-F4AD-4998-8C4B-6D581057B853}"/>
          </ac:spMkLst>
        </pc:spChg>
        <pc:spChg chg="del mod">
          <ac:chgData name="Ivan Granja" userId="d0a12471-25a3-466a-a647-7cb796ed786c" providerId="ADAL" clId="{A9DAD972-E793-4934-B598-960E07B536E7}" dt="2020-09-14T19:44:44.227" v="5300" actId="478"/>
          <ac:spMkLst>
            <pc:docMk/>
            <pc:sldMk cId="4164944503" sldId="424"/>
            <ac:spMk id="23" creationId="{8AB94DC5-0C3C-404B-A963-F65766D8615D}"/>
          </ac:spMkLst>
        </pc:spChg>
        <pc:spChg chg="del mod">
          <ac:chgData name="Ivan Granja" userId="d0a12471-25a3-466a-a647-7cb796ed786c" providerId="ADAL" clId="{A9DAD972-E793-4934-B598-960E07B536E7}" dt="2020-09-14T19:55:52.316" v="5646" actId="478"/>
          <ac:spMkLst>
            <pc:docMk/>
            <pc:sldMk cId="4164944503" sldId="424"/>
            <ac:spMk id="25" creationId="{006BEB8D-4EAA-4869-85EE-F68BA304470C}"/>
          </ac:spMkLst>
        </pc:spChg>
        <pc:spChg chg="mod">
          <ac:chgData name="Ivan Granja" userId="d0a12471-25a3-466a-a647-7cb796ed786c" providerId="ADAL" clId="{A9DAD972-E793-4934-B598-960E07B536E7}" dt="2020-09-14T19:55:05.210" v="5635" actId="14100"/>
          <ac:spMkLst>
            <pc:docMk/>
            <pc:sldMk cId="4164944503" sldId="424"/>
            <ac:spMk id="27" creationId="{06C6E7C7-F2A6-4C9B-A5DB-3BD2638C1374}"/>
          </ac:spMkLst>
        </pc:spChg>
        <pc:spChg chg="del mod">
          <ac:chgData name="Ivan Granja" userId="d0a12471-25a3-466a-a647-7cb796ed786c" providerId="ADAL" clId="{A9DAD972-E793-4934-B598-960E07B536E7}" dt="2020-09-14T19:55:45.060" v="5641" actId="478"/>
          <ac:spMkLst>
            <pc:docMk/>
            <pc:sldMk cId="4164944503" sldId="424"/>
            <ac:spMk id="31" creationId="{6515B35A-D227-4A11-A41B-DEE66D2B761F}"/>
          </ac:spMkLst>
        </pc:spChg>
        <pc:spChg chg="mod">
          <ac:chgData name="Ivan Granja" userId="d0a12471-25a3-466a-a647-7cb796ed786c" providerId="ADAL" clId="{A9DAD972-E793-4934-B598-960E07B536E7}" dt="2020-09-14T19:55:33.022" v="5640" actId="14100"/>
          <ac:spMkLst>
            <pc:docMk/>
            <pc:sldMk cId="4164944503" sldId="424"/>
            <ac:spMk id="33" creationId="{53733B81-EB5C-4D00-A58B-0142AC4B930C}"/>
          </ac:spMkLst>
        </pc:spChg>
        <pc:spChg chg="mod">
          <ac:chgData name="Ivan Granja" userId="d0a12471-25a3-466a-a647-7cb796ed786c" providerId="ADAL" clId="{A9DAD972-E793-4934-B598-960E07B536E7}" dt="2020-09-18T17:59:19.362" v="12403"/>
          <ac:spMkLst>
            <pc:docMk/>
            <pc:sldMk cId="4164944503" sldId="424"/>
            <ac:spMk id="10242" creationId="{3BF2C80A-7CC0-4327-996A-FB7AC3AB0F97}"/>
          </ac:spMkLst>
        </pc:spChg>
        <pc:spChg chg="del">
          <ac:chgData name="Ivan Granja" userId="d0a12471-25a3-466a-a647-7cb796ed786c" providerId="ADAL" clId="{A9DAD972-E793-4934-B598-960E07B536E7}" dt="2020-09-14T19:37:38.661" v="5217" actId="478"/>
          <ac:spMkLst>
            <pc:docMk/>
            <pc:sldMk cId="4164944503" sldId="424"/>
            <ac:spMk id="10243" creationId="{E74E71FE-BB83-484A-96D0-3917E256D04C}"/>
          </ac:spMkLst>
        </pc:spChg>
        <pc:picChg chg="add del mod ord">
          <ac:chgData name="Ivan Granja" userId="d0a12471-25a3-466a-a647-7cb796ed786c" providerId="ADAL" clId="{A9DAD972-E793-4934-B598-960E07B536E7}" dt="2020-09-14T19:38:34.936" v="5229" actId="22"/>
          <ac:picMkLst>
            <pc:docMk/>
            <pc:sldMk cId="4164944503" sldId="424"/>
            <ac:picMk id="4" creationId="{10241443-52E7-4697-947E-2FAD403A21C9}"/>
          </ac:picMkLst>
        </pc:picChg>
        <pc:picChg chg="add del mod ord">
          <ac:chgData name="Ivan Granja" userId="d0a12471-25a3-466a-a647-7cb796ed786c" providerId="ADAL" clId="{A9DAD972-E793-4934-B598-960E07B536E7}" dt="2020-09-14T19:56:03.441" v="5650" actId="1076"/>
          <ac:picMkLst>
            <pc:docMk/>
            <pc:sldMk cId="4164944503" sldId="424"/>
            <ac:picMk id="6" creationId="{CEA0E92B-5BD9-45F3-A654-E0784A74B29F}"/>
          </ac:picMkLst>
        </pc:picChg>
        <pc:picChg chg="del">
          <ac:chgData name="Ivan Granja" userId="d0a12471-25a3-466a-a647-7cb796ed786c" providerId="ADAL" clId="{A9DAD972-E793-4934-B598-960E07B536E7}" dt="2020-09-14T19:37:36.186" v="5216" actId="478"/>
          <ac:picMkLst>
            <pc:docMk/>
            <pc:sldMk cId="4164944503" sldId="424"/>
            <ac:picMk id="7" creationId="{CD2FD710-281C-4FD0-823B-AE44CFB57C2F}"/>
          </ac:picMkLst>
        </pc:picChg>
      </pc:sldChg>
      <pc:sldChg chg="modSp add">
        <pc:chgData name="Ivan Granja" userId="d0a12471-25a3-466a-a647-7cb796ed786c" providerId="ADAL" clId="{A9DAD972-E793-4934-B598-960E07B536E7}" dt="2020-09-18T17:59:19.362" v="12403"/>
        <pc:sldMkLst>
          <pc:docMk/>
          <pc:sldMk cId="2112630848" sldId="425"/>
        </pc:sldMkLst>
        <pc:spChg chg="mod">
          <ac:chgData name="Ivan Granja" userId="d0a12471-25a3-466a-a647-7cb796ed786c" providerId="ADAL" clId="{A9DAD972-E793-4934-B598-960E07B536E7}" dt="2020-09-18T17:59:19.362" v="12403"/>
          <ac:spMkLst>
            <pc:docMk/>
            <pc:sldMk cId="2112630848" sldId="425"/>
            <ac:spMk id="10242" creationId="{3BF2C80A-7CC0-4327-996A-FB7AC3AB0F97}"/>
          </ac:spMkLst>
        </pc:spChg>
      </pc:sldChg>
      <pc:sldChg chg="modSp add mod ord">
        <pc:chgData name="Ivan Granja" userId="d0a12471-25a3-466a-a647-7cb796ed786c" providerId="ADAL" clId="{A9DAD972-E793-4934-B598-960E07B536E7}" dt="2020-09-18T17:59:19.362" v="12403"/>
        <pc:sldMkLst>
          <pc:docMk/>
          <pc:sldMk cId="1154367208" sldId="426"/>
        </pc:sldMkLst>
        <pc:spChg chg="mod">
          <ac:chgData name="Ivan Granja" userId="d0a12471-25a3-466a-a647-7cb796ed786c" providerId="ADAL" clId="{A9DAD972-E793-4934-B598-960E07B536E7}" dt="2020-09-18T17:59:19.362" v="12403"/>
          <ac:spMkLst>
            <pc:docMk/>
            <pc:sldMk cId="1154367208" sldId="426"/>
            <ac:spMk id="2" creationId="{4A9A91FC-D25F-415E-947D-CF123940F6B1}"/>
          </ac:spMkLst>
        </pc:spChg>
        <pc:spChg chg="mod">
          <ac:chgData name="Ivan Granja" userId="d0a12471-25a3-466a-a647-7cb796ed786c" providerId="ADAL" clId="{A9DAD972-E793-4934-B598-960E07B536E7}" dt="2020-09-18T17:21:54.331" v="10634" actId="20577"/>
          <ac:spMkLst>
            <pc:docMk/>
            <pc:sldMk cId="1154367208" sldId="426"/>
            <ac:spMk id="32770" creationId="{F00C989A-57A9-47CF-A8D1-E69707FBE283}"/>
          </ac:spMkLst>
        </pc:spChg>
      </pc:sldChg>
      <pc:sldChg chg="modSp add">
        <pc:chgData name="Ivan Granja" userId="d0a12471-25a3-466a-a647-7cb796ed786c" providerId="ADAL" clId="{A9DAD972-E793-4934-B598-960E07B536E7}" dt="2020-09-18T17:59:19.362" v="12403"/>
        <pc:sldMkLst>
          <pc:docMk/>
          <pc:sldMk cId="2540240500" sldId="427"/>
        </pc:sldMkLst>
        <pc:spChg chg="mod">
          <ac:chgData name="Ivan Granja" userId="d0a12471-25a3-466a-a647-7cb796ed786c" providerId="ADAL" clId="{A9DAD972-E793-4934-B598-960E07B536E7}" dt="2020-09-18T17:59:19.362" v="12403"/>
          <ac:spMkLst>
            <pc:docMk/>
            <pc:sldMk cId="2540240500" sldId="427"/>
            <ac:spMk id="10242" creationId="{3BF2C80A-7CC0-4327-996A-FB7AC3AB0F97}"/>
          </ac:spMkLst>
        </pc:spChg>
      </pc:sldChg>
      <pc:sldChg chg="modSp add mod">
        <pc:chgData name="Ivan Granja" userId="d0a12471-25a3-466a-a647-7cb796ed786c" providerId="ADAL" clId="{A9DAD972-E793-4934-B598-960E07B536E7}" dt="2020-09-18T17:59:19.362" v="12403"/>
        <pc:sldMkLst>
          <pc:docMk/>
          <pc:sldMk cId="293032348" sldId="428"/>
        </pc:sldMkLst>
        <pc:spChg chg="mod">
          <ac:chgData name="Ivan Granja" userId="d0a12471-25a3-466a-a647-7cb796ed786c" providerId="ADAL" clId="{A9DAD972-E793-4934-B598-960E07B536E7}" dt="2020-09-18T17:59:19.362" v="12403"/>
          <ac:spMkLst>
            <pc:docMk/>
            <pc:sldMk cId="293032348" sldId="428"/>
            <ac:spMk id="2" creationId="{4A9A91FC-D25F-415E-947D-CF123940F6B1}"/>
          </ac:spMkLst>
        </pc:spChg>
        <pc:spChg chg="mod">
          <ac:chgData name="Ivan Granja" userId="d0a12471-25a3-466a-a647-7cb796ed786c" providerId="ADAL" clId="{A9DAD972-E793-4934-B598-960E07B536E7}" dt="2020-09-18T17:52:35.558" v="12122" actId="113"/>
          <ac:spMkLst>
            <pc:docMk/>
            <pc:sldMk cId="293032348" sldId="428"/>
            <ac:spMk id="32770" creationId="{F00C989A-57A9-47CF-A8D1-E69707FBE283}"/>
          </ac:spMkLst>
        </pc:spChg>
      </pc:sldChg>
      <pc:sldChg chg="modSp add del mod">
        <pc:chgData name="Ivan Granja" userId="d0a12471-25a3-466a-a647-7cb796ed786c" providerId="ADAL" clId="{A9DAD972-E793-4934-B598-960E07B536E7}" dt="2020-09-14T21:23:26.982" v="9451" actId="47"/>
        <pc:sldMkLst>
          <pc:docMk/>
          <pc:sldMk cId="3654237383" sldId="429"/>
        </pc:sldMkLst>
        <pc:spChg chg="mod">
          <ac:chgData name="Ivan Granja" userId="d0a12471-25a3-466a-a647-7cb796ed786c" providerId="ADAL" clId="{A9DAD972-E793-4934-B598-960E07B536E7}" dt="2020-09-14T21:18:40.909" v="9348" actId="21"/>
          <ac:spMkLst>
            <pc:docMk/>
            <pc:sldMk cId="3654237383" sldId="429"/>
            <ac:spMk id="56323" creationId="{9691B76A-EF7F-4442-BB00-5763F2FCB4E3}"/>
          </ac:spMkLst>
        </pc:spChg>
      </pc:sldChg>
      <pc:sldChg chg="modSp add del mod">
        <pc:chgData name="Ivan Granja" userId="d0a12471-25a3-466a-a647-7cb796ed786c" providerId="ADAL" clId="{A9DAD972-E793-4934-B598-960E07B536E7}" dt="2020-09-14T21:23:27.844" v="9452" actId="47"/>
        <pc:sldMkLst>
          <pc:docMk/>
          <pc:sldMk cId="4232534916" sldId="430"/>
        </pc:sldMkLst>
        <pc:spChg chg="mod">
          <ac:chgData name="Ivan Granja" userId="d0a12471-25a3-466a-a647-7cb796ed786c" providerId="ADAL" clId="{A9DAD972-E793-4934-B598-960E07B536E7}" dt="2020-09-14T21:11:29.521" v="9300" actId="20577"/>
          <ac:spMkLst>
            <pc:docMk/>
            <pc:sldMk cId="4232534916" sldId="430"/>
            <ac:spMk id="56323" creationId="{9691B76A-EF7F-4442-BB00-5763F2FCB4E3}"/>
          </ac:spMkLst>
        </pc:spChg>
      </pc:sldChg>
      <pc:sldChg chg="modSp add del mod">
        <pc:chgData name="Ivan Granja" userId="d0a12471-25a3-466a-a647-7cb796ed786c" providerId="ADAL" clId="{A9DAD972-E793-4934-B598-960E07B536E7}" dt="2020-09-14T21:20:22.577" v="9365" actId="47"/>
        <pc:sldMkLst>
          <pc:docMk/>
          <pc:sldMk cId="843860780" sldId="431"/>
        </pc:sldMkLst>
        <pc:spChg chg="mod">
          <ac:chgData name="Ivan Granja" userId="d0a12471-25a3-466a-a647-7cb796ed786c" providerId="ADAL" clId="{A9DAD972-E793-4934-B598-960E07B536E7}" dt="2020-09-14T21:20:10.373" v="9362" actId="21"/>
          <ac:spMkLst>
            <pc:docMk/>
            <pc:sldMk cId="843860780" sldId="431"/>
            <ac:spMk id="56323" creationId="{9691B76A-EF7F-4442-BB00-5763F2FCB4E3}"/>
          </ac:spMkLst>
        </pc:spChg>
      </pc:sldChg>
      <pc:sldChg chg="add del">
        <pc:chgData name="Ivan Granja" userId="d0a12471-25a3-466a-a647-7cb796ed786c" providerId="ADAL" clId="{A9DAD972-E793-4934-B598-960E07B536E7}" dt="2020-09-14T21:20:26.491" v="9366" actId="47"/>
        <pc:sldMkLst>
          <pc:docMk/>
          <pc:sldMk cId="2590221864" sldId="432"/>
        </pc:sldMkLst>
      </pc:sldChg>
      <pc:sldChg chg="addSp modSp add mod">
        <pc:chgData name="Ivan Granja" userId="d0a12471-25a3-466a-a647-7cb796ed786c" providerId="ADAL" clId="{A9DAD972-E793-4934-B598-960E07B536E7}" dt="2020-09-18T17:51:20.952" v="12051" actId="22"/>
        <pc:sldMkLst>
          <pc:docMk/>
          <pc:sldMk cId="59089552" sldId="433"/>
        </pc:sldMkLst>
        <pc:spChg chg="add">
          <ac:chgData name="Ivan Granja" userId="d0a12471-25a3-466a-a647-7cb796ed786c" providerId="ADAL" clId="{A9DAD972-E793-4934-B598-960E07B536E7}" dt="2020-09-18T17:51:20.952" v="12051" actId="22"/>
          <ac:spMkLst>
            <pc:docMk/>
            <pc:sldMk cId="59089552" sldId="433"/>
            <ac:spMk id="2" creationId="{784E0389-914E-4786-8274-6DC7B332AC39}"/>
          </ac:spMkLst>
        </pc:spChg>
        <pc:spChg chg="mod">
          <ac:chgData name="Ivan Granja" userId="d0a12471-25a3-466a-a647-7cb796ed786c" providerId="ADAL" clId="{A9DAD972-E793-4934-B598-960E07B536E7}" dt="2020-09-18T17:24:11.649" v="10690"/>
          <ac:spMkLst>
            <pc:docMk/>
            <pc:sldMk cId="59089552" sldId="433"/>
            <ac:spMk id="56323" creationId="{9691B76A-EF7F-4442-BB00-5763F2FCB4E3}"/>
          </ac:spMkLst>
        </pc:spChg>
      </pc:sldChg>
      <pc:sldChg chg="addSp delSp modSp add del mod">
        <pc:chgData name="Ivan Granja" userId="d0a12471-25a3-466a-a647-7cb796ed786c" providerId="ADAL" clId="{A9DAD972-E793-4934-B598-960E07B536E7}" dt="2020-09-14T21:23:26.117" v="9450" actId="47"/>
        <pc:sldMkLst>
          <pc:docMk/>
          <pc:sldMk cId="3004043061" sldId="434"/>
        </pc:sldMkLst>
        <pc:graphicFrameChg chg="add del modGraphic">
          <ac:chgData name="Ivan Granja" userId="d0a12471-25a3-466a-a647-7cb796ed786c" providerId="ADAL" clId="{A9DAD972-E793-4934-B598-960E07B536E7}" dt="2020-09-14T21:21:16.820" v="9448" actId="27309"/>
          <ac:graphicFrameMkLst>
            <pc:docMk/>
            <pc:sldMk cId="3004043061" sldId="434"/>
            <ac:graphicFrameMk id="3" creationId="{63EFF1FC-A334-48B1-8E3F-280354FBF83C}"/>
          </ac:graphicFrameMkLst>
        </pc:graphicFrameChg>
      </pc:sldChg>
      <pc:sldChg chg="addSp modSp add mod">
        <pc:chgData name="Ivan Granja" userId="d0a12471-25a3-466a-a647-7cb796ed786c" providerId="ADAL" clId="{A9DAD972-E793-4934-B598-960E07B536E7}" dt="2020-09-18T17:51:25.825" v="12052" actId="22"/>
        <pc:sldMkLst>
          <pc:docMk/>
          <pc:sldMk cId="2604719440" sldId="435"/>
        </pc:sldMkLst>
        <pc:spChg chg="add">
          <ac:chgData name="Ivan Granja" userId="d0a12471-25a3-466a-a647-7cb796ed786c" providerId="ADAL" clId="{A9DAD972-E793-4934-B598-960E07B536E7}" dt="2020-09-18T17:51:25.825" v="12052" actId="22"/>
          <ac:spMkLst>
            <pc:docMk/>
            <pc:sldMk cId="2604719440" sldId="435"/>
            <ac:spMk id="2" creationId="{BA3875A9-DDBC-4733-8004-A71432B22190}"/>
          </ac:spMkLst>
        </pc:spChg>
        <pc:spChg chg="mod">
          <ac:chgData name="Ivan Granja" userId="d0a12471-25a3-466a-a647-7cb796ed786c" providerId="ADAL" clId="{A9DAD972-E793-4934-B598-960E07B536E7}" dt="2020-09-18T17:25:00.718" v="10756" actId="20577"/>
          <ac:spMkLst>
            <pc:docMk/>
            <pc:sldMk cId="2604719440" sldId="435"/>
            <ac:spMk id="56323" creationId="{9691B76A-EF7F-4442-BB00-5763F2FCB4E3}"/>
          </ac:spMkLst>
        </pc:spChg>
      </pc:sldChg>
      <pc:sldChg chg="addSp delSp modSp add mod">
        <pc:chgData name="Ivan Granja" userId="d0a12471-25a3-466a-a647-7cb796ed786c" providerId="ADAL" clId="{A9DAD972-E793-4934-B598-960E07B536E7}" dt="2020-09-18T18:05:38.466" v="12599" actId="1038"/>
        <pc:sldMkLst>
          <pc:docMk/>
          <pc:sldMk cId="1328689260" sldId="436"/>
        </pc:sldMkLst>
        <pc:spChg chg="del">
          <ac:chgData name="Ivan Granja" userId="d0a12471-25a3-466a-a647-7cb796ed786c" providerId="ADAL" clId="{A9DAD972-E793-4934-B598-960E07B536E7}" dt="2020-09-14T21:42:20.140" v="10105" actId="478"/>
          <ac:spMkLst>
            <pc:docMk/>
            <pc:sldMk cId="1328689260" sldId="436"/>
            <ac:spMk id="12" creationId="{899D5400-C94F-4081-BE24-F0BE953D4791}"/>
          </ac:spMkLst>
        </pc:spChg>
        <pc:spChg chg="mod">
          <ac:chgData name="Ivan Granja" userId="d0a12471-25a3-466a-a647-7cb796ed786c" providerId="ADAL" clId="{A9DAD972-E793-4934-B598-960E07B536E7}" dt="2020-09-18T18:02:36.059" v="12504" actId="20577"/>
          <ac:spMkLst>
            <pc:docMk/>
            <pc:sldMk cId="1328689260" sldId="436"/>
            <ac:spMk id="56323" creationId="{448C9BF5-D442-4EF8-894A-C28FFF970456}"/>
          </ac:spMkLst>
        </pc:spChg>
        <pc:picChg chg="add mod">
          <ac:chgData name="Ivan Granja" userId="d0a12471-25a3-466a-a647-7cb796ed786c" providerId="ADAL" clId="{A9DAD972-E793-4934-B598-960E07B536E7}" dt="2020-09-18T18:05:38.466" v="12599" actId="1038"/>
          <ac:picMkLst>
            <pc:docMk/>
            <pc:sldMk cId="1328689260" sldId="436"/>
            <ac:picMk id="2" creationId="{AF343702-DDD2-4181-A0F4-7CE782A5EEB5}"/>
          </ac:picMkLst>
        </pc:picChg>
        <pc:picChg chg="del">
          <ac:chgData name="Ivan Granja" userId="d0a12471-25a3-466a-a647-7cb796ed786c" providerId="ADAL" clId="{A9DAD972-E793-4934-B598-960E07B536E7}" dt="2020-09-14T21:42:21.606" v="10106" actId="478"/>
          <ac:picMkLst>
            <pc:docMk/>
            <pc:sldMk cId="1328689260" sldId="436"/>
            <ac:picMk id="8" creationId="{45740E0A-535D-4BD4-B353-2EFDC145ACDA}"/>
          </ac:picMkLst>
        </pc:picChg>
      </pc:sldChg>
      <pc:sldChg chg="addSp modSp add mod">
        <pc:chgData name="Ivan Granja" userId="d0a12471-25a3-466a-a647-7cb796ed786c" providerId="ADAL" clId="{A9DAD972-E793-4934-B598-960E07B536E7}" dt="2020-09-18T18:24:41.813" v="13328" actId="692"/>
        <pc:sldMkLst>
          <pc:docMk/>
          <pc:sldMk cId="79701641" sldId="437"/>
        </pc:sldMkLst>
        <pc:spChg chg="add mod">
          <ac:chgData name="Ivan Granja" userId="d0a12471-25a3-466a-a647-7cb796ed786c" providerId="ADAL" clId="{A9DAD972-E793-4934-B598-960E07B536E7}" dt="2020-09-18T18:24:41.813" v="13328" actId="692"/>
          <ac:spMkLst>
            <pc:docMk/>
            <pc:sldMk cId="79701641" sldId="437"/>
            <ac:spMk id="3" creationId="{90BCBBF8-169F-426B-8DF5-8F964ED9A68B}"/>
          </ac:spMkLst>
        </pc:spChg>
        <pc:spChg chg="add mod">
          <ac:chgData name="Ivan Granja" userId="d0a12471-25a3-466a-a647-7cb796ed786c" providerId="ADAL" clId="{A9DAD972-E793-4934-B598-960E07B536E7}" dt="2020-09-18T18:24:07.845" v="13321" actId="20577"/>
          <ac:spMkLst>
            <pc:docMk/>
            <pc:sldMk cId="79701641" sldId="437"/>
            <ac:spMk id="5" creationId="{5218EDF9-6CB0-436A-8149-A5F166A669A9}"/>
          </ac:spMkLst>
        </pc:spChg>
        <pc:spChg chg="add mod">
          <ac:chgData name="Ivan Granja" userId="d0a12471-25a3-466a-a647-7cb796ed786c" providerId="ADAL" clId="{A9DAD972-E793-4934-B598-960E07B536E7}" dt="2020-09-18T18:07:15.775" v="12614" actId="1038"/>
          <ac:spMkLst>
            <pc:docMk/>
            <pc:sldMk cId="79701641" sldId="437"/>
            <ac:spMk id="6" creationId="{2C4AE486-44CB-42B6-AC01-D6DF1687240A}"/>
          </ac:spMkLst>
        </pc:spChg>
        <pc:spChg chg="add mod">
          <ac:chgData name="Ivan Granja" userId="d0a12471-25a3-466a-a647-7cb796ed786c" providerId="ADAL" clId="{A9DAD972-E793-4934-B598-960E07B536E7}" dt="2020-09-18T18:07:15.775" v="12614" actId="1038"/>
          <ac:spMkLst>
            <pc:docMk/>
            <pc:sldMk cId="79701641" sldId="437"/>
            <ac:spMk id="7" creationId="{7301C446-4030-4345-BDD3-2961EB353449}"/>
          </ac:spMkLst>
        </pc:spChg>
        <pc:spChg chg="mod">
          <ac:chgData name="Ivan Granja" userId="d0a12471-25a3-466a-a647-7cb796ed786c" providerId="ADAL" clId="{A9DAD972-E793-4934-B598-960E07B536E7}" dt="2020-09-14T21:47:47.392" v="10291" actId="20577"/>
          <ac:spMkLst>
            <pc:docMk/>
            <pc:sldMk cId="79701641" sldId="437"/>
            <ac:spMk id="56323" creationId="{448C9BF5-D442-4EF8-894A-C28FFF970456}"/>
          </ac:spMkLst>
        </pc:spChg>
        <pc:picChg chg="mod">
          <ac:chgData name="Ivan Granja" userId="d0a12471-25a3-466a-a647-7cb796ed786c" providerId="ADAL" clId="{A9DAD972-E793-4934-B598-960E07B536E7}" dt="2020-09-18T18:05:42.372" v="12601" actId="1038"/>
          <ac:picMkLst>
            <pc:docMk/>
            <pc:sldMk cId="79701641" sldId="437"/>
            <ac:picMk id="2" creationId="{AF343702-DDD2-4181-A0F4-7CE782A5EEB5}"/>
          </ac:picMkLst>
        </pc:picChg>
        <pc:cxnChg chg="add mod">
          <ac:chgData name="Ivan Granja" userId="d0a12471-25a3-466a-a647-7cb796ed786c" providerId="ADAL" clId="{A9DAD972-E793-4934-B598-960E07B536E7}" dt="2020-09-18T18:05:57.009" v="12602" actId="14100"/>
          <ac:cxnSpMkLst>
            <pc:docMk/>
            <pc:sldMk cId="79701641" sldId="437"/>
            <ac:cxnSpMk id="8" creationId="{720035F0-F86D-4645-8D54-808ED31A191A}"/>
          </ac:cxnSpMkLst>
        </pc:cxnChg>
        <pc:cxnChg chg="add mod">
          <ac:chgData name="Ivan Granja" userId="d0a12471-25a3-466a-a647-7cb796ed786c" providerId="ADAL" clId="{A9DAD972-E793-4934-B598-960E07B536E7}" dt="2020-09-18T18:06:00.546" v="12603" actId="14100"/>
          <ac:cxnSpMkLst>
            <pc:docMk/>
            <pc:sldMk cId="79701641" sldId="437"/>
            <ac:cxnSpMk id="9" creationId="{298EE73B-861C-4365-B8B5-0222F19101DF}"/>
          </ac:cxnSpMkLst>
        </pc:cxnChg>
      </pc:sldChg>
      <pc:sldChg chg="addSp delSp modSp add mod ord">
        <pc:chgData name="Ivan Granja" userId="d0a12471-25a3-466a-a647-7cb796ed786c" providerId="ADAL" clId="{A9DAD972-E793-4934-B598-960E07B536E7}" dt="2020-09-21T12:35:53.965" v="15648" actId="1038"/>
        <pc:sldMkLst>
          <pc:docMk/>
          <pc:sldMk cId="1899368971" sldId="438"/>
        </pc:sldMkLst>
        <pc:spChg chg="mod">
          <ac:chgData name="Ivan Granja" userId="d0a12471-25a3-466a-a647-7cb796ed786c" providerId="ADAL" clId="{A9DAD972-E793-4934-B598-960E07B536E7}" dt="2020-09-18T17:59:19.362" v="12403"/>
          <ac:spMkLst>
            <pc:docMk/>
            <pc:sldMk cId="1899368971" sldId="438"/>
            <ac:spMk id="2" creationId="{4A9A91FC-D25F-415E-947D-CF123940F6B1}"/>
          </ac:spMkLst>
        </pc:spChg>
        <pc:spChg chg="add del mod">
          <ac:chgData name="Ivan Granja" userId="d0a12471-25a3-466a-a647-7cb796ed786c" providerId="ADAL" clId="{A9DAD972-E793-4934-B598-960E07B536E7}" dt="2020-09-18T17:33:41.230" v="11569" actId="478"/>
          <ac:spMkLst>
            <pc:docMk/>
            <pc:sldMk cId="1899368971" sldId="438"/>
            <ac:spMk id="3" creationId="{AD19C8E9-9412-4640-A86C-A16070F612E6}"/>
          </ac:spMkLst>
        </pc:spChg>
        <pc:spChg chg="add mod">
          <ac:chgData name="Ivan Granja" userId="d0a12471-25a3-466a-a647-7cb796ed786c" providerId="ADAL" clId="{A9DAD972-E793-4934-B598-960E07B536E7}" dt="2020-09-21T12:35:53.965" v="15648" actId="1038"/>
          <ac:spMkLst>
            <pc:docMk/>
            <pc:sldMk cId="1899368971" sldId="438"/>
            <ac:spMk id="7" creationId="{BB2820B6-71DB-46E7-B071-806CA8CC885F}"/>
          </ac:spMkLst>
        </pc:spChg>
        <pc:spChg chg="mod">
          <ac:chgData name="Ivan Granja" userId="d0a12471-25a3-466a-a647-7cb796ed786c" providerId="ADAL" clId="{A9DAD972-E793-4934-B598-960E07B536E7}" dt="2020-09-21T12:35:49.409" v="15640" actId="313"/>
          <ac:spMkLst>
            <pc:docMk/>
            <pc:sldMk cId="1899368971" sldId="438"/>
            <ac:spMk id="32770" creationId="{F00C989A-57A9-47CF-A8D1-E69707FBE283}"/>
          </ac:spMkLst>
        </pc:spChg>
        <pc:picChg chg="add del">
          <ac:chgData name="Ivan Granja" userId="d0a12471-25a3-466a-a647-7cb796ed786c" providerId="ADAL" clId="{A9DAD972-E793-4934-B598-960E07B536E7}" dt="2020-09-18T17:33:17.125" v="11522" actId="478"/>
          <ac:picMkLst>
            <pc:docMk/>
            <pc:sldMk cId="1899368971" sldId="438"/>
            <ac:picMk id="5" creationId="{234EDF07-E880-403A-9CB2-EB3F013B8E48}"/>
          </ac:picMkLst>
        </pc:picChg>
      </pc:sldChg>
      <pc:sldChg chg="addSp delSp modSp add mod">
        <pc:chgData name="Ivan Granja" userId="d0a12471-25a3-466a-a647-7cb796ed786c" providerId="ADAL" clId="{A9DAD972-E793-4934-B598-960E07B536E7}" dt="2020-09-18T17:48:43.797" v="12012" actId="14100"/>
        <pc:sldMkLst>
          <pc:docMk/>
          <pc:sldMk cId="1654854111" sldId="439"/>
        </pc:sldMkLst>
        <pc:spChg chg="mod">
          <ac:chgData name="Ivan Granja" userId="d0a12471-25a3-466a-a647-7cb796ed786c" providerId="ADAL" clId="{A9DAD972-E793-4934-B598-960E07B536E7}" dt="2020-09-18T17:48:43.797" v="12012" actId="14100"/>
          <ac:spMkLst>
            <pc:docMk/>
            <pc:sldMk cId="1654854111" sldId="439"/>
            <ac:spMk id="2" creationId="{4A9A91FC-D25F-415E-947D-CF123940F6B1}"/>
          </ac:spMkLst>
        </pc:spChg>
        <pc:spChg chg="add del mod">
          <ac:chgData name="Ivan Granja" userId="d0a12471-25a3-466a-a647-7cb796ed786c" providerId="ADAL" clId="{A9DAD972-E793-4934-B598-960E07B536E7}" dt="2020-09-18T17:36:43.915" v="11675" actId="478"/>
          <ac:spMkLst>
            <pc:docMk/>
            <pc:sldMk cId="1654854111" sldId="439"/>
            <ac:spMk id="3" creationId="{071511AE-2284-4C73-83DA-53A1AFF5900D}"/>
          </ac:spMkLst>
        </pc:spChg>
        <pc:spChg chg="add mod topLvl">
          <ac:chgData name="Ivan Granja" userId="d0a12471-25a3-466a-a647-7cb796ed786c" providerId="ADAL" clId="{A9DAD972-E793-4934-B598-960E07B536E7}" dt="2020-09-18T17:48:25.982" v="11997" actId="20577"/>
          <ac:spMkLst>
            <pc:docMk/>
            <pc:sldMk cId="1654854111" sldId="439"/>
            <ac:spMk id="8" creationId="{0EE279A1-A8E6-4AB1-A08F-44A202A4000F}"/>
          </ac:spMkLst>
        </pc:spChg>
        <pc:spChg chg="add mod topLvl">
          <ac:chgData name="Ivan Granja" userId="d0a12471-25a3-466a-a647-7cb796ed786c" providerId="ADAL" clId="{A9DAD972-E793-4934-B598-960E07B536E7}" dt="2020-09-18T17:46:43.776" v="11935" actId="21"/>
          <ac:spMkLst>
            <pc:docMk/>
            <pc:sldMk cId="1654854111" sldId="439"/>
            <ac:spMk id="10" creationId="{2204A31E-6EA9-45D5-8A66-10FFC90CD6C8}"/>
          </ac:spMkLst>
        </pc:spChg>
        <pc:spChg chg="add mod topLvl">
          <ac:chgData name="Ivan Granja" userId="d0a12471-25a3-466a-a647-7cb796ed786c" providerId="ADAL" clId="{A9DAD972-E793-4934-B598-960E07B536E7}" dt="2020-09-18T17:46:43.776" v="11935" actId="21"/>
          <ac:spMkLst>
            <pc:docMk/>
            <pc:sldMk cId="1654854111" sldId="439"/>
            <ac:spMk id="12" creationId="{B89E4A97-2709-45B3-9F30-895BAE5930E5}"/>
          </ac:spMkLst>
        </pc:spChg>
        <pc:spChg chg="add mod topLvl">
          <ac:chgData name="Ivan Granja" userId="d0a12471-25a3-466a-a647-7cb796ed786c" providerId="ADAL" clId="{A9DAD972-E793-4934-B598-960E07B536E7}" dt="2020-09-18T17:46:43.776" v="11935" actId="21"/>
          <ac:spMkLst>
            <pc:docMk/>
            <pc:sldMk cId="1654854111" sldId="439"/>
            <ac:spMk id="14" creationId="{2882D1ED-ABFF-41D2-AB07-D59DD1B454C5}"/>
          </ac:spMkLst>
        </pc:spChg>
        <pc:spChg chg="add mod topLvl">
          <ac:chgData name="Ivan Granja" userId="d0a12471-25a3-466a-a647-7cb796ed786c" providerId="ADAL" clId="{A9DAD972-E793-4934-B598-960E07B536E7}" dt="2020-09-18T17:46:43.776" v="11935" actId="21"/>
          <ac:spMkLst>
            <pc:docMk/>
            <pc:sldMk cId="1654854111" sldId="439"/>
            <ac:spMk id="16" creationId="{7319D074-EA80-4C9F-AD23-667858E826D0}"/>
          </ac:spMkLst>
        </pc:spChg>
        <pc:spChg chg="add mod topLvl">
          <ac:chgData name="Ivan Granja" userId="d0a12471-25a3-466a-a647-7cb796ed786c" providerId="ADAL" clId="{A9DAD972-E793-4934-B598-960E07B536E7}" dt="2020-09-18T17:46:43.776" v="11935" actId="21"/>
          <ac:spMkLst>
            <pc:docMk/>
            <pc:sldMk cId="1654854111" sldId="439"/>
            <ac:spMk id="18" creationId="{45158A0B-C8E7-4E20-A052-B975C1FD40E3}"/>
          </ac:spMkLst>
        </pc:spChg>
        <pc:spChg chg="add mod topLvl">
          <ac:chgData name="Ivan Granja" userId="d0a12471-25a3-466a-a647-7cb796ed786c" providerId="ADAL" clId="{A9DAD972-E793-4934-B598-960E07B536E7}" dt="2020-09-18T17:46:43.776" v="11935" actId="21"/>
          <ac:spMkLst>
            <pc:docMk/>
            <pc:sldMk cId="1654854111" sldId="439"/>
            <ac:spMk id="20" creationId="{2CF732F8-DDCD-43AF-BB7A-31C1AAA837EC}"/>
          </ac:spMkLst>
        </pc:spChg>
        <pc:spChg chg="add mod topLvl">
          <ac:chgData name="Ivan Granja" userId="d0a12471-25a3-466a-a647-7cb796ed786c" providerId="ADAL" clId="{A9DAD972-E793-4934-B598-960E07B536E7}" dt="2020-09-18T17:46:43.776" v="11935" actId="21"/>
          <ac:spMkLst>
            <pc:docMk/>
            <pc:sldMk cId="1654854111" sldId="439"/>
            <ac:spMk id="22" creationId="{45362D42-BFD8-45C6-AF3B-E4D4FD3C3878}"/>
          </ac:spMkLst>
        </pc:spChg>
        <pc:spChg chg="add mod">
          <ac:chgData name="Ivan Granja" userId="d0a12471-25a3-466a-a647-7cb796ed786c" providerId="ADAL" clId="{A9DAD972-E793-4934-B598-960E07B536E7}" dt="2020-09-18T17:46:47.396" v="11936" actId="1076"/>
          <ac:spMkLst>
            <pc:docMk/>
            <pc:sldMk cId="1654854111" sldId="439"/>
            <ac:spMk id="24" creationId="{4CAF9934-C870-4752-83A6-B354A23D5B7E}"/>
          </ac:spMkLst>
        </pc:spChg>
        <pc:spChg chg="add mod">
          <ac:chgData name="Ivan Granja" userId="d0a12471-25a3-466a-a647-7cb796ed786c" providerId="ADAL" clId="{A9DAD972-E793-4934-B598-960E07B536E7}" dt="2020-09-18T17:46:59.310" v="11941" actId="1076"/>
          <ac:spMkLst>
            <pc:docMk/>
            <pc:sldMk cId="1654854111" sldId="439"/>
            <ac:spMk id="27" creationId="{7A345A59-D64A-44F2-A960-A4BC81F8EE90}"/>
          </ac:spMkLst>
        </pc:spChg>
        <pc:spChg chg="add mod topLvl">
          <ac:chgData name="Ivan Granja" userId="d0a12471-25a3-466a-a647-7cb796ed786c" providerId="ADAL" clId="{A9DAD972-E793-4934-B598-960E07B536E7}" dt="2020-09-18T17:46:43.776" v="11935" actId="21"/>
          <ac:spMkLst>
            <pc:docMk/>
            <pc:sldMk cId="1654854111" sldId="439"/>
            <ac:spMk id="29" creationId="{14336B6B-356D-4EE8-95E1-489EC411EDA5}"/>
          </ac:spMkLst>
        </pc:spChg>
        <pc:spChg chg="add del">
          <ac:chgData name="Ivan Granja" userId="d0a12471-25a3-466a-a647-7cb796ed786c" providerId="ADAL" clId="{A9DAD972-E793-4934-B598-960E07B536E7}" dt="2020-09-18T17:42:35.551" v="11856" actId="22"/>
          <ac:spMkLst>
            <pc:docMk/>
            <pc:sldMk cId="1654854111" sldId="439"/>
            <ac:spMk id="31" creationId="{DA2A86F5-759D-48C2-BEE3-6B1C4D7694A2}"/>
          </ac:spMkLst>
        </pc:spChg>
        <pc:spChg chg="add del">
          <ac:chgData name="Ivan Granja" userId="d0a12471-25a3-466a-a647-7cb796ed786c" providerId="ADAL" clId="{A9DAD972-E793-4934-B598-960E07B536E7}" dt="2020-09-18T17:46:22.093" v="11926" actId="22"/>
          <ac:spMkLst>
            <pc:docMk/>
            <pc:sldMk cId="1654854111" sldId="439"/>
            <ac:spMk id="37" creationId="{D5295213-850F-427E-A29C-E938A93853E3}"/>
          </ac:spMkLst>
        </pc:spChg>
        <pc:spChg chg="add mod">
          <ac:chgData name="Ivan Granja" userId="d0a12471-25a3-466a-a647-7cb796ed786c" providerId="ADAL" clId="{A9DAD972-E793-4934-B598-960E07B536E7}" dt="2020-09-18T17:47:56.273" v="11989" actId="14100"/>
          <ac:spMkLst>
            <pc:docMk/>
            <pc:sldMk cId="1654854111" sldId="439"/>
            <ac:spMk id="43" creationId="{BC9D1B8A-AB06-49FE-8C22-5729B61957CB}"/>
          </ac:spMkLst>
        </pc:spChg>
        <pc:spChg chg="add mod">
          <ac:chgData name="Ivan Granja" userId="d0a12471-25a3-466a-a647-7cb796ed786c" providerId="ADAL" clId="{A9DAD972-E793-4934-B598-960E07B536E7}" dt="2020-09-18T17:48:08.657" v="11992" actId="14100"/>
          <ac:spMkLst>
            <pc:docMk/>
            <pc:sldMk cId="1654854111" sldId="439"/>
            <ac:spMk id="45" creationId="{32F41359-AB79-48C6-B464-D1C06DD09AB5}"/>
          </ac:spMkLst>
        </pc:spChg>
        <pc:spChg chg="del">
          <ac:chgData name="Ivan Granja" userId="d0a12471-25a3-466a-a647-7cb796ed786c" providerId="ADAL" clId="{A9DAD972-E793-4934-B598-960E07B536E7}" dt="2020-09-18T17:36:41.958" v="11674" actId="478"/>
          <ac:spMkLst>
            <pc:docMk/>
            <pc:sldMk cId="1654854111" sldId="439"/>
            <ac:spMk id="32770" creationId="{F00C989A-57A9-47CF-A8D1-E69707FBE283}"/>
          </ac:spMkLst>
        </pc:spChg>
        <pc:grpChg chg="add mod">
          <ac:chgData name="Ivan Granja" userId="d0a12471-25a3-466a-a647-7cb796ed786c" providerId="ADAL" clId="{A9DAD972-E793-4934-B598-960E07B536E7}" dt="2020-09-18T17:37:18.366" v="11680" actId="164"/>
          <ac:grpSpMkLst>
            <pc:docMk/>
            <pc:sldMk cId="1654854111" sldId="439"/>
            <ac:grpSpMk id="26" creationId="{D953A1F4-2F45-4325-B951-FB1065821ED0}"/>
          </ac:grpSpMkLst>
        </pc:grpChg>
        <pc:grpChg chg="add del mod">
          <ac:chgData name="Ivan Granja" userId="d0a12471-25a3-466a-a647-7cb796ed786c" providerId="ADAL" clId="{A9DAD972-E793-4934-B598-960E07B536E7}" dt="2020-09-18T17:46:05.674" v="11919" actId="165"/>
          <ac:grpSpMkLst>
            <pc:docMk/>
            <pc:sldMk cId="1654854111" sldId="439"/>
            <ac:grpSpMk id="35" creationId="{57AFCBB1-8AFF-49ED-A609-6EB72E9A9008}"/>
          </ac:grpSpMkLst>
        </pc:grpChg>
        <pc:grpChg chg="add del mod">
          <ac:chgData name="Ivan Granja" userId="d0a12471-25a3-466a-a647-7cb796ed786c" providerId="ADAL" clId="{A9DAD972-E793-4934-B598-960E07B536E7}" dt="2020-09-18T17:46:43.776" v="11935" actId="21"/>
          <ac:grpSpMkLst>
            <pc:docMk/>
            <pc:sldMk cId="1654854111" sldId="439"/>
            <ac:grpSpMk id="36" creationId="{28AE2819-C58C-4695-929E-3404EDB89D03}"/>
          </ac:grpSpMkLst>
        </pc:grpChg>
        <pc:picChg chg="add del">
          <ac:chgData name="Ivan Granja" userId="d0a12471-25a3-466a-a647-7cb796ed786c" providerId="ADAL" clId="{A9DAD972-E793-4934-B598-960E07B536E7}" dt="2020-09-18T17:36:48.899" v="11677" actId="22"/>
          <ac:picMkLst>
            <pc:docMk/>
            <pc:sldMk cId="1654854111" sldId="439"/>
            <ac:picMk id="4" creationId="{9B1231E9-E4EC-46FB-B52D-2916BD542B70}"/>
          </ac:picMkLst>
        </pc:picChg>
        <pc:picChg chg="add del mod topLvl">
          <ac:chgData name="Ivan Granja" userId="d0a12471-25a3-466a-a647-7cb796ed786c" providerId="ADAL" clId="{A9DAD972-E793-4934-B598-960E07B536E7}" dt="2020-09-18T17:46:43.776" v="11935" actId="21"/>
          <ac:picMkLst>
            <pc:docMk/>
            <pc:sldMk cId="1654854111" sldId="439"/>
            <ac:picMk id="6" creationId="{CAB360DC-1E16-4607-965F-819CFAAE0DCF}"/>
          </ac:picMkLst>
        </pc:picChg>
        <pc:picChg chg="add mod">
          <ac:chgData name="Ivan Granja" userId="d0a12471-25a3-466a-a647-7cb796ed786c" providerId="ADAL" clId="{A9DAD972-E793-4934-B598-960E07B536E7}" dt="2020-09-18T17:47:15.849" v="11944" actId="14100"/>
          <ac:picMkLst>
            <pc:docMk/>
            <pc:sldMk cId="1654854111" sldId="439"/>
            <ac:picMk id="34" creationId="{87E6DE8A-E87A-4234-9E23-283DBD71B9AF}"/>
          </ac:picMkLst>
        </pc:picChg>
        <pc:picChg chg="add del mod">
          <ac:chgData name="Ivan Granja" userId="d0a12471-25a3-466a-a647-7cb796ed786c" providerId="ADAL" clId="{A9DAD972-E793-4934-B598-960E07B536E7}" dt="2020-09-18T17:46:56.959" v="11940" actId="21"/>
          <ac:picMkLst>
            <pc:docMk/>
            <pc:sldMk cId="1654854111" sldId="439"/>
            <ac:picMk id="39" creationId="{6AA1FE4F-C888-4D6A-85D5-C8F51172D719}"/>
          </ac:picMkLst>
        </pc:picChg>
        <pc:picChg chg="add mod">
          <ac:chgData name="Ivan Granja" userId="d0a12471-25a3-466a-a647-7cb796ed786c" providerId="ADAL" clId="{A9DAD972-E793-4934-B598-960E07B536E7}" dt="2020-09-18T17:47:45.591" v="11959" actId="167"/>
          <ac:picMkLst>
            <pc:docMk/>
            <pc:sldMk cId="1654854111" sldId="439"/>
            <ac:picMk id="41" creationId="{BB076C7F-D700-47C0-8087-B96200F3A386}"/>
          </ac:picMkLst>
        </pc:picChg>
      </pc:sldChg>
      <pc:sldChg chg="del">
        <pc:chgData name="Ivan Granja" userId="d0a12471-25a3-466a-a647-7cb796ed786c" providerId="ADAL" clId="{A9DAD972-E793-4934-B598-960E07B536E7}" dt="2020-09-18T18:45:36.765" v="14102" actId="2696"/>
        <pc:sldMkLst>
          <pc:docMk/>
          <pc:sldMk cId="0" sldId="440"/>
        </pc:sldMkLst>
      </pc:sldChg>
      <pc:sldChg chg="modSp del mod">
        <pc:chgData name="Ivan Granja" userId="d0a12471-25a3-466a-a647-7cb796ed786c" providerId="ADAL" clId="{A9DAD972-E793-4934-B598-960E07B536E7}" dt="2020-09-18T18:47:13.254" v="14159" actId="2696"/>
        <pc:sldMkLst>
          <pc:docMk/>
          <pc:sldMk cId="1544218867" sldId="441"/>
        </pc:sldMkLst>
        <pc:spChg chg="mod">
          <ac:chgData name="Ivan Granja" userId="d0a12471-25a3-466a-a647-7cb796ed786c" providerId="ADAL" clId="{A9DAD972-E793-4934-B598-960E07B536E7}" dt="2020-09-18T18:46:21.166" v="14129" actId="122"/>
          <ac:spMkLst>
            <pc:docMk/>
            <pc:sldMk cId="1544218867" sldId="441"/>
            <ac:spMk id="206850" creationId="{7E12B6C5-7C58-49B9-B610-375DD39C9DE0}"/>
          </ac:spMkLst>
        </pc:spChg>
        <pc:spChg chg="mod">
          <ac:chgData name="Ivan Granja" userId="d0a12471-25a3-466a-a647-7cb796ed786c" providerId="ADAL" clId="{A9DAD972-E793-4934-B598-960E07B536E7}" dt="2020-09-18T18:46:16.680" v="14128" actId="113"/>
          <ac:spMkLst>
            <pc:docMk/>
            <pc:sldMk cId="1544218867" sldId="441"/>
            <ac:spMk id="206855" creationId="{B76E506B-3D91-4A36-9699-04F4D6BBD667}"/>
          </ac:spMkLst>
        </pc:spChg>
        <pc:spChg chg="mod">
          <ac:chgData name="Ivan Granja" userId="d0a12471-25a3-466a-a647-7cb796ed786c" providerId="ADAL" clId="{A9DAD972-E793-4934-B598-960E07B536E7}" dt="2020-09-18T18:46:29.611" v="14130" actId="1076"/>
          <ac:spMkLst>
            <pc:docMk/>
            <pc:sldMk cId="1544218867" sldId="441"/>
            <ac:spMk id="206856" creationId="{3EB41C7F-0C43-4071-BD30-7C4DB4F783F1}"/>
          </ac:spMkLst>
        </pc:spChg>
        <pc:picChg chg="mod">
          <ac:chgData name="Ivan Granja" userId="d0a12471-25a3-466a-a647-7cb796ed786c" providerId="ADAL" clId="{A9DAD972-E793-4934-B598-960E07B536E7}" dt="2020-09-18T18:46:01.366" v="14104" actId="1076"/>
          <ac:picMkLst>
            <pc:docMk/>
            <pc:sldMk cId="1544218867" sldId="441"/>
            <ac:picMk id="206851" creationId="{1DAAED6B-2691-40A4-9CD9-70FD1A663D6E}"/>
          </ac:picMkLst>
        </pc:picChg>
      </pc:sldChg>
      <pc:sldChg chg="modSp mod">
        <pc:chgData name="Ivan Granja" userId="d0a12471-25a3-466a-a647-7cb796ed786c" providerId="ADAL" clId="{A9DAD972-E793-4934-B598-960E07B536E7}" dt="2020-09-18T19:23:24.566" v="14685" actId="20577"/>
        <pc:sldMkLst>
          <pc:docMk/>
          <pc:sldMk cId="0" sldId="442"/>
        </pc:sldMkLst>
        <pc:spChg chg="mod">
          <ac:chgData name="Ivan Granja" userId="d0a12471-25a3-466a-a647-7cb796ed786c" providerId="ADAL" clId="{A9DAD972-E793-4934-B598-960E07B536E7}" dt="2020-09-18T19:23:24.566" v="14685" actId="20577"/>
          <ac:spMkLst>
            <pc:docMk/>
            <pc:sldMk cId="0" sldId="442"/>
            <ac:spMk id="236546" creationId="{98E2CA7A-68FC-4E45-9966-BBB1DDDFAE74}"/>
          </ac:spMkLst>
        </pc:spChg>
        <pc:spChg chg="mod">
          <ac:chgData name="Ivan Granja" userId="d0a12471-25a3-466a-a647-7cb796ed786c" providerId="ADAL" clId="{A9DAD972-E793-4934-B598-960E07B536E7}" dt="2020-09-18T19:23:04.649" v="14680"/>
          <ac:spMkLst>
            <pc:docMk/>
            <pc:sldMk cId="0" sldId="442"/>
            <ac:spMk id="236547" creationId="{29E05A66-83C9-4024-8543-3A1564900343}"/>
          </ac:spMkLst>
        </pc:spChg>
      </pc:sldChg>
      <pc:sldChg chg="addSp delSp modSp add mod">
        <pc:chgData name="Ivan Granja" userId="d0a12471-25a3-466a-a647-7cb796ed786c" providerId="ADAL" clId="{A9DAD972-E793-4934-B598-960E07B536E7}" dt="2020-09-18T18:36:23.478" v="13864" actId="20577"/>
        <pc:sldMkLst>
          <pc:docMk/>
          <pc:sldMk cId="3277443781" sldId="443"/>
        </pc:sldMkLst>
        <pc:spChg chg="add del mod">
          <ac:chgData name="Ivan Granja" userId="d0a12471-25a3-466a-a647-7cb796ed786c" providerId="ADAL" clId="{A9DAD972-E793-4934-B598-960E07B536E7}" dt="2020-09-18T18:26:40.895" v="13418" actId="478"/>
          <ac:spMkLst>
            <pc:docMk/>
            <pc:sldMk cId="3277443781" sldId="443"/>
            <ac:spMk id="2" creationId="{86B0B9D1-4BF6-4D45-B537-A792AD5EFBF2}"/>
          </ac:spMkLst>
        </pc:spChg>
        <pc:spChg chg="add mod">
          <ac:chgData name="Ivan Granja" userId="d0a12471-25a3-466a-a647-7cb796ed786c" providerId="ADAL" clId="{A9DAD972-E793-4934-B598-960E07B536E7}" dt="2020-09-18T18:36:23.478" v="13864" actId="20577"/>
          <ac:spMkLst>
            <pc:docMk/>
            <pc:sldMk cId="3277443781" sldId="443"/>
            <ac:spMk id="4" creationId="{14E7CD2F-9383-47B1-8535-8A4BFA7CAB76}"/>
          </ac:spMkLst>
        </pc:spChg>
        <pc:spChg chg="add del">
          <ac:chgData name="Ivan Granja" userId="d0a12471-25a3-466a-a647-7cb796ed786c" providerId="ADAL" clId="{A9DAD972-E793-4934-B598-960E07B536E7}" dt="2020-09-18T18:27:09.379" v="13420" actId="22"/>
          <ac:spMkLst>
            <pc:docMk/>
            <pc:sldMk cId="3277443781" sldId="443"/>
            <ac:spMk id="6" creationId="{E7529EE7-83C4-45D2-B939-AD78F5B8EFB6}"/>
          </ac:spMkLst>
        </pc:spChg>
        <pc:spChg chg="add mod">
          <ac:chgData name="Ivan Granja" userId="d0a12471-25a3-466a-a647-7cb796ed786c" providerId="ADAL" clId="{A9DAD972-E793-4934-B598-960E07B536E7}" dt="2020-09-18T18:31:58.390" v="13689" actId="1076"/>
          <ac:spMkLst>
            <pc:docMk/>
            <pc:sldMk cId="3277443781" sldId="443"/>
            <ac:spMk id="9" creationId="{DF140EE3-5C95-4318-B8E2-5109A56464CD}"/>
          </ac:spMkLst>
        </pc:spChg>
        <pc:spChg chg="add mod">
          <ac:chgData name="Ivan Granja" userId="d0a12471-25a3-466a-a647-7cb796ed786c" providerId="ADAL" clId="{A9DAD972-E793-4934-B598-960E07B536E7}" dt="2020-09-18T18:34:29.163" v="13833" actId="1036"/>
          <ac:spMkLst>
            <pc:docMk/>
            <pc:sldMk cId="3277443781" sldId="443"/>
            <ac:spMk id="13" creationId="{866DBA24-6B6C-4F90-BEC2-7C686F09FA53}"/>
          </ac:spMkLst>
        </pc:spChg>
        <pc:spChg chg="add mod">
          <ac:chgData name="Ivan Granja" userId="d0a12471-25a3-466a-a647-7cb796ed786c" providerId="ADAL" clId="{A9DAD972-E793-4934-B598-960E07B536E7}" dt="2020-09-18T18:34:29.163" v="13833" actId="1036"/>
          <ac:spMkLst>
            <pc:docMk/>
            <pc:sldMk cId="3277443781" sldId="443"/>
            <ac:spMk id="14" creationId="{57B977C9-F746-475B-94C2-C1140B6354B2}"/>
          </ac:spMkLst>
        </pc:spChg>
        <pc:spChg chg="del">
          <ac:chgData name="Ivan Granja" userId="d0a12471-25a3-466a-a647-7cb796ed786c" providerId="ADAL" clId="{A9DAD972-E793-4934-B598-960E07B536E7}" dt="2020-09-18T18:26:38.511" v="13417" actId="478"/>
          <ac:spMkLst>
            <pc:docMk/>
            <pc:sldMk cId="3277443781" sldId="443"/>
            <ac:spMk id="224259" creationId="{8CEE06B4-0782-45E2-B8BA-C8BE893210D5}"/>
          </ac:spMkLst>
        </pc:spChg>
        <pc:picChg chg="add mod ord">
          <ac:chgData name="Ivan Granja" userId="d0a12471-25a3-466a-a647-7cb796ed786c" providerId="ADAL" clId="{A9DAD972-E793-4934-B598-960E07B536E7}" dt="2020-09-18T18:34:57.155" v="13844" actId="14100"/>
          <ac:picMkLst>
            <pc:docMk/>
            <pc:sldMk cId="3277443781" sldId="443"/>
            <ac:picMk id="8" creationId="{CF302238-B202-4A9C-BD7A-E858146B7F1F}"/>
          </ac:picMkLst>
        </pc:picChg>
        <pc:picChg chg="add mod">
          <ac:chgData name="Ivan Granja" userId="d0a12471-25a3-466a-a647-7cb796ed786c" providerId="ADAL" clId="{A9DAD972-E793-4934-B598-960E07B536E7}" dt="2020-09-18T18:34:29.163" v="13833" actId="1036"/>
          <ac:picMkLst>
            <pc:docMk/>
            <pc:sldMk cId="3277443781" sldId="443"/>
            <ac:picMk id="12" creationId="{524CA936-A880-45D0-B230-DCB5298E0924}"/>
          </ac:picMkLst>
        </pc:picChg>
        <pc:picChg chg="add mod">
          <ac:chgData name="Ivan Granja" userId="d0a12471-25a3-466a-a647-7cb796ed786c" providerId="ADAL" clId="{A9DAD972-E793-4934-B598-960E07B536E7}" dt="2020-09-18T18:34:29.163" v="13833" actId="1036"/>
          <ac:picMkLst>
            <pc:docMk/>
            <pc:sldMk cId="3277443781" sldId="443"/>
            <ac:picMk id="18" creationId="{EB5FC01B-05BE-4DFB-9B8B-F893FE4608D8}"/>
          </ac:picMkLst>
        </pc:picChg>
      </pc:sldChg>
      <pc:sldChg chg="addSp delSp modSp new mod">
        <pc:chgData name="Ivan Granja" userId="d0a12471-25a3-466a-a647-7cb796ed786c" providerId="ADAL" clId="{A9DAD972-E793-4934-B598-960E07B536E7}" dt="2020-09-21T23:27:45.628" v="21526" actId="1037"/>
        <pc:sldMkLst>
          <pc:docMk/>
          <pc:sldMk cId="3657656022" sldId="444"/>
        </pc:sldMkLst>
        <pc:spChg chg="mod">
          <ac:chgData name="Ivan Granja" userId="d0a12471-25a3-466a-a647-7cb796ed786c" providerId="ADAL" clId="{A9DAD972-E793-4934-B598-960E07B536E7}" dt="2020-09-18T19:21:20.914" v="14676" actId="20577"/>
          <ac:spMkLst>
            <pc:docMk/>
            <pc:sldMk cId="3657656022" sldId="444"/>
            <ac:spMk id="2" creationId="{9F210E26-0A1F-4FD4-99DE-FA6FFFF5DC47}"/>
          </ac:spMkLst>
        </pc:spChg>
        <pc:spChg chg="mod">
          <ac:chgData name="Ivan Granja" userId="d0a12471-25a3-466a-a647-7cb796ed786c" providerId="ADAL" clId="{A9DAD972-E793-4934-B598-960E07B536E7}" dt="2020-09-18T18:48:01.697" v="14162"/>
          <ac:spMkLst>
            <pc:docMk/>
            <pc:sldMk cId="3657656022" sldId="444"/>
            <ac:spMk id="4" creationId="{E6CFA504-F114-4337-BFF2-DE5E0EBF2875}"/>
          </ac:spMkLst>
        </pc:spChg>
        <pc:picChg chg="add del">
          <ac:chgData name="Ivan Granja" userId="d0a12471-25a3-466a-a647-7cb796ed786c" providerId="ADAL" clId="{A9DAD972-E793-4934-B598-960E07B536E7}" dt="2020-09-18T19:17:16.075" v="14367" actId="478"/>
          <ac:picMkLst>
            <pc:docMk/>
            <pc:sldMk cId="3657656022" sldId="444"/>
            <ac:picMk id="6" creationId="{BA05E873-AAC1-43A8-AA61-6BF4E91B5F54}"/>
          </ac:picMkLst>
        </pc:picChg>
        <pc:picChg chg="add mod">
          <ac:chgData name="Ivan Granja" userId="d0a12471-25a3-466a-a647-7cb796ed786c" providerId="ADAL" clId="{A9DAD972-E793-4934-B598-960E07B536E7}" dt="2020-09-18T19:21:26.776" v="14677" actId="1076"/>
          <ac:picMkLst>
            <pc:docMk/>
            <pc:sldMk cId="3657656022" sldId="444"/>
            <ac:picMk id="8" creationId="{A90E2772-C7EE-4D4F-B4B6-680D51FEC6C2}"/>
          </ac:picMkLst>
        </pc:picChg>
        <pc:cxnChg chg="add mod">
          <ac:chgData name="Ivan Granja" userId="d0a12471-25a3-466a-a647-7cb796ed786c" providerId="ADAL" clId="{A9DAD972-E793-4934-B598-960E07B536E7}" dt="2020-09-21T23:26:44.929" v="21518" actId="692"/>
          <ac:cxnSpMkLst>
            <pc:docMk/>
            <pc:sldMk cId="3657656022" sldId="444"/>
            <ac:cxnSpMk id="6" creationId="{03E32B9E-4E86-4777-834C-99F04E2988FC}"/>
          </ac:cxnSpMkLst>
        </pc:cxnChg>
        <pc:cxnChg chg="add mod">
          <ac:chgData name="Ivan Granja" userId="d0a12471-25a3-466a-a647-7cb796ed786c" providerId="ADAL" clId="{A9DAD972-E793-4934-B598-960E07B536E7}" dt="2020-09-21T23:26:56.269" v="21521" actId="14100"/>
          <ac:cxnSpMkLst>
            <pc:docMk/>
            <pc:sldMk cId="3657656022" sldId="444"/>
            <ac:cxnSpMk id="9" creationId="{C930321E-A41C-42E3-B02A-1684CEF10060}"/>
          </ac:cxnSpMkLst>
        </pc:cxnChg>
        <pc:cxnChg chg="add mod">
          <ac:chgData name="Ivan Granja" userId="d0a12471-25a3-466a-a647-7cb796ed786c" providerId="ADAL" clId="{A9DAD972-E793-4934-B598-960E07B536E7}" dt="2020-09-21T23:27:45.628" v="21526" actId="1037"/>
          <ac:cxnSpMkLst>
            <pc:docMk/>
            <pc:sldMk cId="3657656022" sldId="444"/>
            <ac:cxnSpMk id="10" creationId="{884CA478-418E-49EE-ADD8-1F4B6F609F3F}"/>
          </ac:cxnSpMkLst>
        </pc:cxnChg>
      </pc:sldChg>
      <pc:sldChg chg="new del">
        <pc:chgData name="Ivan Granja" userId="d0a12471-25a3-466a-a647-7cb796ed786c" providerId="ADAL" clId="{A9DAD972-E793-4934-B598-960E07B536E7}" dt="2020-09-21T18:27:58.306" v="15651" actId="47"/>
        <pc:sldMkLst>
          <pc:docMk/>
          <pc:sldMk cId="2960953732" sldId="445"/>
        </pc:sldMkLst>
      </pc:sldChg>
      <pc:sldChg chg="addSp delSp modSp add mod">
        <pc:chgData name="Ivan Granja" userId="d0a12471-25a3-466a-a647-7cb796ed786c" providerId="ADAL" clId="{A9DAD972-E793-4934-B598-960E07B536E7}" dt="2020-09-21T19:06:19.595" v="16218" actId="14100"/>
        <pc:sldMkLst>
          <pc:docMk/>
          <pc:sldMk cId="0" sldId="446"/>
        </pc:sldMkLst>
        <pc:spChg chg="add del mod">
          <ac:chgData name="Ivan Granja" userId="d0a12471-25a3-466a-a647-7cb796ed786c" providerId="ADAL" clId="{A9DAD972-E793-4934-B598-960E07B536E7}" dt="2020-09-21T19:00:53.449" v="16133" actId="478"/>
          <ac:spMkLst>
            <pc:docMk/>
            <pc:sldMk cId="0" sldId="446"/>
            <ac:spMk id="3" creationId="{02995E59-848C-49CD-A0A6-4C8CC41E1F51}"/>
          </ac:spMkLst>
        </pc:spChg>
        <pc:spChg chg="mod">
          <ac:chgData name="Ivan Granja" userId="d0a12471-25a3-466a-a647-7cb796ed786c" providerId="ADAL" clId="{A9DAD972-E793-4934-B598-960E07B536E7}" dt="2020-09-21T19:06:19.595" v="16218" actId="14100"/>
          <ac:spMkLst>
            <pc:docMk/>
            <pc:sldMk cId="0" sldId="446"/>
            <ac:spMk id="253954" creationId="{34054D89-CE53-4662-A230-71B3ED0F91CE}"/>
          </ac:spMkLst>
        </pc:spChg>
        <pc:graphicFrameChg chg="del mod">
          <ac:chgData name="Ivan Granja" userId="d0a12471-25a3-466a-a647-7cb796ed786c" providerId="ADAL" clId="{A9DAD972-E793-4934-B598-960E07B536E7}" dt="2020-09-21T18:31:46.379" v="16125" actId="478"/>
          <ac:graphicFrameMkLst>
            <pc:docMk/>
            <pc:sldMk cId="0" sldId="446"/>
            <ac:graphicFrameMk id="253955" creationId="{785ADCE5-217C-4014-93A2-FD34B0433BAF}"/>
          </ac:graphicFrameMkLst>
        </pc:graphicFrameChg>
        <pc:picChg chg="add del">
          <ac:chgData name="Ivan Granja" userId="d0a12471-25a3-466a-a647-7cb796ed786c" providerId="ADAL" clId="{A9DAD972-E793-4934-B598-960E07B536E7}" dt="2020-09-21T18:35:10.032" v="16132" actId="22"/>
          <ac:picMkLst>
            <pc:docMk/>
            <pc:sldMk cId="0" sldId="446"/>
            <ac:picMk id="5" creationId="{D68417A6-F421-4145-A0EA-57385F3E6AF6}"/>
          </ac:picMkLst>
        </pc:picChg>
        <pc:picChg chg="add mod">
          <ac:chgData name="Ivan Granja" userId="d0a12471-25a3-466a-a647-7cb796ed786c" providerId="ADAL" clId="{A9DAD972-E793-4934-B598-960E07B536E7}" dt="2020-09-21T19:05:30.615" v="16167" actId="1076"/>
          <ac:picMkLst>
            <pc:docMk/>
            <pc:sldMk cId="0" sldId="446"/>
            <ac:picMk id="7" creationId="{E5040E15-B417-49EA-A021-766F13E77274}"/>
          </ac:picMkLst>
        </pc:picChg>
        <pc:picChg chg="add mod">
          <ac:chgData name="Ivan Granja" userId="d0a12471-25a3-466a-a647-7cb796ed786c" providerId="ADAL" clId="{A9DAD972-E793-4934-B598-960E07B536E7}" dt="2020-09-21T19:05:32.874" v="16168" actId="14100"/>
          <ac:picMkLst>
            <pc:docMk/>
            <pc:sldMk cId="0" sldId="446"/>
            <ac:picMk id="8" creationId="{831F667B-33A9-435E-8519-257DFA5F45FF}"/>
          </ac:picMkLst>
        </pc:picChg>
      </pc:sldChg>
      <pc:sldChg chg="addSp delSp modSp add mod">
        <pc:chgData name="Ivan Granja" userId="d0a12471-25a3-466a-a647-7cb796ed786c" providerId="ADAL" clId="{A9DAD972-E793-4934-B598-960E07B536E7}" dt="2020-09-21T19:31:25.312" v="16449" actId="20577"/>
        <pc:sldMkLst>
          <pc:docMk/>
          <pc:sldMk cId="0" sldId="447"/>
        </pc:sldMkLst>
        <pc:spChg chg="mod">
          <ac:chgData name="Ivan Granja" userId="d0a12471-25a3-466a-a647-7cb796ed786c" providerId="ADAL" clId="{A9DAD972-E793-4934-B598-960E07B536E7}" dt="2020-09-21T19:31:25.312" v="16449" actId="20577"/>
          <ac:spMkLst>
            <pc:docMk/>
            <pc:sldMk cId="0" sldId="447"/>
            <ac:spMk id="254979" creationId="{F511CFD7-05B8-4C54-89E7-FB859EE2F5BD}"/>
          </ac:spMkLst>
        </pc:spChg>
        <pc:picChg chg="add del mod">
          <ac:chgData name="Ivan Granja" userId="d0a12471-25a3-466a-a647-7cb796ed786c" providerId="ADAL" clId="{A9DAD972-E793-4934-B598-960E07B536E7}" dt="2020-09-21T19:31:18.200" v="16446" actId="478"/>
          <ac:picMkLst>
            <pc:docMk/>
            <pc:sldMk cId="0" sldId="447"/>
            <ac:picMk id="3" creationId="{EB271699-8DC1-4D05-8F41-6DF5BA4DBB78}"/>
          </ac:picMkLst>
        </pc:picChg>
      </pc:sldChg>
      <pc:sldChg chg="modSp add mod">
        <pc:chgData name="Ivan Granja" userId="d0a12471-25a3-466a-a647-7cb796ed786c" providerId="ADAL" clId="{A9DAD972-E793-4934-B598-960E07B536E7}" dt="2020-09-21T22:04:55.372" v="19040" actId="20577"/>
        <pc:sldMkLst>
          <pc:docMk/>
          <pc:sldMk cId="0" sldId="448"/>
        </pc:sldMkLst>
        <pc:spChg chg="mod">
          <ac:chgData name="Ivan Granja" userId="d0a12471-25a3-466a-a647-7cb796ed786c" providerId="ADAL" clId="{A9DAD972-E793-4934-B598-960E07B536E7}" dt="2020-09-21T22:04:55.372" v="19040" actId="20577"/>
          <ac:spMkLst>
            <pc:docMk/>
            <pc:sldMk cId="0" sldId="448"/>
            <ac:spMk id="258050" creationId="{62CF96DA-614D-4BFA-8D0A-2E27C0B6BC6C}"/>
          </ac:spMkLst>
        </pc:spChg>
        <pc:spChg chg="mod">
          <ac:chgData name="Ivan Granja" userId="d0a12471-25a3-466a-a647-7cb796ed786c" providerId="ADAL" clId="{A9DAD972-E793-4934-B598-960E07B536E7}" dt="2020-09-21T20:04:06.305" v="18876" actId="20577"/>
          <ac:spMkLst>
            <pc:docMk/>
            <pc:sldMk cId="0" sldId="448"/>
            <ac:spMk id="258051" creationId="{BF9324AD-9B05-4CAF-A0D9-A21AFA163DBB}"/>
          </ac:spMkLst>
        </pc:spChg>
      </pc:sldChg>
      <pc:sldChg chg="addSp delSp modSp add mod">
        <pc:chgData name="Ivan Granja" userId="d0a12471-25a3-466a-a647-7cb796ed786c" providerId="ADAL" clId="{A9DAD972-E793-4934-B598-960E07B536E7}" dt="2020-09-21T22:11:56.513" v="19379" actId="313"/>
        <pc:sldMkLst>
          <pc:docMk/>
          <pc:sldMk cId="0" sldId="449"/>
        </pc:sldMkLst>
        <pc:spChg chg="add mod">
          <ac:chgData name="Ivan Granja" userId="d0a12471-25a3-466a-a647-7cb796ed786c" providerId="ADAL" clId="{A9DAD972-E793-4934-B598-960E07B536E7}" dt="2020-09-21T22:08:48.804" v="19118"/>
          <ac:spMkLst>
            <pc:docMk/>
            <pc:sldMk cId="0" sldId="449"/>
            <ac:spMk id="2" creationId="{6E6822D0-3915-4540-BB3A-2E1C4ECE5564}"/>
          </ac:spMkLst>
        </pc:spChg>
        <pc:spChg chg="del">
          <ac:chgData name="Ivan Granja" userId="d0a12471-25a3-466a-a647-7cb796ed786c" providerId="ADAL" clId="{A9DAD972-E793-4934-B598-960E07B536E7}" dt="2020-09-21T22:08:47.033" v="19117" actId="478"/>
          <ac:spMkLst>
            <pc:docMk/>
            <pc:sldMk cId="0" sldId="449"/>
            <ac:spMk id="260098" creationId="{2F2A81A4-E0DB-4096-B0C0-1D959B108963}"/>
          </ac:spMkLst>
        </pc:spChg>
        <pc:spChg chg="mod">
          <ac:chgData name="Ivan Granja" userId="d0a12471-25a3-466a-a647-7cb796ed786c" providerId="ADAL" clId="{A9DAD972-E793-4934-B598-960E07B536E7}" dt="2020-09-21T22:11:56.513" v="19379" actId="313"/>
          <ac:spMkLst>
            <pc:docMk/>
            <pc:sldMk cId="0" sldId="449"/>
            <ac:spMk id="260099" creationId="{32CAF7E5-784C-405F-A1A7-AAD88AB58E82}"/>
          </ac:spMkLst>
        </pc:spChg>
      </pc:sldChg>
      <pc:sldChg chg="modSp add del mod">
        <pc:chgData name="Ivan Granja" userId="d0a12471-25a3-466a-a647-7cb796ed786c" providerId="ADAL" clId="{A9DAD972-E793-4934-B598-960E07B536E7}" dt="2020-09-21T22:16:11.647" v="19851" actId="2696"/>
        <pc:sldMkLst>
          <pc:docMk/>
          <pc:sldMk cId="0" sldId="450"/>
        </pc:sldMkLst>
        <pc:spChg chg="mod">
          <ac:chgData name="Ivan Granja" userId="d0a12471-25a3-466a-a647-7cb796ed786c" providerId="ADAL" clId="{A9DAD972-E793-4934-B598-960E07B536E7}" dt="2020-09-21T22:12:11.891" v="19381" actId="21"/>
          <ac:spMkLst>
            <pc:docMk/>
            <pc:sldMk cId="0" sldId="450"/>
            <ac:spMk id="261123" creationId="{E768C48F-3379-4DE8-A539-CFEA69EAEB08}"/>
          </ac:spMkLst>
        </pc:spChg>
      </pc:sldChg>
      <pc:sldChg chg="addSp modSp add mod">
        <pc:chgData name="Ivan Granja" userId="d0a12471-25a3-466a-a647-7cb796ed786c" providerId="ADAL" clId="{A9DAD972-E793-4934-B598-960E07B536E7}" dt="2020-09-21T23:00:51.383" v="20619" actId="313"/>
        <pc:sldMkLst>
          <pc:docMk/>
          <pc:sldMk cId="0" sldId="451"/>
        </pc:sldMkLst>
        <pc:spChg chg="mod">
          <ac:chgData name="Ivan Granja" userId="d0a12471-25a3-466a-a647-7cb796ed786c" providerId="ADAL" clId="{A9DAD972-E793-4934-B598-960E07B536E7}" dt="2020-09-21T22:59:38.323" v="20584" actId="1076"/>
          <ac:spMkLst>
            <pc:docMk/>
            <pc:sldMk cId="0" sldId="451"/>
            <ac:spMk id="262146" creationId="{14546721-2BB3-4ED1-B934-EDAE450AB6C3}"/>
          </ac:spMkLst>
        </pc:spChg>
        <pc:spChg chg="mod">
          <ac:chgData name="Ivan Granja" userId="d0a12471-25a3-466a-a647-7cb796ed786c" providerId="ADAL" clId="{A9DAD972-E793-4934-B598-960E07B536E7}" dt="2020-09-21T23:00:51.383" v="20619" actId="313"/>
          <ac:spMkLst>
            <pc:docMk/>
            <pc:sldMk cId="0" sldId="451"/>
            <ac:spMk id="262147" creationId="{EEA7F019-FBB0-4435-82AA-0A66222549FC}"/>
          </ac:spMkLst>
        </pc:spChg>
        <pc:picChg chg="add mod">
          <ac:chgData name="Ivan Granja" userId="d0a12471-25a3-466a-a647-7cb796ed786c" providerId="ADAL" clId="{A9DAD972-E793-4934-B598-960E07B536E7}" dt="2020-09-21T22:55:44.997" v="20423" actId="14100"/>
          <ac:picMkLst>
            <pc:docMk/>
            <pc:sldMk cId="0" sldId="451"/>
            <ac:picMk id="3" creationId="{D8AC0C93-B5B4-4D0D-8D28-A50C36B85ECA}"/>
          </ac:picMkLst>
        </pc:picChg>
      </pc:sldChg>
      <pc:sldChg chg="modSp add mod">
        <pc:chgData name="Ivan Granja" userId="d0a12471-25a3-466a-a647-7cb796ed786c" providerId="ADAL" clId="{A9DAD972-E793-4934-B598-960E07B536E7}" dt="2020-09-21T23:11:11.289" v="21516" actId="313"/>
        <pc:sldMkLst>
          <pc:docMk/>
          <pc:sldMk cId="0" sldId="452"/>
        </pc:sldMkLst>
        <pc:spChg chg="mod">
          <ac:chgData name="Ivan Granja" userId="d0a12471-25a3-466a-a647-7cb796ed786c" providerId="ADAL" clId="{A9DAD972-E793-4934-B598-960E07B536E7}" dt="2020-09-21T23:11:11.289" v="21516" actId="313"/>
          <ac:spMkLst>
            <pc:docMk/>
            <pc:sldMk cId="0" sldId="452"/>
            <ac:spMk id="263171" creationId="{DB3B95E7-C5E3-4DEC-A0F4-CCEBF9C2C908}"/>
          </ac:spMkLst>
        </pc:spChg>
      </pc:sldChg>
      <pc:sldChg chg="addSp modSp add mod">
        <pc:chgData name="Ivan Granja" userId="d0a12471-25a3-466a-a647-7cb796ed786c" providerId="ADAL" clId="{A9DAD972-E793-4934-B598-960E07B536E7}" dt="2020-09-21T19:39:31.793" v="17028" actId="20577"/>
        <pc:sldMkLst>
          <pc:docMk/>
          <pc:sldMk cId="1166300720" sldId="453"/>
        </pc:sldMkLst>
        <pc:spChg chg="add mod">
          <ac:chgData name="Ivan Granja" userId="d0a12471-25a3-466a-a647-7cb796ed786c" providerId="ADAL" clId="{A9DAD972-E793-4934-B598-960E07B536E7}" dt="2020-09-21T19:38:28.635" v="16936" actId="1076"/>
          <ac:spMkLst>
            <pc:docMk/>
            <pc:sldMk cId="1166300720" sldId="453"/>
            <ac:spMk id="2" creationId="{1255EA7A-87A4-47B9-88D8-646019695C3F}"/>
          </ac:spMkLst>
        </pc:spChg>
        <pc:spChg chg="add mod">
          <ac:chgData name="Ivan Granja" userId="d0a12471-25a3-466a-a647-7cb796ed786c" providerId="ADAL" clId="{A9DAD972-E793-4934-B598-960E07B536E7}" dt="2020-09-21T19:38:33.314" v="16938" actId="14100"/>
          <ac:spMkLst>
            <pc:docMk/>
            <pc:sldMk cId="1166300720" sldId="453"/>
            <ac:spMk id="4" creationId="{F866BA7B-5F4E-457E-B6A8-45040FBC3088}"/>
          </ac:spMkLst>
        </pc:spChg>
        <pc:spChg chg="add mod">
          <ac:chgData name="Ivan Granja" userId="d0a12471-25a3-466a-a647-7cb796ed786c" providerId="ADAL" clId="{A9DAD972-E793-4934-B598-960E07B536E7}" dt="2020-09-21T19:38:45.676" v="16944" actId="1038"/>
          <ac:spMkLst>
            <pc:docMk/>
            <pc:sldMk cId="1166300720" sldId="453"/>
            <ac:spMk id="5" creationId="{C417172B-A3CA-4074-8869-15F469667EF7}"/>
          </ac:spMkLst>
        </pc:spChg>
        <pc:spChg chg="add mod">
          <ac:chgData name="Ivan Granja" userId="d0a12471-25a3-466a-a647-7cb796ed786c" providerId="ADAL" clId="{A9DAD972-E793-4934-B598-960E07B536E7}" dt="2020-09-21T19:38:56.403" v="16948" actId="1076"/>
          <ac:spMkLst>
            <pc:docMk/>
            <pc:sldMk cId="1166300720" sldId="453"/>
            <ac:spMk id="7" creationId="{F09F46B2-E680-4A66-8D98-D60061E79403}"/>
          </ac:spMkLst>
        </pc:spChg>
        <pc:spChg chg="add mod">
          <ac:chgData name="Ivan Granja" userId="d0a12471-25a3-466a-a647-7cb796ed786c" providerId="ADAL" clId="{A9DAD972-E793-4934-B598-960E07B536E7}" dt="2020-09-21T19:39:01.469" v="16950" actId="1076"/>
          <ac:spMkLst>
            <pc:docMk/>
            <pc:sldMk cId="1166300720" sldId="453"/>
            <ac:spMk id="9" creationId="{655FDF13-3F1D-4CA1-9646-B558C1FDE5C7}"/>
          </ac:spMkLst>
        </pc:spChg>
        <pc:spChg chg="mod">
          <ac:chgData name="Ivan Granja" userId="d0a12471-25a3-466a-a647-7cb796ed786c" providerId="ADAL" clId="{A9DAD972-E793-4934-B598-960E07B536E7}" dt="2020-09-21T19:30:51.202" v="16381" actId="20577"/>
          <ac:spMkLst>
            <pc:docMk/>
            <pc:sldMk cId="1166300720" sldId="453"/>
            <ac:spMk id="254978" creationId="{0FF721CC-50D7-4755-9EDD-68D1829AEFCB}"/>
          </ac:spMkLst>
        </pc:spChg>
        <pc:spChg chg="mod">
          <ac:chgData name="Ivan Granja" userId="d0a12471-25a3-466a-a647-7cb796ed786c" providerId="ADAL" clId="{A9DAD972-E793-4934-B598-960E07B536E7}" dt="2020-09-21T19:39:31.793" v="17028" actId="20577"/>
          <ac:spMkLst>
            <pc:docMk/>
            <pc:sldMk cId="1166300720" sldId="453"/>
            <ac:spMk id="254979" creationId="{F511CFD7-05B8-4C54-89E7-FB859EE2F5BD}"/>
          </ac:spMkLst>
        </pc:spChg>
        <pc:picChg chg="mod">
          <ac:chgData name="Ivan Granja" userId="d0a12471-25a3-466a-a647-7cb796ed786c" providerId="ADAL" clId="{A9DAD972-E793-4934-B598-960E07B536E7}" dt="2020-09-21T19:38:53.018" v="16947" actId="1076"/>
          <ac:picMkLst>
            <pc:docMk/>
            <pc:sldMk cId="1166300720" sldId="453"/>
            <ac:picMk id="3" creationId="{EB271699-8DC1-4D05-8F41-6DF5BA4DBB78}"/>
          </ac:picMkLst>
        </pc:picChg>
      </pc:sldChg>
      <pc:sldChg chg="modSp add mod">
        <pc:chgData name="Ivan Granja" userId="d0a12471-25a3-466a-a647-7cb796ed786c" providerId="ADAL" clId="{A9DAD972-E793-4934-B598-960E07B536E7}" dt="2020-09-27T22:38:02.769" v="23365" actId="20577"/>
        <pc:sldMkLst>
          <pc:docMk/>
          <pc:sldMk cId="1238984295" sldId="454"/>
        </pc:sldMkLst>
        <pc:spChg chg="mod">
          <ac:chgData name="Ivan Granja" userId="d0a12471-25a3-466a-a647-7cb796ed786c" providerId="ADAL" clId="{A9DAD972-E793-4934-B598-960E07B536E7}" dt="2020-09-27T22:38:02.769" v="23365" actId="20577"/>
          <ac:spMkLst>
            <pc:docMk/>
            <pc:sldMk cId="1238984295" sldId="454"/>
            <ac:spMk id="256003" creationId="{18CD41B9-424C-42F7-AA22-25A1F20FAA95}"/>
          </ac:spMkLst>
        </pc:spChg>
      </pc:sldChg>
      <pc:sldChg chg="new del">
        <pc:chgData name="Ivan Granja" userId="d0a12471-25a3-466a-a647-7cb796ed786c" providerId="ADAL" clId="{A9DAD972-E793-4934-B598-960E07B536E7}" dt="2020-09-21T22:04:45.932" v="19035" actId="47"/>
        <pc:sldMkLst>
          <pc:docMk/>
          <pc:sldMk cId="2509475883" sldId="455"/>
        </pc:sldMkLst>
      </pc:sldChg>
      <pc:sldChg chg="modSp add mod">
        <pc:chgData name="Ivan Granja" userId="d0a12471-25a3-466a-a647-7cb796ed786c" providerId="ADAL" clId="{A9DAD972-E793-4934-B598-960E07B536E7}" dt="2020-09-21T22:57:41.039" v="20507" actId="313"/>
        <pc:sldMkLst>
          <pc:docMk/>
          <pc:sldMk cId="2895910560" sldId="455"/>
        </pc:sldMkLst>
        <pc:spChg chg="mod">
          <ac:chgData name="Ivan Granja" userId="d0a12471-25a3-466a-a647-7cb796ed786c" providerId="ADAL" clId="{A9DAD972-E793-4934-B598-960E07B536E7}" dt="2020-09-21T22:57:41.039" v="20507" actId="313"/>
          <ac:spMkLst>
            <pc:docMk/>
            <pc:sldMk cId="2895910560" sldId="455"/>
            <ac:spMk id="260099" creationId="{32CAF7E5-784C-405F-A1A7-AAD88AB58E82}"/>
          </ac:spMkLst>
        </pc:spChg>
      </pc:sldChg>
      <pc:sldChg chg="addSp delSp modSp mod">
        <pc:chgData name="Ivan Granja" userId="d0a12471-25a3-466a-a647-7cb796ed786c" providerId="ADAL" clId="{A9DAD972-E793-4934-B598-960E07B536E7}" dt="2020-09-22T00:06:47.009" v="23307" actId="478"/>
        <pc:sldMkLst>
          <pc:docMk/>
          <pc:sldMk cId="0" sldId="456"/>
        </pc:sldMkLst>
        <pc:spChg chg="add mod">
          <ac:chgData name="Ivan Granja" userId="d0a12471-25a3-466a-a647-7cb796ed786c" providerId="ADAL" clId="{A9DAD972-E793-4934-B598-960E07B536E7}" dt="2020-09-21T23:46:51.038" v="21903" actId="20577"/>
          <ac:spMkLst>
            <pc:docMk/>
            <pc:sldMk cId="0" sldId="456"/>
            <ac:spMk id="2" creationId="{D02EB059-8D99-41C1-8C23-59B761F6B6C3}"/>
          </ac:spMkLst>
        </pc:spChg>
        <pc:spChg chg="add del mod">
          <ac:chgData name="Ivan Granja" userId="d0a12471-25a3-466a-a647-7cb796ed786c" providerId="ADAL" clId="{A9DAD972-E793-4934-B598-960E07B536E7}" dt="2020-09-22T00:03:08.525" v="23246" actId="478"/>
          <ac:spMkLst>
            <pc:docMk/>
            <pc:sldMk cId="0" sldId="456"/>
            <ac:spMk id="4" creationId="{00153B51-7048-4181-9FA0-AEFC094E41D6}"/>
          </ac:spMkLst>
        </pc:spChg>
        <pc:spChg chg="add del mod">
          <ac:chgData name="Ivan Granja" userId="d0a12471-25a3-466a-a647-7cb796ed786c" providerId="ADAL" clId="{A9DAD972-E793-4934-B598-960E07B536E7}" dt="2020-09-22T00:06:47.009" v="23307" actId="478"/>
          <ac:spMkLst>
            <pc:docMk/>
            <pc:sldMk cId="0" sldId="456"/>
            <ac:spMk id="7" creationId="{FD6A6D48-20CC-49CA-A94A-78D27CDB709D}"/>
          </ac:spMkLst>
        </pc:spChg>
        <pc:spChg chg="add del mod">
          <ac:chgData name="Ivan Granja" userId="d0a12471-25a3-466a-a647-7cb796ed786c" providerId="ADAL" clId="{A9DAD972-E793-4934-B598-960E07B536E7}" dt="2020-09-22T00:05:16.445" v="23288" actId="478"/>
          <ac:spMkLst>
            <pc:docMk/>
            <pc:sldMk cId="0" sldId="456"/>
            <ac:spMk id="8" creationId="{C0C2C2FD-B6BD-4E5B-9994-7671CE32DEFE}"/>
          </ac:spMkLst>
        </pc:spChg>
        <pc:spChg chg="add del mod">
          <ac:chgData name="Ivan Granja" userId="d0a12471-25a3-466a-a647-7cb796ed786c" providerId="ADAL" clId="{A9DAD972-E793-4934-B598-960E07B536E7}" dt="2020-09-22T00:05:46.121" v="23294" actId="478"/>
          <ac:spMkLst>
            <pc:docMk/>
            <pc:sldMk cId="0" sldId="456"/>
            <ac:spMk id="9" creationId="{5FFFE33D-CBCC-4B25-A9B0-2E1A75A08395}"/>
          </ac:spMkLst>
        </pc:spChg>
        <pc:spChg chg="add del mod">
          <ac:chgData name="Ivan Granja" userId="d0a12471-25a3-466a-a647-7cb796ed786c" providerId="ADAL" clId="{A9DAD972-E793-4934-B598-960E07B536E7}" dt="2020-09-22T00:06:43.671" v="23306" actId="478"/>
          <ac:spMkLst>
            <pc:docMk/>
            <pc:sldMk cId="0" sldId="456"/>
            <ac:spMk id="11" creationId="{39ABC178-8335-434F-B510-D0EDA2FAE995}"/>
          </ac:spMkLst>
        </pc:spChg>
        <pc:spChg chg="del">
          <ac:chgData name="Ivan Granja" userId="d0a12471-25a3-466a-a647-7cb796ed786c" providerId="ADAL" clId="{A9DAD972-E793-4934-B598-960E07B536E7}" dt="2020-09-21T23:46:33.664" v="21858" actId="478"/>
          <ac:spMkLst>
            <pc:docMk/>
            <pc:sldMk cId="0" sldId="456"/>
            <ac:spMk id="144386" creationId="{45CC5A11-699E-4466-A89F-BF8236528351}"/>
          </ac:spMkLst>
        </pc:spChg>
        <pc:spChg chg="mod">
          <ac:chgData name="Ivan Granja" userId="d0a12471-25a3-466a-a647-7cb796ed786c" providerId="ADAL" clId="{A9DAD972-E793-4934-B598-960E07B536E7}" dt="2020-09-21T23:49:53.603" v="22264" actId="20577"/>
          <ac:spMkLst>
            <pc:docMk/>
            <pc:sldMk cId="0" sldId="456"/>
            <ac:spMk id="144389" creationId="{9E056875-9935-4631-8600-6AE04AAE1DDC}"/>
          </ac:spMkLst>
        </pc:spChg>
        <pc:picChg chg="add mod">
          <ac:chgData name="Ivan Granja" userId="d0a12471-25a3-466a-a647-7cb796ed786c" providerId="ADAL" clId="{A9DAD972-E793-4934-B598-960E07B536E7}" dt="2020-09-21T23:49:34.523" v="22250" actId="1076"/>
          <ac:picMkLst>
            <pc:docMk/>
            <pc:sldMk cId="0" sldId="456"/>
            <ac:picMk id="3" creationId="{A3BBAA1E-6E69-495B-B498-A4C772DFEE3D}"/>
          </ac:picMkLst>
        </pc:picChg>
        <pc:picChg chg="del mod">
          <ac:chgData name="Ivan Granja" userId="d0a12471-25a3-466a-a647-7cb796ed786c" providerId="ADAL" clId="{A9DAD972-E793-4934-B598-960E07B536E7}" dt="2020-09-21T23:48:33.386" v="22216" actId="21"/>
          <ac:picMkLst>
            <pc:docMk/>
            <pc:sldMk cId="0" sldId="456"/>
            <ac:picMk id="5" creationId="{5DFC0A95-C5ED-4DC3-A1F1-5805E0A5C268}"/>
          </ac:picMkLst>
        </pc:picChg>
      </pc:sldChg>
      <pc:sldMasterChg chg="modSldLayout">
        <pc:chgData name="Ivan Granja" userId="d0a12471-25a3-466a-a647-7cb796ed786c" providerId="ADAL" clId="{A9DAD972-E793-4934-B598-960E07B536E7}" dt="2020-09-18T17:59:20.904" v="12404"/>
        <pc:sldMasterMkLst>
          <pc:docMk/>
          <pc:sldMasterMk cId="0" sldId="2147483648"/>
        </pc:sldMasterMkLst>
        <pc:sldLayoutChg chg="addSp delSp modSp">
          <pc:chgData name="Ivan Granja" userId="d0a12471-25a3-466a-a647-7cb796ed786c" providerId="ADAL" clId="{A9DAD972-E793-4934-B598-960E07B536E7}" dt="2020-09-18T17:59:20.904" v="12404"/>
          <pc:sldLayoutMkLst>
            <pc:docMk/>
            <pc:sldMasterMk cId="0" sldId="2147483648"/>
            <pc:sldLayoutMk cId="2239197413" sldId="2147483650"/>
          </pc:sldLayoutMkLst>
          <pc:spChg chg="del">
            <ac:chgData name="Ivan Granja" userId="d0a12471-25a3-466a-a647-7cb796ed786c" providerId="ADAL" clId="{A9DAD972-E793-4934-B598-960E07B536E7}" dt="2020-09-18T17:59:19.362" v="12403"/>
            <ac:spMkLst>
              <pc:docMk/>
              <pc:sldMasterMk cId="0" sldId="2147483648"/>
              <pc:sldLayoutMk cId="2239197413" sldId="2147483650"/>
              <ac:spMk id="2" creationId="{00000000-0000-0000-0000-000000000000}"/>
            </ac:spMkLst>
          </pc:spChg>
          <pc:spChg chg="add mod">
            <ac:chgData name="Ivan Granja" userId="d0a12471-25a3-466a-a647-7cb796ed786c" providerId="ADAL" clId="{A9DAD972-E793-4934-B598-960E07B536E7}" dt="2020-09-18T17:59:20.904" v="12404"/>
            <ac:spMkLst>
              <pc:docMk/>
              <pc:sldMasterMk cId="0" sldId="2147483648"/>
              <pc:sldLayoutMk cId="2239197413" sldId="2147483650"/>
              <ac:spMk id="5" creationId="{097529DA-62BB-429F-8133-6C842F841F81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122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pPr>
              <a:defRPr/>
            </a:pPr>
            <a:fld id="{58E886D5-9FBB-4172-8345-014EE4494D1C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noProof="0"/>
              <a:t>Clique para editar os estilos do texto mestre</a:t>
            </a:r>
          </a:p>
          <a:p>
            <a:pPr lvl="1"/>
            <a:r>
              <a:rPr lang="pt-BR" altLang="pt-BR" noProof="0"/>
              <a:t>Segundo nível</a:t>
            </a:r>
          </a:p>
          <a:p>
            <a:pPr lvl="2"/>
            <a:r>
              <a:rPr lang="pt-BR" altLang="pt-BR" noProof="0"/>
              <a:t>Terceiro nível</a:t>
            </a:r>
          </a:p>
          <a:p>
            <a:pPr lvl="3"/>
            <a:r>
              <a:rPr lang="pt-BR" altLang="pt-BR" noProof="0"/>
              <a:t>Quarto nível</a:t>
            </a:r>
          </a:p>
          <a:p>
            <a:pPr lvl="4"/>
            <a:r>
              <a:rPr lang="pt-BR" altLang="pt-BR" noProof="0"/>
              <a:t>Quinto nível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pPr>
              <a:defRPr/>
            </a:pPr>
            <a:fld id="{EC605787-CF2F-482E-9C8C-59959CE1770A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D689C27-B08E-4A69-8A4B-33F85D30DD5B}" type="slidenum">
              <a:rPr lang="pt-BR" altLang="pt-BR" smtClean="0"/>
              <a:pPr/>
              <a:t>1</a:t>
            </a:fld>
            <a:endParaRPr lang="pt-BR" altLang="pt-BR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605787-CF2F-482E-9C8C-59959CE1770A}" type="slidenum">
              <a:rPr lang="pt-BR" altLang="pt-BR" smtClean="0"/>
              <a:pPr>
                <a:defRPr/>
              </a:pPr>
              <a:t>5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7303931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605787-CF2F-482E-9C8C-59959CE1770A}" type="slidenum">
              <a:rPr lang="pt-BR" altLang="pt-BR" smtClean="0"/>
              <a:pPr>
                <a:defRPr/>
              </a:pPr>
              <a:t>7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688527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605787-CF2F-482E-9C8C-59959CE1770A}" type="slidenum">
              <a:rPr lang="pt-BR" altLang="pt-BR" smtClean="0"/>
              <a:pPr>
                <a:defRPr/>
              </a:pPr>
              <a:t>10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178102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fld id="{636953D8-94E8-444D-9BDB-4E4E27716F00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  <a:p>
            <a:pPr>
              <a:defRPr/>
            </a:pPr>
            <a:endParaRPr lang="pt-BR" altLang="pt-BR" sz="1600"/>
          </a:p>
        </p:txBody>
      </p:sp>
    </p:spTree>
    <p:extLst>
      <p:ext uri="{BB962C8B-B14F-4D97-AF65-F5344CB8AC3E}">
        <p14:creationId xmlns:p14="http://schemas.microsoft.com/office/powerpoint/2010/main" val="2516529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fld id="{BB5755DE-C5E9-49A1-AF64-31300A0106E6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  <a:p>
            <a:pPr>
              <a:defRPr/>
            </a:pPr>
            <a:endParaRPr lang="pt-BR" altLang="pt-BR" sz="160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97529DA-62BB-429F-8133-6C842F841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239197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fld id="{8FC69D84-8CF5-4625-AB47-C2AB19BDDEDA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  <a:p>
            <a:pPr>
              <a:defRPr/>
            </a:pPr>
            <a:endParaRPr lang="pt-BR" altLang="pt-BR" sz="1600"/>
          </a:p>
        </p:txBody>
      </p:sp>
    </p:spTree>
    <p:extLst>
      <p:ext uri="{BB962C8B-B14F-4D97-AF65-F5344CB8AC3E}">
        <p14:creationId xmlns:p14="http://schemas.microsoft.com/office/powerpoint/2010/main" val="901852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250825" y="908050"/>
            <a:ext cx="4244975" cy="55451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908050"/>
            <a:ext cx="4244975" cy="55451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fld id="{8FB3A955-F8E1-4B6E-9A6F-0B8A350F6CE0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  <a:p>
            <a:pPr>
              <a:defRPr/>
            </a:pPr>
            <a:endParaRPr lang="pt-BR" altLang="pt-BR" sz="1600"/>
          </a:p>
        </p:txBody>
      </p:sp>
    </p:spTree>
    <p:extLst>
      <p:ext uri="{BB962C8B-B14F-4D97-AF65-F5344CB8AC3E}">
        <p14:creationId xmlns:p14="http://schemas.microsoft.com/office/powerpoint/2010/main" val="2587902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fld id="{6713AE7F-0789-42E6-AF44-26A98C2B2832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  <a:p>
            <a:pPr>
              <a:defRPr/>
            </a:pPr>
            <a:endParaRPr lang="pt-BR" altLang="pt-BR" sz="1600"/>
          </a:p>
        </p:txBody>
      </p:sp>
    </p:spTree>
    <p:extLst>
      <p:ext uri="{BB962C8B-B14F-4D97-AF65-F5344CB8AC3E}">
        <p14:creationId xmlns:p14="http://schemas.microsoft.com/office/powerpoint/2010/main" val="1428147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fld id="{89E99602-3D50-43E4-AE00-8A812D084CCD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  <a:p>
            <a:pPr>
              <a:defRPr/>
            </a:pPr>
            <a:endParaRPr lang="pt-BR" altLang="pt-BR" sz="1600"/>
          </a:p>
        </p:txBody>
      </p:sp>
    </p:spTree>
    <p:extLst>
      <p:ext uri="{BB962C8B-B14F-4D97-AF65-F5344CB8AC3E}">
        <p14:creationId xmlns:p14="http://schemas.microsoft.com/office/powerpoint/2010/main" val="3633864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fld id="{773AE080-A9CA-4629-BC1A-5D2A05355182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  <a:p>
            <a:pPr>
              <a:defRPr/>
            </a:pPr>
            <a:endParaRPr lang="pt-BR" altLang="pt-BR" sz="1600"/>
          </a:p>
        </p:txBody>
      </p:sp>
    </p:spTree>
    <p:extLst>
      <p:ext uri="{BB962C8B-B14F-4D97-AF65-F5344CB8AC3E}">
        <p14:creationId xmlns:p14="http://schemas.microsoft.com/office/powerpoint/2010/main" val="2784682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fld id="{C868805F-CAE2-4649-B093-2D262F231132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  <a:p>
            <a:pPr>
              <a:defRPr/>
            </a:pPr>
            <a:endParaRPr lang="pt-BR" altLang="pt-BR" sz="1600"/>
          </a:p>
        </p:txBody>
      </p:sp>
    </p:spTree>
    <p:extLst>
      <p:ext uri="{BB962C8B-B14F-4D97-AF65-F5344CB8AC3E}">
        <p14:creationId xmlns:p14="http://schemas.microsoft.com/office/powerpoint/2010/main" val="1026653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fld id="{0D3718A8-473C-4868-87DB-6FEB3200AEEA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  <a:p>
            <a:pPr>
              <a:defRPr/>
            </a:pPr>
            <a:endParaRPr lang="pt-BR" altLang="pt-BR" sz="1600"/>
          </a:p>
        </p:txBody>
      </p:sp>
    </p:spTree>
    <p:extLst>
      <p:ext uri="{BB962C8B-B14F-4D97-AF65-F5344CB8AC3E}">
        <p14:creationId xmlns:p14="http://schemas.microsoft.com/office/powerpoint/2010/main" val="936224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fld id="{379C674A-59E1-4416-B422-69E8EF77390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  <a:p>
            <a:pPr>
              <a:defRPr/>
            </a:pPr>
            <a:endParaRPr lang="pt-BR" altLang="pt-BR" sz="1600"/>
          </a:p>
        </p:txBody>
      </p:sp>
    </p:spTree>
    <p:extLst>
      <p:ext uri="{BB962C8B-B14F-4D97-AF65-F5344CB8AC3E}">
        <p14:creationId xmlns:p14="http://schemas.microsoft.com/office/powerpoint/2010/main" val="3201240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732588" y="188913"/>
            <a:ext cx="2160587" cy="626427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250825" y="188913"/>
            <a:ext cx="6329363" cy="626427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fld id="{615DD769-2292-486F-B94A-EDEA29617389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  <a:p>
            <a:pPr>
              <a:defRPr/>
            </a:pPr>
            <a:endParaRPr lang="pt-BR" altLang="pt-BR" sz="1600"/>
          </a:p>
        </p:txBody>
      </p:sp>
    </p:spTree>
    <p:extLst>
      <p:ext uri="{BB962C8B-B14F-4D97-AF65-F5344CB8AC3E}">
        <p14:creationId xmlns:p14="http://schemas.microsoft.com/office/powerpoint/2010/main" val="1385450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31913" y="188913"/>
            <a:ext cx="6985000" cy="576262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250825" y="908050"/>
            <a:ext cx="8642350" cy="5545138"/>
          </a:xfrm>
        </p:spPr>
        <p:txBody>
          <a:bodyPr/>
          <a:lstStyle/>
          <a:p>
            <a:pPr lvl="0"/>
            <a:endParaRPr lang="pt-BR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fld id="{E9806356-400B-457A-A065-AA9E16CE445D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  <a:p>
            <a:pPr>
              <a:defRPr/>
            </a:pPr>
            <a:endParaRPr lang="pt-BR" altLang="pt-BR" sz="1600"/>
          </a:p>
        </p:txBody>
      </p:sp>
    </p:spTree>
    <p:extLst>
      <p:ext uri="{BB962C8B-B14F-4D97-AF65-F5344CB8AC3E}">
        <p14:creationId xmlns:p14="http://schemas.microsoft.com/office/powerpoint/2010/main" val="796050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31913" y="188913"/>
            <a:ext cx="6985000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0825" y="908050"/>
            <a:ext cx="8642350" cy="554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2"/>
            <a:r>
              <a:rPr lang="pt-BR" altLang="pt-BR"/>
              <a:t>Quarto nível</a:t>
            </a:r>
          </a:p>
          <a:p>
            <a:pPr lvl="2"/>
            <a:r>
              <a:rPr lang="pt-BR" altLang="pt-BR"/>
              <a:t>Quinto nível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43888" y="188913"/>
            <a:ext cx="650875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600" b="1"/>
            </a:lvl1pPr>
          </a:lstStyle>
          <a:p>
            <a:pPr>
              <a:defRPr/>
            </a:pPr>
            <a:fld id="{A23CC330-62EE-4880-B505-26A06D174382}" type="slidenum">
              <a:rPr lang="pt-BR" altLang="pt-BR" sz="1800"/>
              <a:pPr>
                <a:defRPr/>
              </a:pPr>
              <a:t>‹nº›</a:t>
            </a:fld>
            <a:endParaRPr lang="pt-BR" altLang="pt-BR" sz="1800"/>
          </a:p>
          <a:p>
            <a:pPr>
              <a:defRPr/>
            </a:pPr>
            <a:endParaRPr lang="pt-BR" altLang="pt-BR"/>
          </a:p>
        </p:txBody>
      </p:sp>
      <p:sp>
        <p:nvSpPr>
          <p:cNvPr id="1029" name="AutoShape 8">
            <a:hlinkClick r:id="" action="ppaction://hlinkshowjump?jump=previousslide" highlightClick="1"/>
          </p:cNvPr>
          <p:cNvSpPr>
            <a:spLocks noChangeArrowheads="1"/>
          </p:cNvSpPr>
          <p:nvPr userDrawn="1"/>
        </p:nvSpPr>
        <p:spPr bwMode="auto">
          <a:xfrm>
            <a:off x="8113713" y="6553200"/>
            <a:ext cx="360362" cy="21590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pt-BR" altLang="pt-BR"/>
          </a:p>
        </p:txBody>
      </p:sp>
      <p:sp>
        <p:nvSpPr>
          <p:cNvPr id="2" name="AutoShape 9">
            <a:hlinkClick r:id="" action="ppaction://hlinkshowjump?jump=nextslide" highlightClick="1"/>
          </p:cNvPr>
          <p:cNvSpPr>
            <a:spLocks noChangeArrowheads="1"/>
          </p:cNvSpPr>
          <p:nvPr userDrawn="1"/>
        </p:nvSpPr>
        <p:spPr bwMode="auto">
          <a:xfrm>
            <a:off x="8489950" y="6553200"/>
            <a:ext cx="358775" cy="215900"/>
          </a:xfrm>
          <a:prstGeom prst="actionButtonForwardNex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pt-BR" altLang="pt-BR"/>
          </a:p>
        </p:txBody>
      </p:sp>
      <p:sp>
        <p:nvSpPr>
          <p:cNvPr id="1031" name="Line 11"/>
          <p:cNvSpPr>
            <a:spLocks noChangeShapeType="1"/>
          </p:cNvSpPr>
          <p:nvPr userDrawn="1"/>
        </p:nvSpPr>
        <p:spPr bwMode="auto">
          <a:xfrm>
            <a:off x="250825" y="836613"/>
            <a:ext cx="8642350" cy="0"/>
          </a:xfrm>
          <a:prstGeom prst="line">
            <a:avLst/>
          </a:prstGeom>
          <a:noFill/>
          <a:ln w="34925" cmpd="dbl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pic>
        <p:nvPicPr>
          <p:cNvPr id="1032" name="Picture 12" descr="puc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61" b="14456"/>
          <a:stretch>
            <a:fillRect/>
          </a:stretch>
        </p:blipFill>
        <p:spPr bwMode="auto">
          <a:xfrm>
            <a:off x="323850" y="71438"/>
            <a:ext cx="792163" cy="72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kern="1200">
          <a:solidFill>
            <a:srgbClr val="0000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FF"/>
          </a:solidFill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FF"/>
          </a:solidFill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FF"/>
          </a:solidFill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FF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rgbClr val="0000FF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rgbClr val="0000FF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rgbClr val="0000FF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rgbClr val="0000FF"/>
          </a:solidFill>
          <a:latin typeface="Arial" panose="020B0604020202020204" pitchFamily="34" charset="0"/>
        </a:defRPr>
      </a:lvl9pPr>
    </p:titleStyle>
    <p:bodyStyle>
      <a:lvl1pPr marL="342900" indent="-342900" algn="just" rtl="0" eaLnBrk="0" fontAlgn="base" hangingPunct="0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just" rtl="0" eaLnBrk="0" fontAlgn="base" hangingPunct="0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Line 7"/>
          <p:cNvSpPr>
            <a:spLocks noChangeShapeType="1"/>
          </p:cNvSpPr>
          <p:nvPr/>
        </p:nvSpPr>
        <p:spPr bwMode="auto">
          <a:xfrm>
            <a:off x="539750" y="126841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pic>
        <p:nvPicPr>
          <p:cNvPr id="4100" name="Picture 9" descr="puc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333375"/>
            <a:ext cx="3810000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1" name="Line 10"/>
          <p:cNvSpPr>
            <a:spLocks noChangeShapeType="1"/>
          </p:cNvSpPr>
          <p:nvPr/>
        </p:nvSpPr>
        <p:spPr bwMode="auto">
          <a:xfrm>
            <a:off x="596900" y="58626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pic>
        <p:nvPicPr>
          <p:cNvPr id="4102" name="Picture 1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2138" y="260350"/>
            <a:ext cx="3190875" cy="3529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10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4213" y="3676650"/>
            <a:ext cx="8064500" cy="1657350"/>
          </a:xfrm>
        </p:spPr>
        <p:txBody>
          <a:bodyPr anchor="ctr"/>
          <a:lstStyle/>
          <a:p>
            <a:pPr eaLnBrk="1" hangingPunct="1"/>
            <a:r>
              <a:rPr lang="pt-BR" altLang="pt-BR" sz="3200" dirty="0"/>
              <a:t/>
            </a:r>
            <a:br>
              <a:rPr lang="pt-BR" altLang="pt-BR" sz="3200" dirty="0"/>
            </a:br>
            <a:r>
              <a:rPr lang="pt-BR" altLang="pt-BR" sz="3200" dirty="0"/>
              <a:t>Diagramas de Estados</a:t>
            </a:r>
            <a:br>
              <a:rPr lang="pt-BR" altLang="pt-BR" sz="3200" dirty="0"/>
            </a:br>
            <a:r>
              <a:rPr lang="pt-BR" altLang="pt-BR" sz="3200" dirty="0"/>
              <a:t>Conceitos e Representação na </a:t>
            </a:r>
            <a:r>
              <a:rPr lang="pt-BR" altLang="pt-BR" sz="3200" dirty="0" err="1" smtClean="0"/>
              <a:t>SysML</a:t>
            </a:r>
            <a:endParaRPr lang="pt-BR" altLang="pt-B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Rectangle 2">
            <a:extLst>
              <a:ext uri="{FF2B5EF4-FFF2-40B4-BE49-F238E27FC236}">
                <a16:creationId xmlns:a16="http://schemas.microsoft.com/office/drawing/2014/main" id="{AE1F0AC7-EE2A-4996-AEF4-E3995591DA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altLang="pt-BR" sz="3200" dirty="0"/>
              <a:t>Estados</a:t>
            </a:r>
            <a:endParaRPr lang="pt-BR" altLang="pt-BR" sz="3600" dirty="0"/>
          </a:p>
        </p:txBody>
      </p:sp>
      <p:sp>
        <p:nvSpPr>
          <p:cNvPr id="282627" name="Rectangle 3">
            <a:extLst>
              <a:ext uri="{FF2B5EF4-FFF2-40B4-BE49-F238E27FC236}">
                <a16:creationId xmlns:a16="http://schemas.microsoft.com/office/drawing/2014/main" id="{B0F7951A-DB5F-44A6-BEFB-ABED369466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980728"/>
            <a:ext cx="8642350" cy="5545138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pt-BR" dirty="0">
                <a:latin typeface="Calibri" panose="020F0502020204030204" pitchFamily="34" charset="0"/>
                <a:cs typeface="Calibri" panose="020F0502020204030204" pitchFamily="34" charset="0"/>
              </a:rPr>
              <a:t>Todo sistema, </a:t>
            </a:r>
            <a:r>
              <a:rPr lang="pt-BR" dirty="0" smtClean="0">
                <a:latin typeface="Calibri" panose="020F0502020204030204" pitchFamily="34" charset="0"/>
                <a:cs typeface="Calibri" panose="020F0502020204030204" pitchFamily="34" charset="0"/>
              </a:rPr>
              <a:t>no todo ou </a:t>
            </a:r>
            <a:r>
              <a:rPr lang="pt-BR" dirty="0" smtClean="0">
                <a:latin typeface="Calibri" panose="020F0502020204030204" pitchFamily="34" charset="0"/>
                <a:cs typeface="Calibri" panose="020F0502020204030204" pitchFamily="34" charset="0"/>
              </a:rPr>
              <a:t>os </a:t>
            </a:r>
            <a:r>
              <a:rPr lang="pt-BR" dirty="0" smtClean="0">
                <a:latin typeface="Calibri" panose="020F0502020204030204" pitchFamily="34" charset="0"/>
                <a:cs typeface="Calibri" panose="020F0502020204030204" pitchFamily="34" charset="0"/>
              </a:rPr>
              <a:t>objetos </a:t>
            </a:r>
            <a:r>
              <a:rPr lang="pt-BR" dirty="0">
                <a:latin typeface="Calibri" panose="020F0502020204030204" pitchFamily="34" charset="0"/>
                <a:cs typeface="Calibri" panose="020F0502020204030204" pitchFamily="34" charset="0"/>
              </a:rPr>
              <a:t>(blocos) que o compõe passarão por diversos estados durante o seu ciclo de vida;</a:t>
            </a:r>
          </a:p>
          <a:p>
            <a:pPr>
              <a:lnSpc>
                <a:spcPct val="80000"/>
              </a:lnSpc>
            </a:pPr>
            <a:endParaRPr lang="pt-BR" altLang="pt-B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</a:pPr>
            <a:r>
              <a:rPr lang="pt-BR" altLang="pt-BR" dirty="0">
                <a:latin typeface="Calibri" panose="020F0502020204030204" pitchFamily="34" charset="0"/>
                <a:cs typeface="Calibri" panose="020F0502020204030204" pitchFamily="34" charset="0"/>
              </a:rPr>
              <a:t>Exemplos:</a:t>
            </a:r>
          </a:p>
          <a:p>
            <a:pPr lvl="1">
              <a:lnSpc>
                <a:spcPct val="80000"/>
              </a:lnSpc>
            </a:pPr>
            <a:r>
              <a:rPr lang="pt-BR" alt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Uma Sala pode esta </a:t>
            </a:r>
            <a:r>
              <a:rPr lang="pt-BR" alt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ocupada</a:t>
            </a:r>
            <a:r>
              <a:rPr lang="pt-BR" alt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 ou </a:t>
            </a:r>
            <a:r>
              <a:rPr lang="pt-BR" alt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livre</a:t>
            </a:r>
          </a:p>
          <a:p>
            <a:pPr lvl="1">
              <a:lnSpc>
                <a:spcPct val="80000"/>
              </a:lnSpc>
            </a:pPr>
            <a:r>
              <a:rPr lang="pt-BR" alt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Um Recurso pode estar </a:t>
            </a:r>
            <a:r>
              <a:rPr lang="pt-BR" alt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disponível</a:t>
            </a:r>
            <a:r>
              <a:rPr lang="pt-BR" alt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 ou </a:t>
            </a:r>
            <a:r>
              <a:rPr lang="pt-BR" alt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alocado</a:t>
            </a:r>
          </a:p>
          <a:p>
            <a:pPr lvl="1">
              <a:lnSpc>
                <a:spcPct val="80000"/>
              </a:lnSpc>
            </a:pPr>
            <a:r>
              <a:rPr lang="pt-BR" alt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Um aluno pode estar </a:t>
            </a:r>
            <a:r>
              <a:rPr lang="pt-BR" alt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matriculado</a:t>
            </a:r>
            <a:r>
              <a:rPr lang="pt-BR" alt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alt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trancado</a:t>
            </a:r>
            <a:r>
              <a:rPr lang="pt-BR" alt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alt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formado</a:t>
            </a:r>
            <a:r>
              <a:rPr lang="pt-BR" alt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 ou </a:t>
            </a:r>
            <a:r>
              <a:rPr lang="pt-BR" alt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cancelado</a:t>
            </a:r>
            <a:r>
              <a:rPr lang="pt-BR" alt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lnSpc>
                <a:spcPct val="80000"/>
              </a:lnSpc>
            </a:pPr>
            <a:endParaRPr lang="pt-BR" altLang="pt-B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</a:pPr>
            <a:r>
              <a:rPr lang="pt-BR" altLang="pt-BR" dirty="0">
                <a:latin typeface="Calibri" panose="020F0502020204030204" pitchFamily="34" charset="0"/>
                <a:cs typeface="Calibri" panose="020F0502020204030204" pitchFamily="34" charset="0"/>
              </a:rPr>
              <a:t>O estado é retido pelos valores da propriedades (atributos) do Bloco/Objeto, podendo haver um especifico para isso.</a:t>
            </a:r>
          </a:p>
          <a:p>
            <a:pPr lvl="1">
              <a:lnSpc>
                <a:spcPct val="80000"/>
              </a:lnSpc>
            </a:pPr>
            <a:r>
              <a:rPr lang="pt-BR" alt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Uma </a:t>
            </a:r>
            <a:r>
              <a:rPr lang="pt-BR" alt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Conta</a:t>
            </a:r>
            <a:r>
              <a:rPr lang="pt-BR" alt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, o saldo retém seu estado (</a:t>
            </a:r>
            <a:r>
              <a:rPr lang="pt-BR" alt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credora</a:t>
            </a:r>
            <a:r>
              <a:rPr lang="pt-BR" alt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 ou </a:t>
            </a:r>
            <a:r>
              <a:rPr lang="pt-BR" alt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devedora</a:t>
            </a:r>
            <a:r>
              <a:rPr lang="pt-BR" alt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lvl="1">
              <a:lnSpc>
                <a:spcPct val="80000"/>
              </a:lnSpc>
            </a:pPr>
            <a:r>
              <a:rPr lang="pt-BR" alt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Um Processo de um SO poderá ter um atributo específico que marque se está </a:t>
            </a:r>
            <a:r>
              <a:rPr lang="pt-BR" alt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em execução</a:t>
            </a:r>
            <a:r>
              <a:rPr lang="pt-BR" alt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alt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pronto</a:t>
            </a:r>
            <a:r>
              <a:rPr lang="pt-BR" alt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 ou </a:t>
            </a:r>
            <a:r>
              <a:rPr lang="pt-BR" alt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bloqueado</a:t>
            </a:r>
          </a:p>
          <a:p>
            <a:pPr>
              <a:lnSpc>
                <a:spcPct val="80000"/>
              </a:lnSpc>
            </a:pPr>
            <a:endParaRPr lang="pt-BR" altLang="pt-B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Rectangle 2">
            <a:extLst>
              <a:ext uri="{FF2B5EF4-FFF2-40B4-BE49-F238E27FC236}">
                <a16:creationId xmlns:a16="http://schemas.microsoft.com/office/drawing/2014/main" id="{AE1F0AC7-EE2A-4996-AEF4-E3995591DA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altLang="pt-BR" sz="3200" dirty="0"/>
              <a:t>Estados</a:t>
            </a:r>
          </a:p>
        </p:txBody>
      </p:sp>
      <p:sp>
        <p:nvSpPr>
          <p:cNvPr id="282627" name="Rectangle 3">
            <a:extLst>
              <a:ext uri="{FF2B5EF4-FFF2-40B4-BE49-F238E27FC236}">
                <a16:creationId xmlns:a16="http://schemas.microsoft.com/office/drawing/2014/main" id="{B0F7951A-DB5F-44A6-BEFB-ABED369466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pt-BR" altLang="pt-BR" dirty="0">
                <a:latin typeface="Calibri" panose="020F0502020204030204" pitchFamily="34" charset="0"/>
                <a:cs typeface="Calibri" panose="020F0502020204030204" pitchFamily="34" charset="0"/>
              </a:rPr>
              <a:t>do latim </a:t>
            </a:r>
            <a:r>
              <a:rPr lang="pt-BR" altLang="pt-BR" i="1" dirty="0">
                <a:latin typeface="Calibri" panose="020F0502020204030204" pitchFamily="34" charset="0"/>
                <a:cs typeface="Calibri" panose="020F0502020204030204" pitchFamily="34" charset="0"/>
              </a:rPr>
              <a:t>Status</a:t>
            </a:r>
            <a:r>
              <a:rPr lang="pt-BR" altLang="pt-BR" dirty="0"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pt-BR" altLang="pt-BR" i="1" dirty="0">
                <a:latin typeface="Calibri" panose="020F0502020204030204" pitchFamily="34" charset="0"/>
                <a:cs typeface="Calibri" panose="020F0502020204030204" pitchFamily="34" charset="0"/>
              </a:rPr>
              <a:t>Situação</a:t>
            </a:r>
          </a:p>
          <a:p>
            <a:pPr>
              <a:lnSpc>
                <a:spcPct val="80000"/>
              </a:lnSpc>
            </a:pPr>
            <a:endParaRPr lang="pt-BR" altLang="pt-B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pt-BR" altLang="pt-BR" dirty="0">
                <a:latin typeface="Calibri" panose="020F0502020204030204" pitchFamily="34" charset="0"/>
                <a:cs typeface="Calibri" panose="020F0502020204030204" pitchFamily="34" charset="0"/>
              </a:rPr>
              <a:t>Um estado corresponde ao intervalo entre dois eventos</a:t>
            </a:r>
          </a:p>
          <a:p>
            <a:pPr lvl="1">
              <a:lnSpc>
                <a:spcPct val="90000"/>
              </a:lnSpc>
            </a:pPr>
            <a:r>
              <a:rPr lang="pt-BR" altLang="pt-BR" b="1" dirty="0">
                <a:latin typeface="Calibri" panose="020F0502020204030204" pitchFamily="34" charset="0"/>
                <a:cs typeface="Calibri" panose="020F0502020204030204" pitchFamily="34" charset="0"/>
              </a:rPr>
              <a:t>Eventos</a:t>
            </a:r>
            <a:r>
              <a:rPr lang="pt-BR" altLang="pt-BR" dirty="0">
                <a:latin typeface="Calibri" panose="020F0502020204030204" pitchFamily="34" charset="0"/>
                <a:cs typeface="Calibri" panose="020F0502020204030204" pitchFamily="34" charset="0"/>
              </a:rPr>
              <a:t>: Ocorrências no ambiente (em geral, duração instantânea)</a:t>
            </a:r>
          </a:p>
          <a:p>
            <a:pPr lvl="2">
              <a:lnSpc>
                <a:spcPct val="90000"/>
              </a:lnSpc>
            </a:pPr>
            <a:r>
              <a:rPr lang="pt-BR" altLang="pt-BR" dirty="0">
                <a:latin typeface="Calibri" panose="020F0502020204030204" pitchFamily="34" charset="0"/>
                <a:cs typeface="Calibri" panose="020F0502020204030204" pitchFamily="34" charset="0"/>
              </a:rPr>
              <a:t>Separam dois estados</a:t>
            </a:r>
          </a:p>
          <a:p>
            <a:pPr lvl="1">
              <a:lnSpc>
                <a:spcPct val="90000"/>
              </a:lnSpc>
            </a:pPr>
            <a:r>
              <a:rPr lang="pt-BR" altLang="pt-BR" b="1" dirty="0">
                <a:latin typeface="Calibri" panose="020F0502020204030204" pitchFamily="34" charset="0"/>
                <a:cs typeface="Calibri" panose="020F0502020204030204" pitchFamily="34" charset="0"/>
              </a:rPr>
              <a:t>Estados</a:t>
            </a:r>
            <a:r>
              <a:rPr lang="pt-BR" altLang="pt-BR" dirty="0">
                <a:latin typeface="Calibri" panose="020F0502020204030204" pitchFamily="34" charset="0"/>
                <a:cs typeface="Calibri" panose="020F0502020204030204" pitchFamily="34" charset="0"/>
              </a:rPr>
              <a:t>: Intervalos de Tempo</a:t>
            </a:r>
          </a:p>
          <a:p>
            <a:pPr lvl="2">
              <a:lnSpc>
                <a:spcPct val="90000"/>
              </a:lnSpc>
            </a:pPr>
            <a:r>
              <a:rPr lang="pt-BR" altLang="pt-BR" dirty="0">
                <a:latin typeface="Calibri" panose="020F0502020204030204" pitchFamily="34" charset="0"/>
                <a:cs typeface="Calibri" panose="020F0502020204030204" pitchFamily="34" charset="0"/>
              </a:rPr>
              <a:t>Separam dois eventos</a:t>
            </a:r>
          </a:p>
          <a:p>
            <a:pPr>
              <a:lnSpc>
                <a:spcPct val="90000"/>
              </a:lnSpc>
            </a:pPr>
            <a:endParaRPr lang="pt-BR" altLang="pt-B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pt-BR" altLang="pt-BR" dirty="0" smtClean="0">
                <a:latin typeface="Calibri" panose="020F0502020204030204" pitchFamily="34" charset="0"/>
                <a:cs typeface="Calibri" panose="020F0502020204030204" pitchFamily="34" charset="0"/>
              </a:rPr>
              <a:t>Em alguns casos, ocorrência eventos não são suficientes. A transição </a:t>
            </a:r>
            <a:r>
              <a:rPr lang="pt-BR" altLang="pt-BR" dirty="0">
                <a:latin typeface="Calibri" panose="020F0502020204030204" pitchFamily="34" charset="0"/>
                <a:cs typeface="Calibri" panose="020F0502020204030204" pitchFamily="34" charset="0"/>
              </a:rPr>
              <a:t>também </a:t>
            </a:r>
            <a:r>
              <a:rPr lang="pt-BR" altLang="pt-BR" dirty="0" smtClean="0">
                <a:latin typeface="Calibri" panose="020F0502020204030204" pitchFamily="34" charset="0"/>
                <a:cs typeface="Calibri" panose="020F0502020204030204" pitchFamily="34" charset="0"/>
              </a:rPr>
              <a:t>poder exigir </a:t>
            </a:r>
            <a:r>
              <a:rPr lang="pt-BR" altLang="pt-BR" dirty="0">
                <a:latin typeface="Calibri" panose="020F0502020204030204" pitchFamily="34" charset="0"/>
                <a:cs typeface="Calibri" panose="020F0502020204030204" pitchFamily="34" charset="0"/>
              </a:rPr>
              <a:t>que condições sejam </a:t>
            </a:r>
            <a:r>
              <a:rPr lang="pt-BR" altLang="pt-BR" dirty="0" smtClean="0">
                <a:latin typeface="Calibri" panose="020F0502020204030204" pitchFamily="34" charset="0"/>
                <a:cs typeface="Calibri" panose="020F0502020204030204" pitchFamily="34" charset="0"/>
              </a:rPr>
              <a:t>satisfeitas,</a:t>
            </a:r>
            <a:endParaRPr lang="pt-BR" altLang="pt-B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pt-BR" altLang="pt-BR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	 Objeto</a:t>
            </a:r>
            <a:r>
              <a:rPr lang="pt-BR" alt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: água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pt-BR" alt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pt-BR" altLang="pt-BR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Estado</a:t>
            </a:r>
            <a:r>
              <a:rPr lang="pt-BR" alt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: líquido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pt-BR" alt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pt-BR" altLang="pt-BR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Condição necessária</a:t>
            </a:r>
            <a:r>
              <a:rPr lang="pt-BR" alt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: Temperatura ente 0 e 100 °C</a:t>
            </a:r>
          </a:p>
        </p:txBody>
      </p:sp>
    </p:spTree>
    <p:extLst>
      <p:ext uri="{BB962C8B-B14F-4D97-AF65-F5344CB8AC3E}">
        <p14:creationId xmlns:p14="http://schemas.microsoft.com/office/powerpoint/2010/main" val="1401273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892090A-0DA2-4FF1-A336-15341150A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912" y="188913"/>
            <a:ext cx="7128519" cy="576262"/>
          </a:xfrm>
        </p:spPr>
        <p:txBody>
          <a:bodyPr/>
          <a:lstStyle/>
          <a:p>
            <a:r>
              <a:rPr lang="pt-BR" sz="3200" dirty="0"/>
              <a:t>Representação de Estado no Modelo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260E06AD-9D4C-4464-B1B4-C1439B03B23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01612" y="1989534"/>
            <a:ext cx="4000500" cy="933450"/>
          </a:xfrm>
        </p:spPr>
      </p:pic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6A3ECF57-901A-416F-A939-4F63D28B4A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pt-BR" dirty="0"/>
              <a:t>Havendo mais de um estado, passa a existir um Diagrama </a:t>
            </a:r>
            <a:r>
              <a:rPr lang="pt-BR" dirty="0" smtClean="0"/>
              <a:t>de </a:t>
            </a:r>
            <a:r>
              <a:rPr lang="pt-BR" dirty="0" err="1" smtClean="0"/>
              <a:t>de</a:t>
            </a:r>
            <a:r>
              <a:rPr lang="pt-BR" dirty="0" smtClean="0"/>
              <a:t> </a:t>
            </a:r>
            <a:r>
              <a:rPr lang="pt-BR" dirty="0"/>
              <a:t>Estados</a:t>
            </a:r>
          </a:p>
          <a:p>
            <a:endParaRPr lang="pt-BR" dirty="0"/>
          </a:p>
          <a:p>
            <a:r>
              <a:rPr lang="pt-BR" dirty="0" smtClean="0"/>
              <a:t>Passa </a:t>
            </a:r>
            <a:r>
              <a:rPr lang="pt-BR" dirty="0"/>
              <a:t>a haver também a necessidade do modelo expressar como se dá a transição de </a:t>
            </a:r>
            <a:r>
              <a:rPr lang="pt-BR" dirty="0" smtClean="0"/>
              <a:t>estados</a:t>
            </a:r>
          </a:p>
          <a:p>
            <a:r>
              <a:rPr lang="pt-BR" b="1" dirty="0" smtClean="0"/>
              <a:t>DTE</a:t>
            </a:r>
            <a:r>
              <a:rPr lang="pt-BR" dirty="0" smtClean="0"/>
              <a:t> = Diagrama de Transição de Estados</a:t>
            </a:r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22846694-E22F-41D2-93C8-80FF8B0A28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5755DE-C5E9-49A1-AF64-31300A0106E6}" type="slidenum">
              <a:rPr lang="pt-BR" altLang="pt-BR" smtClean="0"/>
              <a:pPr>
                <a:defRPr/>
              </a:pPr>
              <a:t>4</a:t>
            </a:fld>
            <a:endParaRPr lang="pt-BR" altLang="pt-BR"/>
          </a:p>
          <a:p>
            <a:pPr>
              <a:defRPr/>
            </a:pPr>
            <a:endParaRPr lang="pt-BR" altLang="pt-BR" sz="1600"/>
          </a:p>
        </p:txBody>
      </p:sp>
      <p:sp>
        <p:nvSpPr>
          <p:cNvPr id="10" name="Espaço Reservado para Conteúdo 6">
            <a:extLst>
              <a:ext uri="{FF2B5EF4-FFF2-40B4-BE49-F238E27FC236}">
                <a16:creationId xmlns:a16="http://schemas.microsoft.com/office/drawing/2014/main" id="{678DC78B-F3B1-4450-B9BB-F6CBC806D826}"/>
              </a:ext>
            </a:extLst>
          </p:cNvPr>
          <p:cNvSpPr txBox="1">
            <a:spLocks/>
          </p:cNvSpPr>
          <p:nvPr/>
        </p:nvSpPr>
        <p:spPr bwMode="auto">
          <a:xfrm>
            <a:off x="79375" y="1413272"/>
            <a:ext cx="4244975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dirty="0"/>
              <a:t>Estados de uma </a:t>
            </a:r>
            <a:r>
              <a:rPr lang="pt-BR" b="1" dirty="0"/>
              <a:t>Cancela</a:t>
            </a:r>
          </a:p>
        </p:txBody>
      </p:sp>
      <p:sp>
        <p:nvSpPr>
          <p:cNvPr id="11" name="Espaço Reservado para Conteúdo 6">
            <a:extLst>
              <a:ext uri="{FF2B5EF4-FFF2-40B4-BE49-F238E27FC236}">
                <a16:creationId xmlns:a16="http://schemas.microsoft.com/office/drawing/2014/main" id="{85FC3D05-11D7-41D4-914F-17CEB2BA1581}"/>
              </a:ext>
            </a:extLst>
          </p:cNvPr>
          <p:cNvSpPr txBox="1">
            <a:spLocks/>
          </p:cNvSpPr>
          <p:nvPr/>
        </p:nvSpPr>
        <p:spPr bwMode="auto">
          <a:xfrm>
            <a:off x="79374" y="3392488"/>
            <a:ext cx="4492626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dirty="0"/>
              <a:t>Transições entre os Estados de uma Cancela</a:t>
            </a:r>
            <a:endParaRPr lang="pt-BR" b="1" dirty="0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12337F92-54CB-4A7C-AB3F-642815F67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4559697"/>
            <a:ext cx="440055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105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>
            <a:extLst>
              <a:ext uri="{FF2B5EF4-FFF2-40B4-BE49-F238E27FC236}">
                <a16:creationId xmlns:a16="http://schemas.microsoft.com/office/drawing/2014/main" id="{6E226017-B899-4759-83CA-36F89B68DA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47664" y="188640"/>
            <a:ext cx="7344816" cy="576064"/>
          </a:xfrm>
        </p:spPr>
        <p:txBody>
          <a:bodyPr/>
          <a:lstStyle/>
          <a:p>
            <a:r>
              <a:rPr lang="pt-BR" altLang="pt-BR" sz="3200" dirty="0"/>
              <a:t>Diagrama de </a:t>
            </a:r>
            <a:r>
              <a:rPr lang="pt-BR" altLang="pt-BR" sz="3200" dirty="0" smtClean="0"/>
              <a:t>Transição Estados (DTE)</a:t>
            </a:r>
            <a:endParaRPr lang="pt-BR" altLang="pt-BR" sz="3200" dirty="0"/>
          </a:p>
        </p:txBody>
      </p:sp>
      <p:sp>
        <p:nvSpPr>
          <p:cNvPr id="278531" name="Rectangle 3">
            <a:extLst>
              <a:ext uri="{FF2B5EF4-FFF2-40B4-BE49-F238E27FC236}">
                <a16:creationId xmlns:a16="http://schemas.microsoft.com/office/drawing/2014/main" id="{67E7F6BB-F99D-4F23-9151-56EC31EC23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5760" y="908720"/>
            <a:ext cx="8892480" cy="4495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pt-BR" altLang="pt-BR" dirty="0">
                <a:latin typeface="Calibri" panose="020F0502020204030204" pitchFamily="34" charset="0"/>
                <a:cs typeface="Calibri" panose="020F0502020204030204" pitchFamily="34" charset="0"/>
              </a:rPr>
              <a:t>Modelam as diferentes situações (estados) em que um objeto/bloco poderá se encontrar durante seu ciclo de vida.</a:t>
            </a:r>
          </a:p>
          <a:p>
            <a:pPr>
              <a:lnSpc>
                <a:spcPct val="80000"/>
              </a:lnSpc>
            </a:pPr>
            <a:endParaRPr lang="pt-BR" altLang="pt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</a:pPr>
            <a:endParaRPr lang="pt-BR" altLang="pt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</a:pPr>
            <a:endParaRPr lang="pt-BR" altLang="pt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</a:pPr>
            <a:r>
              <a:rPr lang="pt-BR" altLang="pt-BR" dirty="0">
                <a:latin typeface="Calibri" panose="020F0502020204030204" pitchFamily="34" charset="0"/>
                <a:cs typeface="Calibri" panose="020F0502020204030204" pitchFamily="34" charset="0"/>
              </a:rPr>
              <a:t>Mostram os diferentes eventos (</a:t>
            </a:r>
            <a:r>
              <a:rPr lang="pt-BR" altLang="pt-BR" i="1" dirty="0">
                <a:latin typeface="Calibri" panose="020F0502020204030204" pitchFamily="34" charset="0"/>
                <a:cs typeface="Calibri" panose="020F0502020204030204" pitchFamily="34" charset="0"/>
              </a:rPr>
              <a:t>triggers</a:t>
            </a:r>
            <a:r>
              <a:rPr lang="pt-BR" altLang="pt-BR" dirty="0">
                <a:latin typeface="Calibri" panose="020F0502020204030204" pitchFamily="34" charset="0"/>
                <a:cs typeface="Calibri" panose="020F0502020204030204" pitchFamily="34" charset="0"/>
              </a:rPr>
              <a:t>) que, sob certas condições (</a:t>
            </a:r>
            <a:r>
              <a:rPr lang="pt-BR" altLang="pt-BR" i="1" dirty="0" err="1">
                <a:latin typeface="Calibri" panose="020F0502020204030204" pitchFamily="34" charset="0"/>
                <a:cs typeface="Calibri" panose="020F0502020204030204" pitchFamily="34" charset="0"/>
              </a:rPr>
              <a:t>guards</a:t>
            </a:r>
            <a:r>
              <a:rPr lang="pt-BR" altLang="pt-BR" dirty="0">
                <a:latin typeface="Calibri" panose="020F0502020204030204" pitchFamily="34" charset="0"/>
                <a:cs typeface="Calibri" panose="020F0502020204030204" pitchFamily="34" charset="0"/>
              </a:rPr>
              <a:t>) causam ações (</a:t>
            </a:r>
            <a:r>
              <a:rPr lang="pt-BR" altLang="pt-BR" i="1" dirty="0" err="1">
                <a:latin typeface="Calibri" panose="020F0502020204030204" pitchFamily="34" charset="0"/>
                <a:cs typeface="Calibri" panose="020F0502020204030204" pitchFamily="34" charset="0"/>
              </a:rPr>
              <a:t>actions</a:t>
            </a:r>
            <a:r>
              <a:rPr lang="pt-BR" altLang="pt-BR" dirty="0">
                <a:latin typeface="Calibri" panose="020F0502020204030204" pitchFamily="34" charset="0"/>
                <a:cs typeface="Calibri" panose="020F0502020204030204" pitchFamily="34" charset="0"/>
              </a:rPr>
              <a:t>) e provocam a transição </a:t>
            </a:r>
            <a:r>
              <a:rPr lang="pt-BR" altLang="pt-BR" dirty="0" smtClean="0"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lang="pt-BR" altLang="pt-BR" dirty="0">
                <a:latin typeface="Calibri" panose="020F0502020204030204" pitchFamily="34" charset="0"/>
                <a:cs typeface="Calibri" panose="020F0502020204030204" pitchFamily="34" charset="0"/>
              </a:rPr>
              <a:t>um estado para outro.</a:t>
            </a:r>
          </a:p>
          <a:p>
            <a:pPr marL="0" indent="0">
              <a:lnSpc>
                <a:spcPct val="80000"/>
              </a:lnSpc>
              <a:buNone/>
            </a:pPr>
            <a:endParaRPr lang="pt-BR" altLang="pt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80000"/>
              </a:lnSpc>
              <a:buNone/>
            </a:pPr>
            <a:endParaRPr lang="pt-BR" altLang="pt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80000"/>
              </a:lnSpc>
              <a:buNone/>
            </a:pPr>
            <a:endParaRPr lang="pt-BR" altLang="pt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</a:pPr>
            <a:r>
              <a:rPr lang="pt-BR" altLang="pt-BR" dirty="0">
                <a:latin typeface="Calibri" panose="020F0502020204030204" pitchFamily="34" charset="0"/>
                <a:cs typeface="Calibri" panose="020F0502020204030204" pitchFamily="34" charset="0"/>
              </a:rPr>
              <a:t>O </a:t>
            </a:r>
            <a:r>
              <a:rPr lang="pt-BR" altLang="pt-BR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DTE</a:t>
            </a:r>
            <a:r>
              <a:rPr lang="pt-BR" altLang="pt-BR" dirty="0" smtClean="0">
                <a:latin typeface="Calibri" panose="020F0502020204030204" pitchFamily="34" charset="0"/>
                <a:cs typeface="Calibri" panose="020F0502020204030204" pitchFamily="34" charset="0"/>
              </a:rPr>
              <a:t> mostra </a:t>
            </a:r>
            <a:r>
              <a:rPr lang="pt-BR" altLang="pt-BR" dirty="0">
                <a:latin typeface="Calibri" panose="020F0502020204030204" pitchFamily="34" charset="0"/>
                <a:cs typeface="Calibri" panose="020F0502020204030204" pitchFamily="34" charset="0"/>
              </a:rPr>
              <a:t>quais são as possibilidades de transições de estados de um bloco/objeto, não uma foto com o estado atual de uma instância </a:t>
            </a:r>
            <a:r>
              <a:rPr lang="pt-BR" altLang="pt-BR" dirty="0" err="1">
                <a:latin typeface="Calibri" panose="020F0502020204030204" pitchFamily="34" charset="0"/>
                <a:cs typeface="Calibri" panose="020F0502020204030204" pitchFamily="34" charset="0"/>
              </a:rPr>
              <a:t>espercífica</a:t>
            </a:r>
            <a:r>
              <a:rPr lang="pt-BR" altLang="pt-BR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lnSpc>
                <a:spcPct val="80000"/>
              </a:lnSpc>
            </a:pPr>
            <a:endParaRPr lang="pt-BR" altLang="pt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>
            <a:extLst>
              <a:ext uri="{FF2B5EF4-FFF2-40B4-BE49-F238E27FC236}">
                <a16:creationId xmlns:a16="http://schemas.microsoft.com/office/drawing/2014/main" id="{582FE206-6A87-4358-93A0-E2680B9955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1912" y="188913"/>
            <a:ext cx="7344543" cy="576262"/>
          </a:xfrm>
        </p:spPr>
        <p:txBody>
          <a:bodyPr/>
          <a:lstStyle/>
          <a:p>
            <a:r>
              <a:rPr lang="pt-BR" altLang="pt-BR" sz="3200" dirty="0"/>
              <a:t>Transição e Eventos </a:t>
            </a:r>
          </a:p>
        </p:txBody>
      </p:sp>
      <p:sp>
        <p:nvSpPr>
          <p:cNvPr id="293891" name="Rectangle 3">
            <a:extLst>
              <a:ext uri="{FF2B5EF4-FFF2-40B4-BE49-F238E27FC236}">
                <a16:creationId xmlns:a16="http://schemas.microsoft.com/office/drawing/2014/main" id="{28AB2F82-CC64-4C75-9324-F81FAF49E7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104" y="908720"/>
            <a:ext cx="8858375" cy="5545138"/>
          </a:xfrm>
        </p:spPr>
        <p:txBody>
          <a:bodyPr/>
          <a:lstStyle/>
          <a:p>
            <a:r>
              <a:rPr lang="pt-BR" sz="3200" b="1" dirty="0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Transição</a:t>
            </a:r>
            <a:r>
              <a:rPr lang="pt-BR" sz="3200" dirty="0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Um</a:t>
            </a:r>
            <a:r>
              <a:rPr lang="pt-BR" sz="3200" b="0" i="0" dirty="0">
                <a:solidFill>
                  <a:srgbClr val="2021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relacionamento entre dois estados, que indica que </a:t>
            </a:r>
            <a:r>
              <a:rPr lang="pt-BR" sz="3200" dirty="0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um </a:t>
            </a:r>
            <a:r>
              <a:rPr lang="pt-BR" sz="3200" b="0" i="0" dirty="0">
                <a:solidFill>
                  <a:srgbClr val="2021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objeto/bloco está em um determinado estado e passará para o segundo mediante a ocorrência de um determinado evento e, em certos casos, desde que ocorra </a:t>
            </a:r>
            <a:r>
              <a:rPr lang="pt-BR" sz="3200" b="0" i="0" dirty="0" smtClean="0">
                <a:solidFill>
                  <a:srgbClr val="2021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também uma </a:t>
            </a:r>
            <a:r>
              <a:rPr lang="pt-BR" sz="3200" b="0" i="0" dirty="0">
                <a:solidFill>
                  <a:srgbClr val="2021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condição.</a:t>
            </a:r>
            <a:endParaRPr lang="pt-B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pt-BR" sz="3200" b="1" dirty="0">
              <a:solidFill>
                <a:srgbClr val="20212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3200" b="1" dirty="0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Evento (</a:t>
            </a:r>
            <a:r>
              <a:rPr lang="pt-BR" sz="3200" b="1" i="1" dirty="0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trigger</a:t>
            </a:r>
            <a:r>
              <a:rPr lang="pt-BR" sz="3200" b="1" dirty="0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pt-BR" sz="3200" b="0" i="0" dirty="0">
                <a:solidFill>
                  <a:srgbClr val="2021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pt-BR" sz="3200" dirty="0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pt-BR" sz="3200" dirty="0">
                <a:latin typeface="Calibri" panose="020F0502020204030204" pitchFamily="34" charset="0"/>
                <a:cs typeface="Calibri" panose="020F0502020204030204" pitchFamily="34" charset="0"/>
              </a:rPr>
              <a:t>epresenta uma ação externa ao objeto que, por este é reconhecido e funciona com um gatilho (trigger) que sinaliza que deve ser avaliada uma mudança de estado.</a:t>
            </a:r>
          </a:p>
          <a:p>
            <a:pPr marL="0" indent="0">
              <a:buNone/>
            </a:pPr>
            <a:r>
              <a:rPr lang="pt-BR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pt-BR" altLang="pt-B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pt-BR" altLang="pt-B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Tx/>
              <a:buNone/>
            </a:pPr>
            <a:endParaRPr lang="pt-BR" altLang="pt-B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715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>
            <a:extLst>
              <a:ext uri="{FF2B5EF4-FFF2-40B4-BE49-F238E27FC236}">
                <a16:creationId xmlns:a16="http://schemas.microsoft.com/office/drawing/2014/main" id="{582FE206-6A87-4358-93A0-E2680B9955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1912" y="188913"/>
            <a:ext cx="7344543" cy="576262"/>
          </a:xfrm>
        </p:spPr>
        <p:txBody>
          <a:bodyPr/>
          <a:lstStyle/>
          <a:p>
            <a:r>
              <a:rPr lang="pt-BR" altLang="pt-BR" sz="3200" dirty="0"/>
              <a:t>Condições (guarda) e Ações (Efeitos)</a:t>
            </a:r>
          </a:p>
        </p:txBody>
      </p:sp>
      <p:sp>
        <p:nvSpPr>
          <p:cNvPr id="293891" name="Rectangle 3">
            <a:extLst>
              <a:ext uri="{FF2B5EF4-FFF2-40B4-BE49-F238E27FC236}">
                <a16:creationId xmlns:a16="http://schemas.microsoft.com/office/drawing/2014/main" id="{28AB2F82-CC64-4C75-9324-F81FAF49E7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104" y="908720"/>
            <a:ext cx="9109896" cy="5545138"/>
          </a:xfrm>
        </p:spPr>
        <p:txBody>
          <a:bodyPr/>
          <a:lstStyle/>
          <a:p>
            <a:pPr algn="l"/>
            <a:r>
              <a:rPr lang="pt-BR" sz="3200" b="1" dirty="0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Condições (</a:t>
            </a:r>
            <a:r>
              <a:rPr lang="pt-BR" sz="3200" b="1" i="1" dirty="0" err="1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guard</a:t>
            </a:r>
            <a:r>
              <a:rPr lang="pt-BR" sz="3200" b="1" dirty="0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pt-BR" sz="3200" dirty="0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pt-BR" dirty="0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mesmo que opcional, </a:t>
            </a:r>
            <a:r>
              <a:rPr lang="pt-BR" dirty="0" smtClean="0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descreve</a:t>
            </a:r>
            <a:r>
              <a:rPr lang="pt-BR" dirty="0" smtClean="0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dirty="0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uma condição que, quando presente no modelo, é avaliada no momento e que o estado reconhece o evento, produzindo um resultado </a:t>
            </a:r>
            <a:r>
              <a:rPr lang="pt-BR" b="1" dirty="0" err="1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pt-BR" dirty="0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ou </a:t>
            </a:r>
            <a:r>
              <a:rPr lang="pt-BR" b="1" dirty="0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false</a:t>
            </a:r>
            <a:r>
              <a:rPr lang="pt-BR" dirty="0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Se verdadeira, é a causa que habilita a transição de estado. Aparece sempre entre [].</a:t>
            </a:r>
          </a:p>
          <a:p>
            <a:pPr algn="l"/>
            <a:endParaRPr lang="pt-B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3200" b="1" dirty="0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Ação (</a:t>
            </a:r>
            <a:r>
              <a:rPr lang="pt-BR" sz="3200" b="1" i="1" dirty="0" err="1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effect</a:t>
            </a:r>
            <a:r>
              <a:rPr lang="pt-BR" sz="3200" b="1" i="1" dirty="0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ou </a:t>
            </a:r>
            <a:r>
              <a:rPr lang="pt-BR" sz="3200" b="1" i="1" dirty="0" err="1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action</a:t>
            </a:r>
            <a:r>
              <a:rPr lang="pt-BR" sz="3200" b="1" dirty="0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pt-BR" sz="3200" b="0" i="0" dirty="0">
                <a:solidFill>
                  <a:srgbClr val="2021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pt-BR" dirty="0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pt-BR" dirty="0">
                <a:latin typeface="Calibri" panose="020F0502020204030204" pitchFamily="34" charset="0"/>
                <a:cs typeface="Calibri" panose="020F0502020204030204" pitchFamily="34" charset="0"/>
              </a:rPr>
              <a:t>epresenta um comportamento que é executado durante a transição do estados, desde que o evento seja reconhecido e a condição (guarda) seja avaliada como verdadeira</a:t>
            </a:r>
          </a:p>
          <a:p>
            <a:pPr marL="0" indent="0">
              <a:buNone/>
            </a:pPr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pt-BR" altLang="pt-B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pt-BR" altLang="pt-B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Tx/>
              <a:buNone/>
            </a:pPr>
            <a:endParaRPr lang="pt-BR" altLang="pt-B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7A6BA7D-5819-4DAE-9E6C-E2FFA26E2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5562005"/>
            <a:ext cx="5954079" cy="129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50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>
            <a:extLst>
              <a:ext uri="{FF2B5EF4-FFF2-40B4-BE49-F238E27FC236}">
                <a16:creationId xmlns:a16="http://schemas.microsoft.com/office/drawing/2014/main" id="{8E951566-3013-42B5-8678-C8B1FFBCC9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0" y="135737"/>
            <a:ext cx="6553200" cy="684951"/>
          </a:xfrm>
        </p:spPr>
        <p:txBody>
          <a:bodyPr/>
          <a:lstStyle/>
          <a:p>
            <a:r>
              <a:rPr lang="pt-BR" altLang="pt-BR" sz="2800" dirty="0"/>
              <a:t>Avançando na Modelagem de Estados</a:t>
            </a:r>
          </a:p>
        </p:txBody>
      </p:sp>
      <p:sp>
        <p:nvSpPr>
          <p:cNvPr id="288772" name="Text Box 4">
            <a:extLst>
              <a:ext uri="{FF2B5EF4-FFF2-40B4-BE49-F238E27FC236}">
                <a16:creationId xmlns:a16="http://schemas.microsoft.com/office/drawing/2014/main" id="{D7024ED7-4F34-4458-87C2-B3E109D443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1" y="908720"/>
            <a:ext cx="9067799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pt-BR" altLang="pt-BR" sz="2800" b="1" dirty="0">
                <a:latin typeface="Calibri" panose="020F0502020204030204" pitchFamily="34" charset="0"/>
                <a:cs typeface="Calibri" panose="020F0502020204030204" pitchFamily="34" charset="0"/>
              </a:rPr>
              <a:t>Ações  (internas) </a:t>
            </a:r>
            <a:r>
              <a:rPr lang="pt-BR" altLang="pt-BR" sz="2800" dirty="0">
                <a:latin typeface="Calibri" panose="020F0502020204030204" pitchFamily="34" charset="0"/>
                <a:cs typeface="Calibri" panose="020F0502020204030204" pitchFamily="34" charset="0"/>
              </a:rPr>
              <a:t>aparecem modelada no segundo compartimento do estado, evidenciando algo que será executado ou acionado ......:</a:t>
            </a:r>
          </a:p>
          <a:p>
            <a:pPr algn="l">
              <a:spcBef>
                <a:spcPct val="50000"/>
              </a:spcBef>
              <a:buFontTx/>
              <a:buChar char="•"/>
            </a:pPr>
            <a:r>
              <a:rPr lang="pt-BR" altLang="pt-BR" sz="2800" dirty="0">
                <a:latin typeface="Calibri" panose="020F0502020204030204" pitchFamily="34" charset="0"/>
                <a:cs typeface="Calibri" panose="020F0502020204030204" pitchFamily="34" charset="0"/>
              </a:rPr>
              <a:t> ...No instante de Entrada/Saída do Estado (</a:t>
            </a:r>
            <a:r>
              <a:rPr lang="pt-BR" altLang="pt-BR" sz="2800" b="1" dirty="0" err="1">
                <a:latin typeface="Calibri" panose="020F0502020204030204" pitchFamily="34" charset="0"/>
                <a:cs typeface="Calibri" panose="020F0502020204030204" pitchFamily="34" charset="0"/>
              </a:rPr>
              <a:t>entry</a:t>
            </a:r>
            <a:r>
              <a:rPr lang="pt-BR" altLang="pt-BR" sz="2800" dirty="0">
                <a:latin typeface="Calibri" panose="020F0502020204030204" pitchFamily="34" charset="0"/>
                <a:cs typeface="Calibri" panose="020F0502020204030204" pitchFamily="34" charset="0"/>
              </a:rPr>
              <a:t> ou </a:t>
            </a:r>
            <a:r>
              <a:rPr lang="pt-BR" altLang="pt-BR" sz="2800" b="1" dirty="0" err="1">
                <a:latin typeface="Calibri" panose="020F0502020204030204" pitchFamily="34" charset="0"/>
                <a:cs typeface="Calibri" panose="020F0502020204030204" pitchFamily="34" charset="0"/>
              </a:rPr>
              <a:t>exit</a:t>
            </a:r>
            <a:r>
              <a:rPr lang="pt-BR" altLang="pt-BR" sz="28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algn="l">
              <a:spcBef>
                <a:spcPct val="50000"/>
              </a:spcBef>
              <a:buFontTx/>
              <a:buChar char="•"/>
            </a:pPr>
            <a:r>
              <a:rPr lang="pt-BR" altLang="pt-BR" sz="2800" dirty="0">
                <a:latin typeface="Calibri" panose="020F0502020204030204" pitchFamily="34" charset="0"/>
                <a:cs typeface="Calibri" panose="020F0502020204030204" pitchFamily="34" charset="0"/>
              </a:rPr>
              <a:t> ...No tempo em que durar o estado durar (</a:t>
            </a:r>
            <a:r>
              <a:rPr lang="pt-BR" altLang="pt-BR" sz="2800" b="1" dirty="0">
                <a:latin typeface="Calibri" panose="020F0502020204030204" pitchFamily="34" charset="0"/>
                <a:cs typeface="Calibri" panose="020F0502020204030204" pitchFamily="34" charset="0"/>
              </a:rPr>
              <a:t>do</a:t>
            </a:r>
            <a:r>
              <a:rPr lang="pt-BR" altLang="pt-BR" sz="28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algn="l">
              <a:spcBef>
                <a:spcPct val="50000"/>
              </a:spcBef>
              <a:buFontTx/>
              <a:buChar char="•"/>
            </a:pPr>
            <a:endParaRPr lang="pt-BR" altLang="pt-BR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97B432F-C48A-4EBA-A6DB-372CF78EC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3602" y="4293096"/>
            <a:ext cx="3258930" cy="2395834"/>
          </a:xfrm>
          <a:prstGeom prst="rect">
            <a:avLst/>
          </a:prstGeom>
        </p:spPr>
      </p:pic>
      <p:sp>
        <p:nvSpPr>
          <p:cNvPr id="288778" name="Freeform 10">
            <a:extLst>
              <a:ext uri="{FF2B5EF4-FFF2-40B4-BE49-F238E27FC236}">
                <a16:creationId xmlns:a16="http://schemas.microsoft.com/office/drawing/2014/main" id="{0974FD76-83FA-4E11-8F97-314D7A83EFC4}"/>
              </a:ext>
            </a:extLst>
          </p:cNvPr>
          <p:cNvSpPr>
            <a:spLocks/>
          </p:cNvSpPr>
          <p:nvPr/>
        </p:nvSpPr>
        <p:spPr bwMode="auto">
          <a:xfrm>
            <a:off x="5862365" y="3524438"/>
            <a:ext cx="1973764" cy="1988934"/>
          </a:xfrm>
          <a:custGeom>
            <a:avLst/>
            <a:gdLst>
              <a:gd name="T0" fmla="*/ 6 w 1544"/>
              <a:gd name="T1" fmla="*/ 0 h 1474"/>
              <a:gd name="T2" fmla="*/ 1257 w 1544"/>
              <a:gd name="T3" fmla="*/ 297 h 1474"/>
              <a:gd name="T4" fmla="*/ 1515 w 1544"/>
              <a:gd name="T5" fmla="*/ 833 h 1474"/>
              <a:gd name="T6" fmla="*/ 1084 w 1544"/>
              <a:gd name="T7" fmla="*/ 1369 h 1474"/>
              <a:gd name="T8" fmla="*/ 0 w 1544"/>
              <a:gd name="T9" fmla="*/ 1464 h 14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44" h="1474">
                <a:moveTo>
                  <a:pt x="6" y="0"/>
                </a:moveTo>
                <a:cubicBezTo>
                  <a:pt x="213" y="51"/>
                  <a:pt x="1006" y="158"/>
                  <a:pt x="1257" y="297"/>
                </a:cubicBezTo>
                <a:cubicBezTo>
                  <a:pt x="1508" y="436"/>
                  <a:pt x="1544" y="655"/>
                  <a:pt x="1515" y="833"/>
                </a:cubicBezTo>
                <a:cubicBezTo>
                  <a:pt x="1487" y="1012"/>
                  <a:pt x="1336" y="1264"/>
                  <a:pt x="1084" y="1369"/>
                </a:cubicBezTo>
                <a:cubicBezTo>
                  <a:pt x="832" y="1474"/>
                  <a:pt x="226" y="1444"/>
                  <a:pt x="0" y="1464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288777" name="Freeform 9">
            <a:extLst>
              <a:ext uri="{FF2B5EF4-FFF2-40B4-BE49-F238E27FC236}">
                <a16:creationId xmlns:a16="http://schemas.microsoft.com/office/drawing/2014/main" id="{4BC1A606-8CFC-40DE-91BD-AA62FC8B54DB}"/>
              </a:ext>
            </a:extLst>
          </p:cNvPr>
          <p:cNvSpPr>
            <a:spLocks/>
          </p:cNvSpPr>
          <p:nvPr/>
        </p:nvSpPr>
        <p:spPr bwMode="auto">
          <a:xfrm>
            <a:off x="6588224" y="2852935"/>
            <a:ext cx="2446478" cy="2376265"/>
          </a:xfrm>
          <a:custGeom>
            <a:avLst/>
            <a:gdLst>
              <a:gd name="T0" fmla="*/ 197 w 1544"/>
              <a:gd name="T1" fmla="*/ 0 h 1454"/>
              <a:gd name="T2" fmla="*/ 1257 w 1544"/>
              <a:gd name="T3" fmla="*/ 277 h 1454"/>
              <a:gd name="T4" fmla="*/ 1515 w 1544"/>
              <a:gd name="T5" fmla="*/ 813 h 1454"/>
              <a:gd name="T6" fmla="*/ 1084 w 1544"/>
              <a:gd name="T7" fmla="*/ 1349 h 1454"/>
              <a:gd name="T8" fmla="*/ 0 w 1544"/>
              <a:gd name="T9" fmla="*/ 1444 h 14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44" h="1454">
                <a:moveTo>
                  <a:pt x="197" y="0"/>
                </a:moveTo>
                <a:cubicBezTo>
                  <a:pt x="374" y="49"/>
                  <a:pt x="1037" y="141"/>
                  <a:pt x="1257" y="277"/>
                </a:cubicBezTo>
                <a:cubicBezTo>
                  <a:pt x="1477" y="413"/>
                  <a:pt x="1544" y="635"/>
                  <a:pt x="1515" y="813"/>
                </a:cubicBezTo>
                <a:cubicBezTo>
                  <a:pt x="1487" y="992"/>
                  <a:pt x="1336" y="1244"/>
                  <a:pt x="1084" y="1349"/>
                </a:cubicBezTo>
                <a:cubicBezTo>
                  <a:pt x="832" y="1454"/>
                  <a:pt x="226" y="1424"/>
                  <a:pt x="0" y="1444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6" name="Freeform 9">
            <a:extLst>
              <a:ext uri="{FF2B5EF4-FFF2-40B4-BE49-F238E27FC236}">
                <a16:creationId xmlns:a16="http://schemas.microsoft.com/office/drawing/2014/main" id="{2B50CA90-8CB1-4D0E-9FDA-21B873E0AF97}"/>
              </a:ext>
            </a:extLst>
          </p:cNvPr>
          <p:cNvSpPr>
            <a:spLocks/>
          </p:cNvSpPr>
          <p:nvPr/>
        </p:nvSpPr>
        <p:spPr bwMode="auto">
          <a:xfrm flipH="1">
            <a:off x="1353070" y="2996952"/>
            <a:ext cx="2950534" cy="2952328"/>
          </a:xfrm>
          <a:custGeom>
            <a:avLst/>
            <a:gdLst>
              <a:gd name="T0" fmla="*/ 197 w 1544"/>
              <a:gd name="T1" fmla="*/ 0 h 1454"/>
              <a:gd name="T2" fmla="*/ 1257 w 1544"/>
              <a:gd name="T3" fmla="*/ 277 h 1454"/>
              <a:gd name="T4" fmla="*/ 1515 w 1544"/>
              <a:gd name="T5" fmla="*/ 813 h 1454"/>
              <a:gd name="T6" fmla="*/ 1084 w 1544"/>
              <a:gd name="T7" fmla="*/ 1349 h 1454"/>
              <a:gd name="T8" fmla="*/ 0 w 1544"/>
              <a:gd name="T9" fmla="*/ 1444 h 14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44" h="1454">
                <a:moveTo>
                  <a:pt x="197" y="0"/>
                </a:moveTo>
                <a:cubicBezTo>
                  <a:pt x="374" y="49"/>
                  <a:pt x="1037" y="141"/>
                  <a:pt x="1257" y="277"/>
                </a:cubicBezTo>
                <a:cubicBezTo>
                  <a:pt x="1477" y="413"/>
                  <a:pt x="1544" y="635"/>
                  <a:pt x="1515" y="813"/>
                </a:cubicBezTo>
                <a:cubicBezTo>
                  <a:pt x="1487" y="992"/>
                  <a:pt x="1336" y="1244"/>
                  <a:pt x="1084" y="1349"/>
                </a:cubicBezTo>
                <a:cubicBezTo>
                  <a:pt x="832" y="1454"/>
                  <a:pt x="226" y="1424"/>
                  <a:pt x="0" y="1444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8344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2E1153ED-3CD3-4B6D-ACC6-AECEFA7DB2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98" y="1614784"/>
            <a:ext cx="9016254" cy="2173919"/>
          </a:xfrm>
        </p:spPr>
      </p:pic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BC405A71-306E-4A05-8322-8A321B494E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5755DE-C5E9-49A1-AF64-31300A0106E6}" type="slidenum">
              <a:rPr lang="pt-BR" altLang="pt-BR" smtClean="0"/>
              <a:pPr>
                <a:defRPr/>
              </a:pPr>
              <a:t>9</a:t>
            </a:fld>
            <a:endParaRPr lang="pt-BR" altLang="pt-BR"/>
          </a:p>
          <a:p>
            <a:pPr>
              <a:defRPr/>
            </a:pPr>
            <a:endParaRPr lang="pt-BR" altLang="pt-BR" sz="160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F7025E0-7BC7-4274-8E86-A2B30C076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Ações </a:t>
            </a:r>
            <a:r>
              <a:rPr lang="pt-BR" dirty="0" err="1"/>
              <a:t>Entry</a:t>
            </a:r>
            <a:r>
              <a:rPr lang="pt-BR" dirty="0"/>
              <a:t> e </a:t>
            </a:r>
            <a:r>
              <a:rPr lang="pt-BR" dirty="0" err="1"/>
              <a:t>Exit</a:t>
            </a:r>
            <a:endParaRPr lang="pt-BR" dirty="0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C9B4BBB1-CB06-4D1A-A9D2-25302D96451A}"/>
              </a:ext>
            </a:extLst>
          </p:cNvPr>
          <p:cNvSpPr txBox="1">
            <a:spLocks/>
          </p:cNvSpPr>
          <p:nvPr/>
        </p:nvSpPr>
        <p:spPr bwMode="auto">
          <a:xfrm>
            <a:off x="285750" y="1038522"/>
            <a:ext cx="4244975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dirty="0"/>
              <a:t>Estados de </a:t>
            </a:r>
            <a:r>
              <a:rPr lang="pt-BR" b="1" dirty="0"/>
              <a:t>Vaga</a:t>
            </a:r>
          </a:p>
        </p:txBody>
      </p:sp>
    </p:spTree>
    <p:extLst>
      <p:ext uri="{BB962C8B-B14F-4D97-AF65-F5344CB8AC3E}">
        <p14:creationId xmlns:p14="http://schemas.microsoft.com/office/powerpoint/2010/main" val="2703121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39D07F5-7DC5-4BE5-997B-BF0CE5C39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28" y="3717032"/>
            <a:ext cx="3113137" cy="1676305"/>
          </a:xfrm>
          <a:prstGeom prst="rect">
            <a:avLst/>
          </a:prstGeom>
        </p:spPr>
      </p:pic>
      <p:sp>
        <p:nvSpPr>
          <p:cNvPr id="288770" name="Rectangle 2">
            <a:extLst>
              <a:ext uri="{FF2B5EF4-FFF2-40B4-BE49-F238E27FC236}">
                <a16:creationId xmlns:a16="http://schemas.microsoft.com/office/drawing/2014/main" id="{8E951566-3013-42B5-8678-C8B1FFBCC9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0" y="135737"/>
            <a:ext cx="6553200" cy="684951"/>
          </a:xfrm>
        </p:spPr>
        <p:txBody>
          <a:bodyPr/>
          <a:lstStyle/>
          <a:p>
            <a:r>
              <a:rPr lang="pt-BR" altLang="pt-BR" sz="2800" dirty="0"/>
              <a:t>Avançando na Modelagem de Estados</a:t>
            </a:r>
          </a:p>
        </p:txBody>
      </p:sp>
      <p:sp>
        <p:nvSpPr>
          <p:cNvPr id="288772" name="Text Box 4">
            <a:extLst>
              <a:ext uri="{FF2B5EF4-FFF2-40B4-BE49-F238E27FC236}">
                <a16:creationId xmlns:a16="http://schemas.microsoft.com/office/drawing/2014/main" id="{D7024ED7-4F34-4458-87C2-B3E109D443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09" y="828022"/>
            <a:ext cx="9010487" cy="6771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pt-BR" altLang="pt-BR" sz="3200" b="1" dirty="0">
                <a:latin typeface="Calibri" panose="020F0502020204030204" pitchFamily="34" charset="0"/>
                <a:cs typeface="Calibri" panose="020F0502020204030204" pitchFamily="34" charset="0"/>
              </a:rPr>
              <a:t>Uma Transição Interna </a:t>
            </a:r>
            <a:r>
              <a:rPr lang="pt-BR" altLang="pt-BR" sz="2800" dirty="0">
                <a:latin typeface="Calibri" panose="020F0502020204030204" pitchFamily="34" charset="0"/>
                <a:cs typeface="Calibri" panose="020F0502020204030204" pitchFamily="34" charset="0"/>
              </a:rPr>
              <a:t>lida com eventos que </a:t>
            </a:r>
            <a:r>
              <a:rPr lang="pt-BR" altLang="pt-B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ocorrem em um </a:t>
            </a:r>
            <a:r>
              <a:rPr lang="pt-BR" altLang="pt-BR" sz="2800" dirty="0">
                <a:latin typeface="Calibri" panose="020F0502020204030204" pitchFamily="34" charset="0"/>
                <a:cs typeface="Calibri" panose="020F0502020204030204" pitchFamily="34" charset="0"/>
              </a:rPr>
              <a:t>bloco/objeto quando este está em determinado estado</a:t>
            </a:r>
          </a:p>
          <a:p>
            <a:pPr algn="l">
              <a:spcBef>
                <a:spcPct val="50000"/>
              </a:spcBef>
            </a:pPr>
            <a:r>
              <a:rPr lang="pt-BR" altLang="pt-BR" sz="2800" dirty="0">
                <a:latin typeface="Calibri" panose="020F0502020204030204" pitchFamily="34" charset="0"/>
                <a:cs typeface="Calibri" panose="020F0502020204030204" pitchFamily="34" charset="0"/>
              </a:rPr>
              <a:t>Estes eventos (triggers) são reconhecidos pelo objeto que está em um estado (executando alguma ação DO, p.ex.). </a:t>
            </a:r>
          </a:p>
          <a:p>
            <a:pPr algn="l">
              <a:spcBef>
                <a:spcPct val="50000"/>
              </a:spcBef>
            </a:pPr>
            <a:r>
              <a:rPr lang="pt-BR" altLang="pt-BR" sz="2800" dirty="0">
                <a:latin typeface="Calibri" panose="020F0502020204030204" pitchFamily="34" charset="0"/>
                <a:cs typeface="Calibri" panose="020F0502020204030204" pitchFamily="34" charset="0"/>
              </a:rPr>
              <a:t>Não provocam transição de estado, mas sim o disparo de uma outra ação. Evento interno não ativa as ações </a:t>
            </a:r>
            <a:r>
              <a:rPr lang="pt-BR" altLang="pt-BR" sz="2800" b="1" dirty="0" err="1">
                <a:latin typeface="Calibri" panose="020F0502020204030204" pitchFamily="34" charset="0"/>
                <a:cs typeface="Calibri" panose="020F0502020204030204" pitchFamily="34" charset="0"/>
              </a:rPr>
              <a:t>entry</a:t>
            </a:r>
            <a:r>
              <a:rPr lang="pt-BR" altLang="pt-BR" sz="2800" dirty="0"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pt-BR" altLang="pt-BR" sz="2800" b="1" dirty="0" err="1">
                <a:latin typeface="Calibri" panose="020F0502020204030204" pitchFamily="34" charset="0"/>
                <a:cs typeface="Calibri" panose="020F0502020204030204" pitchFamily="34" charset="0"/>
              </a:rPr>
              <a:t>exit</a:t>
            </a:r>
            <a:r>
              <a:rPr lang="pt-BR" altLang="pt-BR" sz="2800" b="1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pt-BR" altLang="pt-BR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l">
              <a:spcBef>
                <a:spcPct val="50000"/>
              </a:spcBef>
            </a:pPr>
            <a:endParaRPr lang="pt-BR" altLang="pt-BR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spcBef>
                <a:spcPct val="50000"/>
              </a:spcBef>
            </a:pPr>
            <a:r>
              <a:rPr lang="pt-BR" altLang="pt-BR" sz="2800" dirty="0">
                <a:latin typeface="Calibri" panose="020F0502020204030204" pitchFamily="34" charset="0"/>
                <a:cs typeface="Calibri" panose="020F0502020204030204" pitchFamily="34" charset="0"/>
              </a:rPr>
              <a:t>Se fossem eventos externos, apareceriam modelados em uma transição (seta) pois provocariam uma mudança de estado</a:t>
            </a:r>
          </a:p>
          <a:p>
            <a:pPr algn="l">
              <a:spcBef>
                <a:spcPct val="50000"/>
              </a:spcBef>
            </a:pPr>
            <a:endParaRPr lang="pt-BR" altLang="pt-B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BC405A71-306E-4A05-8322-8A321B494E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5755DE-C5E9-49A1-AF64-31300A0106E6}" type="slidenum">
              <a:rPr lang="pt-BR" altLang="pt-BR" smtClean="0"/>
              <a:pPr>
                <a:defRPr/>
              </a:pPr>
              <a:t>11</a:t>
            </a:fld>
            <a:endParaRPr lang="pt-BR" altLang="pt-BR"/>
          </a:p>
          <a:p>
            <a:pPr>
              <a:defRPr/>
            </a:pPr>
            <a:endParaRPr lang="pt-BR" altLang="pt-BR" sz="160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F7025E0-7BC7-4274-8E86-A2B30C076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Ações </a:t>
            </a:r>
            <a:r>
              <a:rPr lang="pt-BR" dirty="0" err="1"/>
              <a:t>Entry</a:t>
            </a:r>
            <a:r>
              <a:rPr lang="pt-BR" dirty="0"/>
              <a:t> e </a:t>
            </a:r>
            <a:r>
              <a:rPr lang="pt-BR" dirty="0" err="1"/>
              <a:t>Exit</a:t>
            </a:r>
            <a:endParaRPr lang="pt-BR" dirty="0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C9B4BBB1-CB06-4D1A-A9D2-25302D96451A}"/>
              </a:ext>
            </a:extLst>
          </p:cNvPr>
          <p:cNvSpPr txBox="1">
            <a:spLocks/>
          </p:cNvSpPr>
          <p:nvPr/>
        </p:nvSpPr>
        <p:spPr bwMode="auto">
          <a:xfrm>
            <a:off x="285750" y="1038522"/>
            <a:ext cx="5870426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dirty="0"/>
              <a:t>Estados de </a:t>
            </a:r>
            <a:r>
              <a:rPr lang="pt-BR" b="1" dirty="0"/>
              <a:t>Painel de Vagas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4E4FD6B-F032-4D70-B352-915B6D58A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7" y="2379067"/>
            <a:ext cx="9085346" cy="2099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061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>
            <a:extLst>
              <a:ext uri="{FF2B5EF4-FFF2-40B4-BE49-F238E27FC236}">
                <a16:creationId xmlns:a16="http://schemas.microsoft.com/office/drawing/2014/main" id="{582FE206-6A87-4358-93A0-E2680B9955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1913" y="188913"/>
            <a:ext cx="7561262" cy="576262"/>
          </a:xfrm>
        </p:spPr>
        <p:txBody>
          <a:bodyPr/>
          <a:lstStyle/>
          <a:p>
            <a:r>
              <a:rPr lang="pt-BR" altLang="pt-BR" sz="2800" dirty="0" err="1"/>
              <a:t>Pseudo-Estados</a:t>
            </a:r>
            <a:endParaRPr lang="pt-BR" altLang="pt-BR" sz="2800" dirty="0"/>
          </a:p>
        </p:txBody>
      </p:sp>
      <p:sp>
        <p:nvSpPr>
          <p:cNvPr id="293891" name="Rectangle 3">
            <a:extLst>
              <a:ext uri="{FF2B5EF4-FFF2-40B4-BE49-F238E27FC236}">
                <a16:creationId xmlns:a16="http://schemas.microsoft.com/office/drawing/2014/main" id="{28AB2F82-CC64-4C75-9324-F81FAF49E7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700" y="922459"/>
            <a:ext cx="5220072" cy="5545138"/>
          </a:xfrm>
        </p:spPr>
        <p:txBody>
          <a:bodyPr/>
          <a:lstStyle/>
          <a:p>
            <a:pPr algn="l">
              <a:spcBef>
                <a:spcPct val="0"/>
              </a:spcBef>
            </a:pPr>
            <a:r>
              <a:rPr lang="pt-PT" altLang="pt-BR" dirty="0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Pseudo-estados são transitórios.</a:t>
            </a:r>
          </a:p>
          <a:p>
            <a:pPr algn="l">
              <a:spcBef>
                <a:spcPct val="0"/>
              </a:spcBef>
            </a:pPr>
            <a:r>
              <a:rPr lang="pt-PT" altLang="pt-BR" dirty="0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Significa que não são estados no sentido real e que o sistema não pode permanecer em um pseudo-estado. </a:t>
            </a:r>
          </a:p>
          <a:p>
            <a:pPr algn="l">
              <a:spcBef>
                <a:spcPct val="0"/>
              </a:spcBef>
            </a:pPr>
            <a:r>
              <a:rPr lang="pt-PT" altLang="pt-BR" dirty="0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São estruturas de controle relacionadas a estados e transições de estado mais complexas. </a:t>
            </a:r>
          </a:p>
          <a:p>
            <a:pPr algn="l">
              <a:spcBef>
                <a:spcPct val="0"/>
              </a:spcBef>
            </a:pPr>
            <a:r>
              <a:rPr lang="pt-PT" altLang="pt-BR" dirty="0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Atividades/Ações não poem ser modelada em pseudo-estados</a:t>
            </a:r>
          </a:p>
          <a:p>
            <a:pPr marL="0" indent="0" algn="l">
              <a:spcBef>
                <a:spcPct val="0"/>
              </a:spcBef>
              <a:buNone/>
            </a:pPr>
            <a:endParaRPr kumimoji="0" lang="pt-PT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buFontTx/>
              <a:buNone/>
            </a:pPr>
            <a:endParaRPr lang="pt-BR" altLang="pt-B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60ED25F-9D4C-4251-8CD6-35AC87C01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7782" y="2248347"/>
            <a:ext cx="1428750" cy="1504950"/>
          </a:xfrm>
          <a:prstGeom prst="rect">
            <a:avLst/>
          </a:prstGeom>
        </p:spPr>
      </p:pic>
      <p:sp>
        <p:nvSpPr>
          <p:cNvPr id="10" name="Espaço Reservado para Conteúdo 6">
            <a:extLst>
              <a:ext uri="{FF2B5EF4-FFF2-40B4-BE49-F238E27FC236}">
                <a16:creationId xmlns:a16="http://schemas.microsoft.com/office/drawing/2014/main" id="{FB31371D-4A8C-4B73-8113-7ECB1257A919}"/>
              </a:ext>
            </a:extLst>
          </p:cNvPr>
          <p:cNvSpPr txBox="1">
            <a:spLocks/>
          </p:cNvSpPr>
          <p:nvPr/>
        </p:nvSpPr>
        <p:spPr bwMode="auto">
          <a:xfrm>
            <a:off x="4572000" y="963400"/>
            <a:ext cx="4572000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dirty="0"/>
              <a:t>Principais </a:t>
            </a:r>
          </a:p>
          <a:p>
            <a:pPr marL="0" indent="0" algn="ctr">
              <a:buNone/>
            </a:pPr>
            <a:r>
              <a:rPr lang="pt-BR" dirty="0" err="1"/>
              <a:t>Pseudo-Estados</a:t>
            </a:r>
            <a:endParaRPr lang="pt-BR" b="1" dirty="0"/>
          </a:p>
        </p:txBody>
      </p:sp>
      <p:sp>
        <p:nvSpPr>
          <p:cNvPr id="11" name="Espaço Reservado para Conteúdo 6">
            <a:extLst>
              <a:ext uri="{FF2B5EF4-FFF2-40B4-BE49-F238E27FC236}">
                <a16:creationId xmlns:a16="http://schemas.microsoft.com/office/drawing/2014/main" id="{A1D84E45-82A0-4B18-8385-DA1A0DF8863A}"/>
              </a:ext>
            </a:extLst>
          </p:cNvPr>
          <p:cNvSpPr txBox="1">
            <a:spLocks/>
          </p:cNvSpPr>
          <p:nvPr/>
        </p:nvSpPr>
        <p:spPr bwMode="auto">
          <a:xfrm>
            <a:off x="4812840" y="2205302"/>
            <a:ext cx="2924942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pt-BR" dirty="0"/>
              <a:t>Inicial</a:t>
            </a:r>
            <a:endParaRPr lang="pt-BR" b="1" dirty="0"/>
          </a:p>
        </p:txBody>
      </p:sp>
      <p:sp>
        <p:nvSpPr>
          <p:cNvPr id="12" name="Espaço Reservado para Conteúdo 6">
            <a:extLst>
              <a:ext uri="{FF2B5EF4-FFF2-40B4-BE49-F238E27FC236}">
                <a16:creationId xmlns:a16="http://schemas.microsoft.com/office/drawing/2014/main" id="{0B8CBFF0-5F11-4000-B36F-CA6403978E5A}"/>
              </a:ext>
            </a:extLst>
          </p:cNvPr>
          <p:cNvSpPr txBox="1">
            <a:spLocks/>
          </p:cNvSpPr>
          <p:nvPr/>
        </p:nvSpPr>
        <p:spPr bwMode="auto">
          <a:xfrm>
            <a:off x="4911004" y="3032825"/>
            <a:ext cx="2924942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pt-BR" dirty="0"/>
              <a:t>Final</a:t>
            </a:r>
            <a:endParaRPr lang="pt-BR" b="1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4377C7D-78C9-43B1-B1D6-7CDF75639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3775" y="4223984"/>
            <a:ext cx="2819400" cy="2457450"/>
          </a:xfrm>
          <a:prstGeom prst="rect">
            <a:avLst/>
          </a:prstGeom>
        </p:spPr>
      </p:pic>
      <p:sp>
        <p:nvSpPr>
          <p:cNvPr id="15" name="Espaço Reservado para Conteúdo 6">
            <a:extLst>
              <a:ext uri="{FF2B5EF4-FFF2-40B4-BE49-F238E27FC236}">
                <a16:creationId xmlns:a16="http://schemas.microsoft.com/office/drawing/2014/main" id="{53049607-4F15-4150-9DA1-4529200889C2}"/>
              </a:ext>
            </a:extLst>
          </p:cNvPr>
          <p:cNvSpPr txBox="1">
            <a:spLocks/>
          </p:cNvSpPr>
          <p:nvPr/>
        </p:nvSpPr>
        <p:spPr bwMode="auto">
          <a:xfrm>
            <a:off x="4812840" y="3566042"/>
            <a:ext cx="2924942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pt-BR" dirty="0"/>
              <a:t>Condicional</a:t>
            </a:r>
            <a:endParaRPr lang="pt-BR" b="1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890D0C3F-3261-4C73-BBA0-83F09B175F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7782" y="3577887"/>
            <a:ext cx="1855091" cy="85334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BC405A71-306E-4A05-8322-8A321B494E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5755DE-C5E9-49A1-AF64-31300A0106E6}" type="slidenum">
              <a:rPr lang="pt-BR" altLang="pt-BR" smtClean="0"/>
              <a:pPr>
                <a:defRPr/>
              </a:pPr>
              <a:t>13</a:t>
            </a:fld>
            <a:endParaRPr lang="pt-BR" altLang="pt-BR"/>
          </a:p>
          <a:p>
            <a:pPr>
              <a:defRPr/>
            </a:pPr>
            <a:endParaRPr lang="pt-BR" altLang="pt-BR" sz="160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F7025E0-7BC7-4274-8E86-A2B30C076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Aprimorando o Exemplo Anterior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C9B4BBB1-CB06-4D1A-A9D2-25302D96451A}"/>
              </a:ext>
            </a:extLst>
          </p:cNvPr>
          <p:cNvSpPr txBox="1">
            <a:spLocks/>
          </p:cNvSpPr>
          <p:nvPr/>
        </p:nvSpPr>
        <p:spPr bwMode="auto">
          <a:xfrm>
            <a:off x="285750" y="1038522"/>
            <a:ext cx="5870426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dirty="0"/>
              <a:t>Estados de </a:t>
            </a:r>
            <a:r>
              <a:rPr lang="pt-BR" b="1" dirty="0"/>
              <a:t>Painel de Vagas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DE38835-3F55-4A91-B5AF-B7BAE312B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" y="1747837"/>
            <a:ext cx="8201025" cy="336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088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74221DC-E20B-49FD-9EBC-774DD9BD7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544" y="1124744"/>
            <a:ext cx="4134830" cy="1827018"/>
          </a:xfrm>
          <a:prstGeom prst="rect">
            <a:avLst/>
          </a:prstGeom>
        </p:spPr>
      </p:pic>
      <p:sp>
        <p:nvSpPr>
          <p:cNvPr id="293890" name="Rectangle 2">
            <a:extLst>
              <a:ext uri="{FF2B5EF4-FFF2-40B4-BE49-F238E27FC236}">
                <a16:creationId xmlns:a16="http://schemas.microsoft.com/office/drawing/2014/main" id="{582FE206-6A87-4358-93A0-E2680B9955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1913" y="188913"/>
            <a:ext cx="7561262" cy="576262"/>
          </a:xfrm>
        </p:spPr>
        <p:txBody>
          <a:bodyPr/>
          <a:lstStyle/>
          <a:p>
            <a:r>
              <a:rPr lang="pt-BR" altLang="pt-BR" sz="2800" dirty="0"/>
              <a:t>Estados </a:t>
            </a:r>
            <a:r>
              <a:rPr lang="pt-BR" altLang="pt-BR" sz="2800" dirty="0" err="1"/>
              <a:t>Multi</a:t>
            </a:r>
            <a:r>
              <a:rPr lang="pt-BR" altLang="pt-BR" sz="2800" dirty="0"/>
              <a:t> nivelados (estados compostos)</a:t>
            </a:r>
          </a:p>
        </p:txBody>
      </p:sp>
      <p:sp>
        <p:nvSpPr>
          <p:cNvPr id="293891" name="Rectangle 3">
            <a:extLst>
              <a:ext uri="{FF2B5EF4-FFF2-40B4-BE49-F238E27FC236}">
                <a16:creationId xmlns:a16="http://schemas.microsoft.com/office/drawing/2014/main" id="{28AB2F82-CC64-4C75-9324-F81FAF49E7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980728"/>
            <a:ext cx="5009168" cy="5545138"/>
          </a:xfrm>
        </p:spPr>
        <p:txBody>
          <a:bodyPr/>
          <a:lstStyle/>
          <a:p>
            <a:r>
              <a:rPr lang="pt-BR" altLang="pt-BR" dirty="0">
                <a:latin typeface="Calibri" panose="020F0502020204030204" pitchFamily="34" charset="0"/>
                <a:cs typeface="Calibri" panose="020F0502020204030204" pitchFamily="34" charset="0"/>
              </a:rPr>
              <a:t>Estados podem ser divididos em sub estados (ou estados subordinados)</a:t>
            </a:r>
          </a:p>
          <a:p>
            <a:endParaRPr lang="pt-BR" altLang="pt-B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b="0" i="0" dirty="0">
                <a:solidFill>
                  <a:srgbClr val="2021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Estado composto por outras máquinas de estado organizadas em pelo menos uma região</a:t>
            </a:r>
          </a:p>
          <a:p>
            <a:endParaRPr lang="pt-BR" sz="1400" dirty="0">
              <a:solidFill>
                <a:srgbClr val="20212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dirty="0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Quando há mais de uma região, indica </a:t>
            </a:r>
            <a:r>
              <a:rPr lang="pt-BR" b="0" i="0" dirty="0">
                <a:solidFill>
                  <a:srgbClr val="2021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que são executadas em paralelo (estados ortogonais)</a:t>
            </a:r>
            <a:endParaRPr lang="pt-BR" altLang="pt-B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Tx/>
              <a:buNone/>
            </a:pPr>
            <a:endParaRPr lang="pt-BR" altLang="pt-B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87A810B-0BB1-4313-96B3-EE4D3382C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151" y="3576352"/>
            <a:ext cx="2833344" cy="309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206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>
            <a:extLst>
              <a:ext uri="{FF2B5EF4-FFF2-40B4-BE49-F238E27FC236}">
                <a16:creationId xmlns:a16="http://schemas.microsoft.com/office/drawing/2014/main" id="{42AA1B61-120B-4C4D-A258-115539AF84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altLang="pt-BR" dirty="0"/>
              <a:t>Exemplo</a:t>
            </a:r>
          </a:p>
        </p:txBody>
      </p:sp>
      <p:pic>
        <p:nvPicPr>
          <p:cNvPr id="284675" name="Picture 3">
            <a:extLst>
              <a:ext uri="{FF2B5EF4-FFF2-40B4-BE49-F238E27FC236}">
                <a16:creationId xmlns:a16="http://schemas.microsoft.com/office/drawing/2014/main" id="{1175993F-D7D2-4CBD-A3B4-55221F406C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1268760"/>
            <a:ext cx="6537325" cy="1979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4676" name="Picture 4">
            <a:extLst>
              <a:ext uri="{FF2B5EF4-FFF2-40B4-BE49-F238E27FC236}">
                <a16:creationId xmlns:a16="http://schemas.microsoft.com/office/drawing/2014/main" id="{E7C87ACE-88EE-4A99-854C-C266F4E48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149" y="4265712"/>
            <a:ext cx="7105650" cy="1379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4679" name="Text Box 7">
            <a:extLst>
              <a:ext uri="{FF2B5EF4-FFF2-40B4-BE49-F238E27FC236}">
                <a16:creationId xmlns:a16="http://schemas.microsoft.com/office/drawing/2014/main" id="{02651437-B03D-4DE9-8E72-363A5D7715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53" y="3808512"/>
            <a:ext cx="152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 dirty="0"/>
              <a:t>Ignição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27B03599-DCEE-4D1A-B651-F73C5A055A85}"/>
              </a:ext>
            </a:extLst>
          </p:cNvPr>
          <p:cNvSpPr/>
          <p:nvPr/>
        </p:nvSpPr>
        <p:spPr>
          <a:xfrm>
            <a:off x="4716016" y="2540007"/>
            <a:ext cx="1008112" cy="836712"/>
          </a:xfrm>
          <a:prstGeom prst="ellipse">
            <a:avLst/>
          </a:prstGeom>
          <a:solidFill>
            <a:schemeClr val="accent1">
              <a:alpha val="5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>
            <a:extLst>
              <a:ext uri="{FF2B5EF4-FFF2-40B4-BE49-F238E27FC236}">
                <a16:creationId xmlns:a16="http://schemas.microsoft.com/office/drawing/2014/main" id="{8962006A-6F4B-47A2-8E37-B43A1A6430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altLang="pt-BR"/>
              <a:t>Exemplo</a:t>
            </a:r>
          </a:p>
        </p:txBody>
      </p:sp>
      <p:pic>
        <p:nvPicPr>
          <p:cNvPr id="285699" name="Picture 3">
            <a:extLst>
              <a:ext uri="{FF2B5EF4-FFF2-40B4-BE49-F238E27FC236}">
                <a16:creationId xmlns:a16="http://schemas.microsoft.com/office/drawing/2014/main" id="{6C7A7A5C-AA82-4E17-ACE7-4ED6721290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1079116"/>
            <a:ext cx="6537325" cy="1979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5701" name="Picture 5">
            <a:extLst>
              <a:ext uri="{FF2B5EF4-FFF2-40B4-BE49-F238E27FC236}">
                <a16:creationId xmlns:a16="http://schemas.microsoft.com/office/drawing/2014/main" id="{4F2D6FA3-2F2F-4813-A891-DE31BF6B7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454400"/>
            <a:ext cx="6400800" cy="335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5703" name="Text Box 7">
            <a:extLst>
              <a:ext uri="{FF2B5EF4-FFF2-40B4-BE49-F238E27FC236}">
                <a16:creationId xmlns:a16="http://schemas.microsoft.com/office/drawing/2014/main" id="{F4B4EFFD-667B-4A56-B678-8A3120E5EB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657600"/>
            <a:ext cx="1752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 dirty="0"/>
              <a:t>Transmissão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E4C5AD38-B507-47FA-8C38-F3DCEFE6F58D}"/>
              </a:ext>
            </a:extLst>
          </p:cNvPr>
          <p:cNvSpPr/>
          <p:nvPr/>
        </p:nvSpPr>
        <p:spPr>
          <a:xfrm>
            <a:off x="5796136" y="2232706"/>
            <a:ext cx="1296144" cy="980269"/>
          </a:xfrm>
          <a:prstGeom prst="ellipse">
            <a:avLst/>
          </a:prstGeom>
          <a:solidFill>
            <a:schemeClr val="accent1">
              <a:alpha val="5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2">
            <a:extLst>
              <a:ext uri="{FF2B5EF4-FFF2-40B4-BE49-F238E27FC236}">
                <a16:creationId xmlns:a16="http://schemas.microsoft.com/office/drawing/2014/main" id="{59939484-0A27-4EB2-9D1C-4B7E222C26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altLang="pt-BR" dirty="0"/>
              <a:t>Exemplo</a:t>
            </a:r>
          </a:p>
        </p:txBody>
      </p:sp>
      <p:pic>
        <p:nvPicPr>
          <p:cNvPr id="286723" name="Picture 3">
            <a:extLst>
              <a:ext uri="{FF2B5EF4-FFF2-40B4-BE49-F238E27FC236}">
                <a16:creationId xmlns:a16="http://schemas.microsoft.com/office/drawing/2014/main" id="{4FC9F106-657E-40F5-B79D-C2C99437D1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8459" y="908720"/>
            <a:ext cx="6537325" cy="1979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6726" name="Text Box 6">
            <a:extLst>
              <a:ext uri="{FF2B5EF4-FFF2-40B4-BE49-F238E27FC236}">
                <a16:creationId xmlns:a16="http://schemas.microsoft.com/office/drawing/2014/main" id="{88D86900-CB03-4B90-B0ED-F1C5EA8B29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152" y="3574883"/>
            <a:ext cx="152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 dirty="0"/>
              <a:t>acelerador</a:t>
            </a:r>
          </a:p>
        </p:txBody>
      </p:sp>
      <p:sp>
        <p:nvSpPr>
          <p:cNvPr id="286727" name="Text Box 7">
            <a:extLst>
              <a:ext uri="{FF2B5EF4-FFF2-40B4-BE49-F238E27FC236}">
                <a16:creationId xmlns:a16="http://schemas.microsoft.com/office/drawing/2014/main" id="{F309D830-78D2-4227-B09C-B73E53331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852" y="5397500"/>
            <a:ext cx="1752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/>
              <a:t>freio</a:t>
            </a:r>
          </a:p>
        </p:txBody>
      </p:sp>
      <p:pic>
        <p:nvPicPr>
          <p:cNvPr id="286730" name="Picture 10">
            <a:extLst>
              <a:ext uri="{FF2B5EF4-FFF2-40B4-BE49-F238E27FC236}">
                <a16:creationId xmlns:a16="http://schemas.microsoft.com/office/drawing/2014/main" id="{97561BFA-5A25-4906-91B3-D4AD809F3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3422483"/>
            <a:ext cx="4176712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6731" name="Picture 11">
            <a:extLst>
              <a:ext uri="{FF2B5EF4-FFF2-40B4-BE49-F238E27FC236}">
                <a16:creationId xmlns:a16="http://schemas.microsoft.com/office/drawing/2014/main" id="{92147771-21A1-42AE-B16A-8BB6B62EF0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5397500"/>
            <a:ext cx="4672012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Elipse 7">
            <a:extLst>
              <a:ext uri="{FF2B5EF4-FFF2-40B4-BE49-F238E27FC236}">
                <a16:creationId xmlns:a16="http://schemas.microsoft.com/office/drawing/2014/main" id="{6D4B22B1-DEFE-4B8F-A2DC-D42BFC7ABD9C}"/>
              </a:ext>
            </a:extLst>
          </p:cNvPr>
          <p:cNvSpPr/>
          <p:nvPr/>
        </p:nvSpPr>
        <p:spPr>
          <a:xfrm>
            <a:off x="7956376" y="2195166"/>
            <a:ext cx="1008112" cy="836712"/>
          </a:xfrm>
          <a:prstGeom prst="ellipse">
            <a:avLst/>
          </a:prstGeom>
          <a:solidFill>
            <a:schemeClr val="accent1">
              <a:alpha val="5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0C688774-63DF-4634-8C09-D923670F74F4}"/>
              </a:ext>
            </a:extLst>
          </p:cNvPr>
          <p:cNvSpPr/>
          <p:nvPr/>
        </p:nvSpPr>
        <p:spPr>
          <a:xfrm>
            <a:off x="6771244" y="2073490"/>
            <a:ext cx="1169408" cy="968914"/>
          </a:xfrm>
          <a:prstGeom prst="ellipse">
            <a:avLst/>
          </a:prstGeom>
          <a:solidFill>
            <a:schemeClr val="accent1">
              <a:alpha val="5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2">
            <a:extLst>
              <a:ext uri="{FF2B5EF4-FFF2-40B4-BE49-F238E27FC236}">
                <a16:creationId xmlns:a16="http://schemas.microsoft.com/office/drawing/2014/main" id="{F583F673-6B88-40F1-8058-281FB6612B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altLang="pt-BR" dirty="0"/>
              <a:t>Exemplo completo</a:t>
            </a:r>
          </a:p>
        </p:txBody>
      </p:sp>
      <p:grpSp>
        <p:nvGrpSpPr>
          <p:cNvPr id="289800" name="Group 8">
            <a:extLst>
              <a:ext uri="{FF2B5EF4-FFF2-40B4-BE49-F238E27FC236}">
                <a16:creationId xmlns:a16="http://schemas.microsoft.com/office/drawing/2014/main" id="{1A7C1B11-2E5F-46A3-9B3C-0D88A1F2901F}"/>
              </a:ext>
            </a:extLst>
          </p:cNvPr>
          <p:cNvGrpSpPr>
            <a:grpSpLocks/>
          </p:cNvGrpSpPr>
          <p:nvPr/>
        </p:nvGrpSpPr>
        <p:grpSpPr bwMode="auto">
          <a:xfrm>
            <a:off x="7092280" y="1066800"/>
            <a:ext cx="1676400" cy="1066800"/>
            <a:chOff x="1280" y="2064"/>
            <a:chExt cx="1056" cy="672"/>
          </a:xfrm>
        </p:grpSpPr>
        <p:sp>
          <p:nvSpPr>
            <p:cNvPr id="289795" name="AutoShape 3">
              <a:extLst>
                <a:ext uri="{FF2B5EF4-FFF2-40B4-BE49-F238E27FC236}">
                  <a16:creationId xmlns:a16="http://schemas.microsoft.com/office/drawing/2014/main" id="{8946583D-0A7F-45E3-B920-E7B11D1DD4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0" y="2064"/>
              <a:ext cx="1056" cy="672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89797" name="Oval 5">
              <a:extLst>
                <a:ext uri="{FF2B5EF4-FFF2-40B4-BE49-F238E27FC236}">
                  <a16:creationId xmlns:a16="http://schemas.microsoft.com/office/drawing/2014/main" id="{951FE86F-5B18-48A5-8337-4F3BD11FFF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448"/>
              <a:ext cx="192" cy="192"/>
            </a:xfrm>
            <a:prstGeom prst="ellipse">
              <a:avLst/>
            </a:prstGeom>
            <a:solidFill>
              <a:srgbClr val="0033CC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BR" altLang="pt-BR" sz="1800">
                  <a:solidFill>
                    <a:schemeClr val="bg1"/>
                  </a:solidFill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289799" name="Oval 7">
              <a:extLst>
                <a:ext uri="{FF2B5EF4-FFF2-40B4-BE49-F238E27FC236}">
                  <a16:creationId xmlns:a16="http://schemas.microsoft.com/office/drawing/2014/main" id="{544F3202-82C8-487C-B9C2-FE1CB499DE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448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BR" altLang="pt-BR" sz="1800" b="1" dirty="0"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289796" name="AutoShape 4">
              <a:extLst>
                <a:ext uri="{FF2B5EF4-FFF2-40B4-BE49-F238E27FC236}">
                  <a16:creationId xmlns:a16="http://schemas.microsoft.com/office/drawing/2014/main" id="{085D7769-A286-4855-ACE8-BE9BC0FCD5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160"/>
              <a:ext cx="624" cy="192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BR" altLang="pt-BR" sz="1600" b="1">
                  <a:latin typeface="Arial" panose="020B0604020202020204" pitchFamily="34" charset="0"/>
                </a:rPr>
                <a:t>HH : MM</a:t>
              </a:r>
            </a:p>
          </p:txBody>
        </p:sp>
      </p:grpSp>
      <p:pic>
        <p:nvPicPr>
          <p:cNvPr id="289803" name="Picture 11">
            <a:extLst>
              <a:ext uri="{FF2B5EF4-FFF2-40B4-BE49-F238E27FC236}">
                <a16:creationId xmlns:a16="http://schemas.microsoft.com/office/drawing/2014/main" id="{24269625-D017-4DFD-BD9C-9851CA47F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316288"/>
            <a:ext cx="6553200" cy="22463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9805" name="Picture 13">
            <a:extLst>
              <a:ext uri="{FF2B5EF4-FFF2-40B4-BE49-F238E27FC236}">
                <a16:creationId xmlns:a16="http://schemas.microsoft.com/office/drawing/2014/main" id="{533010AA-E23D-46B3-BE70-8845F8EC4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4730" y="1112043"/>
            <a:ext cx="2095500" cy="173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2">
            <a:extLst>
              <a:ext uri="{FF2B5EF4-FFF2-40B4-BE49-F238E27FC236}">
                <a16:creationId xmlns:a16="http://schemas.microsoft.com/office/drawing/2014/main" id="{7D440AD0-7851-4FA6-8904-6FCA7800AC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altLang="pt-BR"/>
              <a:t>Exemplo</a:t>
            </a:r>
          </a:p>
        </p:txBody>
      </p:sp>
      <p:grpSp>
        <p:nvGrpSpPr>
          <p:cNvPr id="292867" name="Group 3">
            <a:extLst>
              <a:ext uri="{FF2B5EF4-FFF2-40B4-BE49-F238E27FC236}">
                <a16:creationId xmlns:a16="http://schemas.microsoft.com/office/drawing/2014/main" id="{581A7288-2339-45EF-A7EF-99E3DC66B0FD}"/>
              </a:ext>
            </a:extLst>
          </p:cNvPr>
          <p:cNvGrpSpPr>
            <a:grpSpLocks/>
          </p:cNvGrpSpPr>
          <p:nvPr/>
        </p:nvGrpSpPr>
        <p:grpSpPr bwMode="auto">
          <a:xfrm>
            <a:off x="7020272" y="1135268"/>
            <a:ext cx="1676400" cy="1066800"/>
            <a:chOff x="1280" y="2064"/>
            <a:chExt cx="1056" cy="672"/>
          </a:xfrm>
        </p:grpSpPr>
        <p:sp>
          <p:nvSpPr>
            <p:cNvPr id="292868" name="AutoShape 4">
              <a:extLst>
                <a:ext uri="{FF2B5EF4-FFF2-40B4-BE49-F238E27FC236}">
                  <a16:creationId xmlns:a16="http://schemas.microsoft.com/office/drawing/2014/main" id="{F499E082-7D33-46D8-BFCB-AF41CC5AB0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0" y="2064"/>
              <a:ext cx="1056" cy="672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92869" name="Oval 5">
              <a:extLst>
                <a:ext uri="{FF2B5EF4-FFF2-40B4-BE49-F238E27FC236}">
                  <a16:creationId xmlns:a16="http://schemas.microsoft.com/office/drawing/2014/main" id="{51FDC8B6-B47D-493F-ADCA-A35108E686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448"/>
              <a:ext cx="192" cy="192"/>
            </a:xfrm>
            <a:prstGeom prst="ellipse">
              <a:avLst/>
            </a:prstGeom>
            <a:solidFill>
              <a:srgbClr val="0033CC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BR" altLang="pt-BR" sz="1800">
                  <a:solidFill>
                    <a:schemeClr val="bg1"/>
                  </a:solidFill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292870" name="Oval 6">
              <a:extLst>
                <a:ext uri="{FF2B5EF4-FFF2-40B4-BE49-F238E27FC236}">
                  <a16:creationId xmlns:a16="http://schemas.microsoft.com/office/drawing/2014/main" id="{8BCF2BCA-8969-49B5-99A9-8B0D415A5E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448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BR" altLang="pt-BR" sz="1800" b="1" dirty="0"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292871" name="AutoShape 7">
              <a:extLst>
                <a:ext uri="{FF2B5EF4-FFF2-40B4-BE49-F238E27FC236}">
                  <a16:creationId xmlns:a16="http://schemas.microsoft.com/office/drawing/2014/main" id="{6E2AB3D1-F11B-478A-A049-741296FDA2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160"/>
              <a:ext cx="624" cy="192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BR" altLang="pt-BR" sz="1600" b="1">
                  <a:latin typeface="Arial" panose="020B0604020202020204" pitchFamily="34" charset="0"/>
                </a:rPr>
                <a:t>HH : MM</a:t>
              </a:r>
            </a:p>
          </p:txBody>
        </p:sp>
      </p:grpSp>
      <p:pic>
        <p:nvPicPr>
          <p:cNvPr id="292872" name="Picture 8">
            <a:extLst>
              <a:ext uri="{FF2B5EF4-FFF2-40B4-BE49-F238E27FC236}">
                <a16:creationId xmlns:a16="http://schemas.microsoft.com/office/drawing/2014/main" id="{B2152B4A-E4B0-4E85-B22A-7AB6BBE5A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79513"/>
            <a:ext cx="6400800" cy="2325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>
            <a:extLst>
              <a:ext uri="{FF2B5EF4-FFF2-40B4-BE49-F238E27FC236}">
                <a16:creationId xmlns:a16="http://schemas.microsoft.com/office/drawing/2014/main" id="{35D8CCCE-D517-4904-93B3-CCACA77BA8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altLang="pt-BR"/>
              <a:t>Exemplo</a:t>
            </a:r>
          </a:p>
        </p:txBody>
      </p:sp>
      <p:grpSp>
        <p:nvGrpSpPr>
          <p:cNvPr id="290819" name="Group 3">
            <a:extLst>
              <a:ext uri="{FF2B5EF4-FFF2-40B4-BE49-F238E27FC236}">
                <a16:creationId xmlns:a16="http://schemas.microsoft.com/office/drawing/2014/main" id="{20D30CEE-0A79-4D3E-B1A7-2E4714B26BCF}"/>
              </a:ext>
            </a:extLst>
          </p:cNvPr>
          <p:cNvGrpSpPr>
            <a:grpSpLocks/>
          </p:cNvGrpSpPr>
          <p:nvPr/>
        </p:nvGrpSpPr>
        <p:grpSpPr bwMode="auto">
          <a:xfrm>
            <a:off x="7092280" y="1179513"/>
            <a:ext cx="1676400" cy="1066800"/>
            <a:chOff x="1280" y="2064"/>
            <a:chExt cx="1056" cy="672"/>
          </a:xfrm>
        </p:grpSpPr>
        <p:sp>
          <p:nvSpPr>
            <p:cNvPr id="290820" name="AutoShape 4">
              <a:extLst>
                <a:ext uri="{FF2B5EF4-FFF2-40B4-BE49-F238E27FC236}">
                  <a16:creationId xmlns:a16="http://schemas.microsoft.com/office/drawing/2014/main" id="{14E5AFAB-7A86-42BB-9545-39E85F6FFF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0" y="2064"/>
              <a:ext cx="1056" cy="672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90821" name="Oval 5">
              <a:extLst>
                <a:ext uri="{FF2B5EF4-FFF2-40B4-BE49-F238E27FC236}">
                  <a16:creationId xmlns:a16="http://schemas.microsoft.com/office/drawing/2014/main" id="{52865E07-C36E-47B7-91DA-CB53D2C912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448"/>
              <a:ext cx="192" cy="192"/>
            </a:xfrm>
            <a:prstGeom prst="ellipse">
              <a:avLst/>
            </a:prstGeom>
            <a:solidFill>
              <a:srgbClr val="0033CC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BR" altLang="pt-BR" sz="1800">
                  <a:solidFill>
                    <a:schemeClr val="bg1"/>
                  </a:solidFill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290822" name="Oval 6">
              <a:extLst>
                <a:ext uri="{FF2B5EF4-FFF2-40B4-BE49-F238E27FC236}">
                  <a16:creationId xmlns:a16="http://schemas.microsoft.com/office/drawing/2014/main" id="{918E8055-6A69-46FA-808A-1ECCF86C1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448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BR" altLang="pt-BR" sz="1800" b="1" dirty="0"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290823" name="AutoShape 7">
              <a:extLst>
                <a:ext uri="{FF2B5EF4-FFF2-40B4-BE49-F238E27FC236}">
                  <a16:creationId xmlns:a16="http://schemas.microsoft.com/office/drawing/2014/main" id="{DDA2B59E-6BB5-4813-93E4-A2717D3988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160"/>
              <a:ext cx="624" cy="192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BR" altLang="pt-BR" sz="1600" b="1">
                  <a:latin typeface="Arial" panose="020B0604020202020204" pitchFamily="34" charset="0"/>
                </a:rPr>
                <a:t>HH : MM</a:t>
              </a:r>
            </a:p>
          </p:txBody>
        </p:sp>
      </p:grpSp>
      <p:pic>
        <p:nvPicPr>
          <p:cNvPr id="290829" name="Picture 13">
            <a:extLst>
              <a:ext uri="{FF2B5EF4-FFF2-40B4-BE49-F238E27FC236}">
                <a16:creationId xmlns:a16="http://schemas.microsoft.com/office/drawing/2014/main" id="{CA950368-DDEE-4241-80D4-877885AB05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79513"/>
            <a:ext cx="6400800" cy="2325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0832" name="Picture 16">
            <a:extLst>
              <a:ext uri="{FF2B5EF4-FFF2-40B4-BE49-F238E27FC236}">
                <a16:creationId xmlns:a16="http://schemas.microsoft.com/office/drawing/2014/main" id="{49AB90B2-43B1-4CAD-9E30-1D014D9BE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3400" y="3513138"/>
            <a:ext cx="11607800" cy="3344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Rectangle 2">
            <a:extLst>
              <a:ext uri="{FF2B5EF4-FFF2-40B4-BE49-F238E27FC236}">
                <a16:creationId xmlns:a16="http://schemas.microsoft.com/office/drawing/2014/main" id="{60AD9AAA-9600-428B-B1FF-59FD0F2C48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altLang="pt-BR"/>
              <a:t>Mais Exemplos</a:t>
            </a:r>
          </a:p>
        </p:txBody>
      </p:sp>
      <p:pic>
        <p:nvPicPr>
          <p:cNvPr id="294916" name="Picture 4">
            <a:extLst>
              <a:ext uri="{FF2B5EF4-FFF2-40B4-BE49-F238E27FC236}">
                <a16:creationId xmlns:a16="http://schemas.microsoft.com/office/drawing/2014/main" id="{BFD9B315-2460-42A8-9189-89B3FC1FE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0"/>
            <a:ext cx="373380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4917" name="Picture 5">
            <a:extLst>
              <a:ext uri="{FF2B5EF4-FFF2-40B4-BE49-F238E27FC236}">
                <a16:creationId xmlns:a16="http://schemas.microsoft.com/office/drawing/2014/main" id="{E8D63870-2112-4A70-803C-58E5A5AF62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3400" y="2787650"/>
            <a:ext cx="10972800" cy="41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3258</TotalTime>
  <Words>785</Words>
  <Application>Microsoft Office PowerPoint</Application>
  <PresentationFormat>Apresentação na tela (4:3)</PresentationFormat>
  <Paragraphs>112</Paragraphs>
  <Slides>21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4" baseType="lpstr">
      <vt:lpstr>Arial</vt:lpstr>
      <vt:lpstr>Calibri</vt:lpstr>
      <vt:lpstr>Design padrão</vt:lpstr>
      <vt:lpstr> Diagramas de Estados Conceitos e Representação na SysML</vt:lpstr>
      <vt:lpstr>Estados</vt:lpstr>
      <vt:lpstr>Estados</vt:lpstr>
      <vt:lpstr>Representação de Estado no Modelo</vt:lpstr>
      <vt:lpstr>Diagrama de Transição Estados (DTE)</vt:lpstr>
      <vt:lpstr>Transição e Eventos </vt:lpstr>
      <vt:lpstr>Condições (guarda) e Ações (Efeitos)</vt:lpstr>
      <vt:lpstr>Avançando na Modelagem de Estados</vt:lpstr>
      <vt:lpstr>Exemplo de Ações Entry e Exit</vt:lpstr>
      <vt:lpstr>Avançando na Modelagem de Estados</vt:lpstr>
      <vt:lpstr>Exemplo de Ações Entry e Exit</vt:lpstr>
      <vt:lpstr>Pseudo-Estados</vt:lpstr>
      <vt:lpstr>Aprimorando o Exemplo Anterior</vt:lpstr>
      <vt:lpstr>Estados Multi nivelados (estados compostos)</vt:lpstr>
      <vt:lpstr>Exemplo</vt:lpstr>
      <vt:lpstr>Exemplo</vt:lpstr>
      <vt:lpstr>Exemplo</vt:lpstr>
      <vt:lpstr>Exemplo completo</vt:lpstr>
      <vt:lpstr>Exemplo</vt:lpstr>
      <vt:lpstr>Exemplo</vt:lpstr>
      <vt:lpstr>Mais Exemplos</vt:lpstr>
    </vt:vector>
  </TitlesOfParts>
  <Company>CASA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IVAN GRANJA</dc:creator>
  <cp:lastModifiedBy>Ivan Granja</cp:lastModifiedBy>
  <cp:revision>237</cp:revision>
  <dcterms:created xsi:type="dcterms:W3CDTF">2003-07-23T17:50:58Z</dcterms:created>
  <dcterms:modified xsi:type="dcterms:W3CDTF">2022-10-20T12:47:19Z</dcterms:modified>
</cp:coreProperties>
</file>