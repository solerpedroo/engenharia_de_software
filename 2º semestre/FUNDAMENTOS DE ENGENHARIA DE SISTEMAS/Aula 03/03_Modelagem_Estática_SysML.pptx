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sldIdLst>
    <p:sldId id="256" r:id="rId5"/>
    <p:sldId id="257" r:id="rId6"/>
    <p:sldId id="344" r:id="rId7"/>
    <p:sldId id="349" r:id="rId8"/>
    <p:sldId id="350" r:id="rId9"/>
    <p:sldId id="348" r:id="rId10"/>
    <p:sldId id="390" r:id="rId11"/>
    <p:sldId id="351" r:id="rId12"/>
    <p:sldId id="352" r:id="rId13"/>
    <p:sldId id="353" r:id="rId14"/>
    <p:sldId id="357" r:id="rId15"/>
    <p:sldId id="355" r:id="rId16"/>
    <p:sldId id="356" r:id="rId17"/>
    <p:sldId id="354" r:id="rId18"/>
    <p:sldId id="358" r:id="rId19"/>
    <p:sldId id="359" r:id="rId20"/>
    <p:sldId id="367" r:id="rId21"/>
    <p:sldId id="360" r:id="rId22"/>
    <p:sldId id="371" r:id="rId23"/>
    <p:sldId id="361" r:id="rId24"/>
    <p:sldId id="370" r:id="rId25"/>
    <p:sldId id="362" r:id="rId26"/>
    <p:sldId id="372" r:id="rId27"/>
    <p:sldId id="363" r:id="rId28"/>
    <p:sldId id="373" r:id="rId29"/>
    <p:sldId id="364" r:id="rId30"/>
    <p:sldId id="374" r:id="rId31"/>
    <p:sldId id="365" r:id="rId32"/>
    <p:sldId id="375" r:id="rId33"/>
    <p:sldId id="366" r:id="rId34"/>
    <p:sldId id="377" r:id="rId35"/>
    <p:sldId id="380" r:id="rId36"/>
    <p:sldId id="381" r:id="rId37"/>
    <p:sldId id="382" r:id="rId38"/>
    <p:sldId id="383" r:id="rId39"/>
    <p:sldId id="384" r:id="rId40"/>
    <p:sldId id="385" r:id="rId41"/>
    <p:sldId id="386" r:id="rId42"/>
    <p:sldId id="387" r:id="rId43"/>
    <p:sldId id="388" r:id="rId44"/>
    <p:sldId id="389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6C5D0-C902-4A7C-B7F5-B531F8453E81}" v="52" dt="2021-09-09T10:12:05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Granja" userId="d0a12471-25a3-466a-a647-7cb796ed786c" providerId="ADAL" clId="{40AEDC3C-7692-4245-A3E8-A5B622E2754A}"/>
    <pc:docChg chg="undo redo custSel addSld delSld modSld sldOrd">
      <pc:chgData name="Ivan Granja" userId="d0a12471-25a3-466a-a647-7cb796ed786c" providerId="ADAL" clId="{40AEDC3C-7692-4245-A3E8-A5B622E2754A}" dt="2021-08-05T12:07:40.506" v="1977" actId="313"/>
      <pc:docMkLst>
        <pc:docMk/>
      </pc:docMkLst>
      <pc:sldChg chg="modSp mod">
        <pc:chgData name="Ivan Granja" userId="d0a12471-25a3-466a-a647-7cb796ed786c" providerId="ADAL" clId="{40AEDC3C-7692-4245-A3E8-A5B622E2754A}" dt="2021-08-05T01:01:59.067" v="11" actId="313"/>
        <pc:sldMkLst>
          <pc:docMk/>
          <pc:sldMk cId="1201363542" sldId="256"/>
        </pc:sldMkLst>
        <pc:spChg chg="mod">
          <ac:chgData name="Ivan Granja" userId="d0a12471-25a3-466a-a647-7cb796ed786c" providerId="ADAL" clId="{40AEDC3C-7692-4245-A3E8-A5B622E2754A}" dt="2021-08-05T01:01:59.067" v="11" actId="313"/>
          <ac:spMkLst>
            <pc:docMk/>
            <pc:sldMk cId="1201363542" sldId="256"/>
            <ac:spMk id="2" creationId="{00000000-0000-0000-0000-000000000000}"/>
          </ac:spMkLst>
        </pc:spChg>
      </pc:sldChg>
      <pc:sldChg chg="delSp modSp mod">
        <pc:chgData name="Ivan Granja" userId="d0a12471-25a3-466a-a647-7cb796ed786c" providerId="ADAL" clId="{40AEDC3C-7692-4245-A3E8-A5B622E2754A}" dt="2021-08-05T01:02:26.358" v="35" actId="20577"/>
        <pc:sldMkLst>
          <pc:docMk/>
          <pc:sldMk cId="3830582881" sldId="259"/>
        </pc:sldMkLst>
        <pc:spChg chg="mod">
          <ac:chgData name="Ivan Granja" userId="d0a12471-25a3-466a-a647-7cb796ed786c" providerId="ADAL" clId="{40AEDC3C-7692-4245-A3E8-A5B622E2754A}" dt="2021-08-05T01:02:26.358" v="35" actId="20577"/>
          <ac:spMkLst>
            <pc:docMk/>
            <pc:sldMk cId="3830582881" sldId="259"/>
            <ac:spMk id="6147" creationId="{00000000-0000-0000-0000-000000000000}"/>
          </ac:spMkLst>
        </pc:spChg>
        <pc:picChg chg="del">
          <ac:chgData name="Ivan Granja" userId="d0a12471-25a3-466a-a647-7cb796ed786c" providerId="ADAL" clId="{40AEDC3C-7692-4245-A3E8-A5B622E2754A}" dt="2021-08-05T01:02:02.781" v="12" actId="478"/>
          <ac:picMkLst>
            <pc:docMk/>
            <pc:sldMk cId="3830582881" sldId="259"/>
            <ac:picMk id="5" creationId="{CD03078A-4408-4987-866E-387BFC1B3BDD}"/>
          </ac:picMkLst>
        </pc:picChg>
        <pc:picChg chg="mod">
          <ac:chgData name="Ivan Granja" userId="d0a12471-25a3-466a-a647-7cb796ed786c" providerId="ADAL" clId="{40AEDC3C-7692-4245-A3E8-A5B622E2754A}" dt="2021-08-05T01:02:10.193" v="15" actId="1076"/>
          <ac:picMkLst>
            <pc:docMk/>
            <pc:sldMk cId="3830582881" sldId="259"/>
            <ac:picMk id="7" creationId="{1454A203-921D-4C4D-94E5-568E45726185}"/>
          </ac:picMkLst>
        </pc:picChg>
      </pc:sldChg>
      <pc:sldChg chg="del">
        <pc:chgData name="Ivan Granja" userId="d0a12471-25a3-466a-a647-7cb796ed786c" providerId="ADAL" clId="{40AEDC3C-7692-4245-A3E8-A5B622E2754A}" dt="2021-08-05T01:31:11.428" v="1130" actId="47"/>
        <pc:sldMkLst>
          <pc:docMk/>
          <pc:sldMk cId="593275043" sldId="262"/>
        </pc:sldMkLst>
      </pc:sldChg>
      <pc:sldChg chg="del">
        <pc:chgData name="Ivan Granja" userId="d0a12471-25a3-466a-a647-7cb796ed786c" providerId="ADAL" clId="{40AEDC3C-7692-4245-A3E8-A5B622E2754A}" dt="2021-08-05T01:31:12.277" v="1131" actId="47"/>
        <pc:sldMkLst>
          <pc:docMk/>
          <pc:sldMk cId="3140837240" sldId="273"/>
        </pc:sldMkLst>
      </pc:sldChg>
      <pc:sldChg chg="del">
        <pc:chgData name="Ivan Granja" userId="d0a12471-25a3-466a-a647-7cb796ed786c" providerId="ADAL" clId="{40AEDC3C-7692-4245-A3E8-A5B622E2754A}" dt="2021-08-05T01:31:13.135" v="1132" actId="47"/>
        <pc:sldMkLst>
          <pc:docMk/>
          <pc:sldMk cId="2875105139" sldId="274"/>
        </pc:sldMkLst>
      </pc:sldChg>
      <pc:sldChg chg="modSp mod">
        <pc:chgData name="Ivan Granja" userId="d0a12471-25a3-466a-a647-7cb796ed786c" providerId="ADAL" clId="{40AEDC3C-7692-4245-A3E8-A5B622E2754A}" dt="2021-08-05T01:17:18.203" v="312" actId="1076"/>
        <pc:sldMkLst>
          <pc:docMk/>
          <pc:sldMk cId="234818704" sldId="276"/>
        </pc:sldMkLst>
        <pc:spChg chg="mod">
          <ac:chgData name="Ivan Granja" userId="d0a12471-25a3-466a-a647-7cb796ed786c" providerId="ADAL" clId="{40AEDC3C-7692-4245-A3E8-A5B622E2754A}" dt="2021-08-05T01:17:15.506" v="311" actId="1076"/>
          <ac:spMkLst>
            <pc:docMk/>
            <pc:sldMk cId="234818704" sldId="276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7:18.203" v="312" actId="1076"/>
          <ac:spMkLst>
            <pc:docMk/>
            <pc:sldMk cId="234818704" sldId="276"/>
            <ac:spMk id="3" creationId="{00000000-0000-0000-0000-000000000000}"/>
          </ac:spMkLst>
        </pc:spChg>
      </pc:sldChg>
      <pc:sldChg chg="modSp mod">
        <pc:chgData name="Ivan Granja" userId="d0a12471-25a3-466a-a647-7cb796ed786c" providerId="ADAL" clId="{40AEDC3C-7692-4245-A3E8-A5B622E2754A}" dt="2021-08-05T01:43:02.392" v="1487" actId="122"/>
        <pc:sldMkLst>
          <pc:docMk/>
          <pc:sldMk cId="3945787129" sldId="278"/>
        </pc:sldMkLst>
        <pc:spChg chg="mod">
          <ac:chgData name="Ivan Granja" userId="d0a12471-25a3-466a-a647-7cb796ed786c" providerId="ADAL" clId="{40AEDC3C-7692-4245-A3E8-A5B622E2754A}" dt="2021-08-05T01:43:02.392" v="1487" actId="122"/>
          <ac:spMkLst>
            <pc:docMk/>
            <pc:sldMk cId="3945787129" sldId="278"/>
            <ac:spMk id="2" creationId="{00000000-0000-0000-0000-000000000000}"/>
          </ac:spMkLst>
        </pc:spChg>
      </pc:sldChg>
      <pc:sldChg chg="del">
        <pc:chgData name="Ivan Granja" userId="d0a12471-25a3-466a-a647-7cb796ed786c" providerId="ADAL" clId="{40AEDC3C-7692-4245-A3E8-A5B622E2754A}" dt="2021-08-05T01:31:06.048" v="1127" actId="47"/>
        <pc:sldMkLst>
          <pc:docMk/>
          <pc:sldMk cId="2685936931" sldId="279"/>
        </pc:sldMkLst>
      </pc:sldChg>
      <pc:sldChg chg="addSp modSp mod">
        <pc:chgData name="Ivan Granja" userId="d0a12471-25a3-466a-a647-7cb796ed786c" providerId="ADAL" clId="{40AEDC3C-7692-4245-A3E8-A5B622E2754A}" dt="2021-08-05T12:07:40.506" v="1977" actId="313"/>
        <pc:sldMkLst>
          <pc:docMk/>
          <pc:sldMk cId="2873310479" sldId="288"/>
        </pc:sldMkLst>
        <pc:spChg chg="mod">
          <ac:chgData name="Ivan Granja" userId="d0a12471-25a3-466a-a647-7cb796ed786c" providerId="ADAL" clId="{40AEDC3C-7692-4245-A3E8-A5B622E2754A}" dt="2021-08-05T01:47:04.726" v="1619" actId="1076"/>
          <ac:spMkLst>
            <pc:docMk/>
            <pc:sldMk cId="2873310479" sldId="288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52:10.109" v="1891" actId="113"/>
          <ac:spMkLst>
            <pc:docMk/>
            <pc:sldMk cId="2873310479" sldId="288"/>
            <ac:spMk id="3" creationId="{00000000-0000-0000-0000-000000000000}"/>
          </ac:spMkLst>
        </pc:spChg>
        <pc:spChg chg="add mod">
          <ac:chgData name="Ivan Granja" userId="d0a12471-25a3-466a-a647-7cb796ed786c" providerId="ADAL" clId="{40AEDC3C-7692-4245-A3E8-A5B622E2754A}" dt="2021-08-05T01:50:31.477" v="1833" actId="1038"/>
          <ac:spMkLst>
            <pc:docMk/>
            <pc:sldMk cId="2873310479" sldId="288"/>
            <ac:spMk id="4" creationId="{D270127B-4092-4145-BFD2-FF9245339D4C}"/>
          </ac:spMkLst>
        </pc:spChg>
        <pc:spChg chg="add mod">
          <ac:chgData name="Ivan Granja" userId="d0a12471-25a3-466a-a647-7cb796ed786c" providerId="ADAL" clId="{40AEDC3C-7692-4245-A3E8-A5B622E2754A}" dt="2021-08-05T01:50:31.477" v="1833" actId="1038"/>
          <ac:spMkLst>
            <pc:docMk/>
            <pc:sldMk cId="2873310479" sldId="288"/>
            <ac:spMk id="5" creationId="{560A9D03-55F9-4DF5-917F-4ADD0975D880}"/>
          </ac:spMkLst>
        </pc:spChg>
        <pc:spChg chg="add mod">
          <ac:chgData name="Ivan Granja" userId="d0a12471-25a3-466a-a647-7cb796ed786c" providerId="ADAL" clId="{40AEDC3C-7692-4245-A3E8-A5B622E2754A}" dt="2021-08-05T01:48:56.240" v="1677" actId="1076"/>
          <ac:spMkLst>
            <pc:docMk/>
            <pc:sldMk cId="2873310479" sldId="288"/>
            <ac:spMk id="6" creationId="{4076FF2C-5028-4426-B821-DB87D88EC798}"/>
          </ac:spMkLst>
        </pc:spChg>
        <pc:spChg chg="add mod">
          <ac:chgData name="Ivan Granja" userId="d0a12471-25a3-466a-a647-7cb796ed786c" providerId="ADAL" clId="{40AEDC3C-7692-4245-A3E8-A5B622E2754A}" dt="2021-08-05T01:49:26.421" v="1683" actId="1076"/>
          <ac:spMkLst>
            <pc:docMk/>
            <pc:sldMk cId="2873310479" sldId="288"/>
            <ac:spMk id="7" creationId="{465BBE9E-C48C-42AC-9170-60F04CB43D2D}"/>
          </ac:spMkLst>
        </pc:spChg>
        <pc:spChg chg="add mod">
          <ac:chgData name="Ivan Granja" userId="d0a12471-25a3-466a-a647-7cb796ed786c" providerId="ADAL" clId="{40AEDC3C-7692-4245-A3E8-A5B622E2754A}" dt="2021-08-05T01:50:58.740" v="1841" actId="1076"/>
          <ac:spMkLst>
            <pc:docMk/>
            <pc:sldMk cId="2873310479" sldId="288"/>
            <ac:spMk id="8" creationId="{4A677DEA-5B42-46B3-81A9-EABE091E23B3}"/>
          </ac:spMkLst>
        </pc:spChg>
        <pc:spChg chg="add mod">
          <ac:chgData name="Ivan Granja" userId="d0a12471-25a3-466a-a647-7cb796ed786c" providerId="ADAL" clId="{40AEDC3C-7692-4245-A3E8-A5B622E2754A}" dt="2021-08-05T01:51:02.871" v="1848" actId="20577"/>
          <ac:spMkLst>
            <pc:docMk/>
            <pc:sldMk cId="2873310479" sldId="288"/>
            <ac:spMk id="9" creationId="{4559665D-10CF-4EE7-9C31-9FE72A46502E}"/>
          </ac:spMkLst>
        </pc:spChg>
        <pc:spChg chg="add mod">
          <ac:chgData name="Ivan Granja" userId="d0a12471-25a3-466a-a647-7cb796ed786c" providerId="ADAL" clId="{40AEDC3C-7692-4245-A3E8-A5B622E2754A}" dt="2021-08-05T01:51:48.344" v="1884" actId="1076"/>
          <ac:spMkLst>
            <pc:docMk/>
            <pc:sldMk cId="2873310479" sldId="288"/>
            <ac:spMk id="10" creationId="{9B3EF820-42EA-4457-86B0-FAB35ECD633F}"/>
          </ac:spMkLst>
        </pc:spChg>
        <pc:spChg chg="add mod">
          <ac:chgData name="Ivan Granja" userId="d0a12471-25a3-466a-a647-7cb796ed786c" providerId="ADAL" clId="{40AEDC3C-7692-4245-A3E8-A5B622E2754A}" dt="2021-08-05T12:07:40.506" v="1977" actId="313"/>
          <ac:spMkLst>
            <pc:docMk/>
            <pc:sldMk cId="2873310479" sldId="288"/>
            <ac:spMk id="11" creationId="{148EF753-3867-4D66-8F70-ABD4D934B80F}"/>
          </ac:spMkLst>
        </pc:spChg>
      </pc:sldChg>
      <pc:sldChg chg="del">
        <pc:chgData name="Ivan Granja" userId="d0a12471-25a3-466a-a647-7cb796ed786c" providerId="ADAL" clId="{40AEDC3C-7692-4245-A3E8-A5B622E2754A}" dt="2021-08-05T01:31:08.785" v="1128" actId="47"/>
        <pc:sldMkLst>
          <pc:docMk/>
          <pc:sldMk cId="0" sldId="289"/>
        </pc:sldMkLst>
      </pc:sldChg>
      <pc:sldChg chg="del">
        <pc:chgData name="Ivan Granja" userId="d0a12471-25a3-466a-a647-7cb796ed786c" providerId="ADAL" clId="{40AEDC3C-7692-4245-A3E8-A5B622E2754A}" dt="2021-08-05T01:31:21.865" v="1133" actId="47"/>
        <pc:sldMkLst>
          <pc:docMk/>
          <pc:sldMk cId="0" sldId="290"/>
        </pc:sldMkLst>
      </pc:sldChg>
      <pc:sldChg chg="del">
        <pc:chgData name="Ivan Granja" userId="d0a12471-25a3-466a-a647-7cb796ed786c" providerId="ADAL" clId="{40AEDC3C-7692-4245-A3E8-A5B622E2754A}" dt="2021-08-05T01:31:10.106" v="1129" actId="47"/>
        <pc:sldMkLst>
          <pc:docMk/>
          <pc:sldMk cId="0" sldId="291"/>
        </pc:sldMkLst>
      </pc:sldChg>
      <pc:sldChg chg="addSp delSp modSp add mod modAnim">
        <pc:chgData name="Ivan Granja" userId="d0a12471-25a3-466a-a647-7cb796ed786c" providerId="ADAL" clId="{40AEDC3C-7692-4245-A3E8-A5B622E2754A}" dt="2021-08-05T01:17:05.060" v="310" actId="20577"/>
        <pc:sldMkLst>
          <pc:docMk/>
          <pc:sldMk cId="1011473818" sldId="292"/>
        </pc:sldMkLst>
        <pc:spChg chg="mod">
          <ac:chgData name="Ivan Granja" userId="d0a12471-25a3-466a-a647-7cb796ed786c" providerId="ADAL" clId="{40AEDC3C-7692-4245-A3E8-A5B622E2754A}" dt="2021-08-05T01:11:45.531" v="206" actId="1076"/>
          <ac:spMkLst>
            <pc:docMk/>
            <pc:sldMk cId="1011473818" sldId="292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7:05.060" v="310" actId="20577"/>
          <ac:spMkLst>
            <pc:docMk/>
            <pc:sldMk cId="1011473818" sldId="292"/>
            <ac:spMk id="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4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6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1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29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10:04.330" v="117" actId="478"/>
          <ac:spMkLst>
            <pc:docMk/>
            <pc:sldMk cId="1011473818" sldId="292"/>
            <ac:spMk id="3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6:57.474" v="308" actId="1076"/>
          <ac:spMkLst>
            <pc:docMk/>
            <pc:sldMk cId="1011473818" sldId="292"/>
            <ac:spMk id="31" creationId="{00000000-0000-0000-0000-000000000000}"/>
          </ac:spMkLst>
        </pc:spChg>
        <pc:grpChg chg="mod">
          <ac:chgData name="Ivan Granja" userId="d0a12471-25a3-466a-a647-7cb796ed786c" providerId="ADAL" clId="{40AEDC3C-7692-4245-A3E8-A5B622E2754A}" dt="2021-08-05T01:16:57.474" v="308" actId="1076"/>
          <ac:grpSpMkLst>
            <pc:docMk/>
            <pc:sldMk cId="1011473818" sldId="292"/>
            <ac:grpSpMk id="4" creationId="{00000000-0000-0000-0000-000000000000}"/>
          </ac:grpSpMkLst>
        </pc:grpChg>
        <pc:grpChg chg="mod">
          <ac:chgData name="Ivan Granja" userId="d0a12471-25a3-466a-a647-7cb796ed786c" providerId="ADAL" clId="{40AEDC3C-7692-4245-A3E8-A5B622E2754A}" dt="2021-08-05T01:16:57.474" v="308" actId="1076"/>
          <ac:grpSpMkLst>
            <pc:docMk/>
            <pc:sldMk cId="1011473818" sldId="292"/>
            <ac:grpSpMk id="6" creationId="{00000000-0000-0000-0000-000000000000}"/>
          </ac:grpSpMkLst>
        </pc:grpChg>
        <pc:grpChg chg="add mod">
          <ac:chgData name="Ivan Granja" userId="d0a12471-25a3-466a-a647-7cb796ed786c" providerId="ADAL" clId="{40AEDC3C-7692-4245-A3E8-A5B622E2754A}" dt="2021-08-05T01:08:47.037" v="94" actId="164"/>
          <ac:grpSpMkLst>
            <pc:docMk/>
            <pc:sldMk cId="1011473818" sldId="292"/>
            <ac:grpSpMk id="23" creationId="{9991C789-2A99-4605-BAA7-C95FD9F94DE9}"/>
          </ac:grpSpMkLst>
        </pc:grpChg>
        <pc:grpChg chg="add del mod">
          <ac:chgData name="Ivan Granja" userId="d0a12471-25a3-466a-a647-7cb796ed786c" providerId="ADAL" clId="{40AEDC3C-7692-4245-A3E8-A5B622E2754A}" dt="2021-08-05T01:16:57.474" v="308" actId="1076"/>
          <ac:grpSpMkLst>
            <pc:docMk/>
            <pc:sldMk cId="1011473818" sldId="292"/>
            <ac:grpSpMk id="24" creationId="{2442360D-2630-436A-84EF-03F956B713BB}"/>
          </ac:grpSpMkLst>
        </pc:grpChg>
      </pc:sldChg>
      <pc:sldChg chg="new del ord">
        <pc:chgData name="Ivan Granja" userId="d0a12471-25a3-466a-a647-7cb796ed786c" providerId="ADAL" clId="{40AEDC3C-7692-4245-A3E8-A5B622E2754A}" dt="2021-08-05T01:17:48.398" v="332" actId="47"/>
        <pc:sldMkLst>
          <pc:docMk/>
          <pc:sldMk cId="2418569368" sldId="293"/>
        </pc:sldMkLst>
      </pc:sldChg>
      <pc:sldChg chg="addSp delSp modSp add mod modAnim">
        <pc:chgData name="Ivan Granja" userId="d0a12471-25a3-466a-a647-7cb796ed786c" providerId="ADAL" clId="{40AEDC3C-7692-4245-A3E8-A5B622E2754A}" dt="2021-08-05T11:35:03.672" v="1976" actId="20577"/>
        <pc:sldMkLst>
          <pc:docMk/>
          <pc:sldMk cId="3699569609" sldId="294"/>
        </pc:sldMkLst>
        <pc:spChg chg="mod">
          <ac:chgData name="Ivan Granja" userId="d0a12471-25a3-466a-a647-7cb796ed786c" providerId="ADAL" clId="{40AEDC3C-7692-4245-A3E8-A5B622E2754A}" dt="2021-08-05T01:27:01.023" v="801" actId="20577"/>
          <ac:spMkLst>
            <pc:docMk/>
            <pc:sldMk cId="3699569609" sldId="294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11:35:03.672" v="1976" actId="20577"/>
          <ac:spMkLst>
            <pc:docMk/>
            <pc:sldMk cId="3699569609" sldId="294"/>
            <ac:spMk id="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3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4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5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6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7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8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19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20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21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18:49.926" v="335" actId="1076"/>
          <ac:spMkLst>
            <pc:docMk/>
            <pc:sldMk cId="3699569609" sldId="294"/>
            <ac:spMk id="22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25.946" v="369" actId="478"/>
          <ac:spMkLst>
            <pc:docMk/>
            <pc:sldMk cId="3699569609" sldId="294"/>
            <ac:spMk id="25" creationId="{00000000-0000-0000-0000-000000000000}"/>
          </ac:spMkLst>
        </pc:spChg>
        <pc:spChg chg="del mod">
          <ac:chgData name="Ivan Granja" userId="d0a12471-25a3-466a-a647-7cb796ed786c" providerId="ADAL" clId="{40AEDC3C-7692-4245-A3E8-A5B622E2754A}" dt="2021-08-05T01:21:27.484" v="370" actId="478"/>
          <ac:spMkLst>
            <pc:docMk/>
            <pc:sldMk cId="3699569609" sldId="294"/>
            <ac:spMk id="27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31.384" v="372" actId="478"/>
          <ac:spMkLst>
            <pc:docMk/>
            <pc:sldMk cId="3699569609" sldId="294"/>
            <ac:spMk id="28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32.202" v="373" actId="478"/>
          <ac:spMkLst>
            <pc:docMk/>
            <pc:sldMk cId="3699569609" sldId="294"/>
            <ac:spMk id="29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19:01.916" v="336" actId="478"/>
          <ac:spMkLst>
            <pc:docMk/>
            <pc:sldMk cId="3699569609" sldId="294"/>
            <ac:spMk id="30" creationId="{00000000-0000-0000-0000-000000000000}"/>
          </ac:spMkLst>
        </pc:spChg>
        <pc:spChg chg="del">
          <ac:chgData name="Ivan Granja" userId="d0a12471-25a3-466a-a647-7cb796ed786c" providerId="ADAL" clId="{40AEDC3C-7692-4245-A3E8-A5B622E2754A}" dt="2021-08-05T01:21:30.210" v="371" actId="478"/>
          <ac:spMkLst>
            <pc:docMk/>
            <pc:sldMk cId="3699569609" sldId="294"/>
            <ac:spMk id="31" creationId="{00000000-0000-0000-0000-000000000000}"/>
          </ac:spMkLst>
        </pc:spChg>
        <pc:spChg chg="add mod">
          <ac:chgData name="Ivan Granja" userId="d0a12471-25a3-466a-a647-7cb796ed786c" providerId="ADAL" clId="{40AEDC3C-7692-4245-A3E8-A5B622E2754A}" dt="2021-08-05T01:21:05.020" v="366" actId="20577"/>
          <ac:spMkLst>
            <pc:docMk/>
            <pc:sldMk cId="3699569609" sldId="294"/>
            <ac:spMk id="32" creationId="{DEA965A1-2DDD-4295-A2F1-B0AF36E01294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5" creationId="{E3749DB4-5382-4811-A594-65717FC9E47B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6" creationId="{772985AD-D45A-4E34-B87C-2FD617818971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7" creationId="{3747DE35-C377-4D5F-83BA-2B96185B23C2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8" creationId="{2A43C162-5C56-4AE9-9080-4C13B0D6BA3C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39" creationId="{CB1EE0FE-3E53-4CE7-A8E7-7879A4B84448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0" creationId="{3C7ECB4A-02C8-4B04-A3E6-18728AA69519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2" creationId="{B0AE6AB1-7B64-471B-A1E9-B9CBDD971CEF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3" creationId="{76DAEAA3-BBB6-4DF7-AA0B-9DDEACD590D7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4" creationId="{43E858D7-2F97-48A1-9F78-5F3744649924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5" creationId="{672794A5-DA95-4A74-ABED-BCEEBD4236DB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46" creationId="{73755573-0036-42F0-89D7-CDA27D962259}"/>
          </ac:spMkLst>
        </pc:spChg>
        <pc:spChg chg="mod">
          <ac:chgData name="Ivan Granja" userId="d0a12471-25a3-466a-a647-7cb796ed786c" providerId="ADAL" clId="{40AEDC3C-7692-4245-A3E8-A5B622E2754A}" dt="2021-08-05T01:25:34.008" v="672" actId="20577"/>
          <ac:spMkLst>
            <pc:docMk/>
            <pc:sldMk cId="3699569609" sldId="294"/>
            <ac:spMk id="47" creationId="{E2B25F7B-CAEA-4A8F-B293-260C4E234B12}"/>
          </ac:spMkLst>
        </pc:spChg>
        <pc:spChg chg="mod">
          <ac:chgData name="Ivan Granja" userId="d0a12471-25a3-466a-a647-7cb796ed786c" providerId="ADAL" clId="{40AEDC3C-7692-4245-A3E8-A5B622E2754A}" dt="2021-08-05T01:25:30.478" v="670" actId="20577"/>
          <ac:spMkLst>
            <pc:docMk/>
            <pc:sldMk cId="3699569609" sldId="294"/>
            <ac:spMk id="48" creationId="{65D85069-5259-43E8-A37A-C65BF3300967}"/>
          </ac:spMkLst>
        </pc:spChg>
        <pc:spChg chg="mod">
          <ac:chgData name="Ivan Granja" userId="d0a12471-25a3-466a-a647-7cb796ed786c" providerId="ADAL" clId="{40AEDC3C-7692-4245-A3E8-A5B622E2754A}" dt="2021-08-05T01:25:26.437" v="668" actId="20577"/>
          <ac:spMkLst>
            <pc:docMk/>
            <pc:sldMk cId="3699569609" sldId="294"/>
            <ac:spMk id="49" creationId="{C54444B7-B9D1-4154-A5F4-E920812ED3B0}"/>
          </ac:spMkLst>
        </pc:spChg>
        <pc:spChg chg="mod">
          <ac:chgData name="Ivan Granja" userId="d0a12471-25a3-466a-a647-7cb796ed786c" providerId="ADAL" clId="{40AEDC3C-7692-4245-A3E8-A5B622E2754A}" dt="2021-08-05T01:25:21.287" v="666" actId="255"/>
          <ac:spMkLst>
            <pc:docMk/>
            <pc:sldMk cId="3699569609" sldId="294"/>
            <ac:spMk id="50" creationId="{35B4BEC3-ABE7-4A01-AEFA-F3772E956E5E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1" creationId="{C2385FF2-7C80-43AB-9547-C358810D4A5D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2" creationId="{15A7BA4F-19FD-4493-BEED-F0740899EA4B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3" creationId="{73E2109E-B158-479D-83C6-658FDF6CF451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4" creationId="{94C645F1-A822-4548-8037-0710D0A1D76A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5" creationId="{CE9E399B-A3E1-43EB-8A8A-830833033F92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6" creationId="{DF985600-BA13-4B16-9752-46923C4DA349}"/>
          </ac:spMkLst>
        </pc:spChg>
        <pc:spChg chg="mod">
          <ac:chgData name="Ivan Granja" userId="d0a12471-25a3-466a-a647-7cb796ed786c" providerId="ADAL" clId="{40AEDC3C-7692-4245-A3E8-A5B622E2754A}" dt="2021-08-05T01:24:58.691" v="662" actId="1076"/>
          <ac:spMkLst>
            <pc:docMk/>
            <pc:sldMk cId="3699569609" sldId="294"/>
            <ac:spMk id="57" creationId="{3F871211-DAD5-47B5-9F5B-0CBBB359D0BE}"/>
          </ac:spMkLst>
        </pc:spChg>
        <pc:spChg chg="add del">
          <ac:chgData name="Ivan Granja" userId="d0a12471-25a3-466a-a647-7cb796ed786c" providerId="ADAL" clId="{40AEDC3C-7692-4245-A3E8-A5B622E2754A}" dt="2021-08-05T01:25:42.062" v="674" actId="478"/>
          <ac:spMkLst>
            <pc:docMk/>
            <pc:sldMk cId="3699569609" sldId="294"/>
            <ac:spMk id="58" creationId="{AF029B21-7057-4AA8-8C85-11F6DF5790AB}"/>
          </ac:spMkLst>
        </pc:spChg>
        <pc:spChg chg="add del">
          <ac:chgData name="Ivan Granja" userId="d0a12471-25a3-466a-a647-7cb796ed786c" providerId="ADAL" clId="{40AEDC3C-7692-4245-A3E8-A5B622E2754A}" dt="2021-08-05T01:25:38.788" v="673" actId="478"/>
          <ac:spMkLst>
            <pc:docMk/>
            <pc:sldMk cId="3699569609" sldId="294"/>
            <ac:spMk id="59" creationId="{0D3EFD1E-9243-4EF5-8BB9-3686DB9324B7}"/>
          </ac:spMkLst>
        </pc:spChg>
        <pc:grpChg chg="del mod">
          <ac:chgData name="Ivan Granja" userId="d0a12471-25a3-466a-a647-7cb796ed786c" providerId="ADAL" clId="{40AEDC3C-7692-4245-A3E8-A5B622E2754A}" dt="2021-08-05T01:21:23.252" v="367" actId="478"/>
          <ac:grpSpMkLst>
            <pc:docMk/>
            <pc:sldMk cId="3699569609" sldId="294"/>
            <ac:grpSpMk id="4" creationId="{00000000-0000-0000-0000-000000000000}"/>
          </ac:grpSpMkLst>
        </pc:grpChg>
        <pc:grpChg chg="mod">
          <ac:chgData name="Ivan Granja" userId="d0a12471-25a3-466a-a647-7cb796ed786c" providerId="ADAL" clId="{40AEDC3C-7692-4245-A3E8-A5B622E2754A}" dt="2021-08-05T01:18:49.926" v="335" actId="1076"/>
          <ac:grpSpMkLst>
            <pc:docMk/>
            <pc:sldMk cId="3699569609" sldId="294"/>
            <ac:grpSpMk id="6" creationId="{00000000-0000-0000-0000-000000000000}"/>
          </ac:grpSpMkLst>
        </pc:grpChg>
        <pc:grpChg chg="add mod">
          <ac:chgData name="Ivan Granja" userId="d0a12471-25a3-466a-a647-7cb796ed786c" providerId="ADAL" clId="{40AEDC3C-7692-4245-A3E8-A5B622E2754A}" dt="2021-08-05T01:28:56.825" v="992" actId="167"/>
          <ac:grpSpMkLst>
            <pc:docMk/>
            <pc:sldMk cId="3699569609" sldId="294"/>
            <ac:grpSpMk id="33" creationId="{F8EFE807-FC96-417B-9B96-7C3196C77A34}"/>
          </ac:grpSpMkLst>
        </pc:grpChg>
        <pc:grpChg chg="mod">
          <ac:chgData name="Ivan Granja" userId="d0a12471-25a3-466a-a647-7cb796ed786c" providerId="ADAL" clId="{40AEDC3C-7692-4245-A3E8-A5B622E2754A}" dt="2021-08-05T01:24:58.691" v="662" actId="1076"/>
          <ac:grpSpMkLst>
            <pc:docMk/>
            <pc:sldMk cId="3699569609" sldId="294"/>
            <ac:grpSpMk id="34" creationId="{C368309B-75C2-4D4A-A00A-5EBD1659343E}"/>
          </ac:grpSpMkLst>
        </pc:grpChg>
        <pc:grpChg chg="mod">
          <ac:chgData name="Ivan Granja" userId="d0a12471-25a3-466a-a647-7cb796ed786c" providerId="ADAL" clId="{40AEDC3C-7692-4245-A3E8-A5B622E2754A}" dt="2021-08-05T01:24:58.691" v="662" actId="1076"/>
          <ac:grpSpMkLst>
            <pc:docMk/>
            <pc:sldMk cId="3699569609" sldId="294"/>
            <ac:grpSpMk id="41" creationId="{B2E8112B-A068-4F18-99C3-E70BA2E2F9CA}"/>
          </ac:grpSpMkLst>
        </pc:grpChg>
      </pc:sldChg>
      <pc:sldChg chg="modSp new mod">
        <pc:chgData name="Ivan Granja" userId="d0a12471-25a3-466a-a647-7cb796ed786c" providerId="ADAL" clId="{40AEDC3C-7692-4245-A3E8-A5B622E2754A}" dt="2021-08-05T01:53:51.233" v="1965" actId="20577"/>
        <pc:sldMkLst>
          <pc:docMk/>
          <pc:sldMk cId="515359538" sldId="295"/>
        </pc:sldMkLst>
        <pc:spChg chg="mod">
          <ac:chgData name="Ivan Granja" userId="d0a12471-25a3-466a-a647-7cb796ed786c" providerId="ADAL" clId="{40AEDC3C-7692-4245-A3E8-A5B622E2754A}" dt="2021-08-05T01:34:45.383" v="1199" actId="20577"/>
          <ac:spMkLst>
            <pc:docMk/>
            <pc:sldMk cId="515359538" sldId="295"/>
            <ac:spMk id="2" creationId="{9587F693-3760-48F1-AE2B-C6BA6D17E0EF}"/>
          </ac:spMkLst>
        </pc:spChg>
        <pc:spChg chg="mod">
          <ac:chgData name="Ivan Granja" userId="d0a12471-25a3-466a-a647-7cb796ed786c" providerId="ADAL" clId="{40AEDC3C-7692-4245-A3E8-A5B622E2754A}" dt="2021-08-05T01:53:51.233" v="1965" actId="20577"/>
          <ac:spMkLst>
            <pc:docMk/>
            <pc:sldMk cId="515359538" sldId="295"/>
            <ac:spMk id="3" creationId="{F8713EE9-6A88-4DBF-BA2D-4A6663C63328}"/>
          </ac:spMkLst>
        </pc:spChg>
      </pc:sldChg>
      <pc:sldChg chg="modSp new mod">
        <pc:chgData name="Ivan Granja" userId="d0a12471-25a3-466a-a647-7cb796ed786c" providerId="ADAL" clId="{40AEDC3C-7692-4245-A3E8-A5B622E2754A}" dt="2021-08-05T01:54:21.646" v="1974" actId="27636"/>
        <pc:sldMkLst>
          <pc:docMk/>
          <pc:sldMk cId="119354715" sldId="296"/>
        </pc:sldMkLst>
        <pc:spChg chg="mod">
          <ac:chgData name="Ivan Granja" userId="d0a12471-25a3-466a-a647-7cb796ed786c" providerId="ADAL" clId="{40AEDC3C-7692-4245-A3E8-A5B622E2754A}" dt="2021-08-05T01:54:09.647" v="1969" actId="1076"/>
          <ac:spMkLst>
            <pc:docMk/>
            <pc:sldMk cId="119354715" sldId="296"/>
            <ac:spMk id="2" creationId="{5A95B625-F7E2-4476-8338-362951D68E4A}"/>
          </ac:spMkLst>
        </pc:spChg>
        <pc:spChg chg="mod">
          <ac:chgData name="Ivan Granja" userId="d0a12471-25a3-466a-a647-7cb796ed786c" providerId="ADAL" clId="{40AEDC3C-7692-4245-A3E8-A5B622E2754A}" dt="2021-08-05T01:54:21.646" v="1974" actId="27636"/>
          <ac:spMkLst>
            <pc:docMk/>
            <pc:sldMk cId="119354715" sldId="296"/>
            <ac:spMk id="3" creationId="{5C18F851-C49D-4755-9CE4-AD305668781D}"/>
          </ac:spMkLst>
        </pc:spChg>
      </pc:sldChg>
      <pc:sldChg chg="modSp add mod">
        <pc:chgData name="Ivan Granja" userId="d0a12471-25a3-466a-a647-7cb796ed786c" providerId="ADAL" clId="{40AEDC3C-7692-4245-A3E8-A5B622E2754A}" dt="2021-08-05T01:46:46.878" v="1618" actId="5793"/>
        <pc:sldMkLst>
          <pc:docMk/>
          <pc:sldMk cId="3452476024" sldId="297"/>
        </pc:sldMkLst>
        <pc:spChg chg="mod">
          <ac:chgData name="Ivan Granja" userId="d0a12471-25a3-466a-a647-7cb796ed786c" providerId="ADAL" clId="{40AEDC3C-7692-4245-A3E8-A5B622E2754A}" dt="2021-08-05T01:43:17.038" v="1502" actId="20577"/>
          <ac:spMkLst>
            <pc:docMk/>
            <pc:sldMk cId="3452476024" sldId="297"/>
            <ac:spMk id="2" creationId="{00000000-0000-0000-0000-000000000000}"/>
          </ac:spMkLst>
        </pc:spChg>
        <pc:spChg chg="mod">
          <ac:chgData name="Ivan Granja" userId="d0a12471-25a3-466a-a647-7cb796ed786c" providerId="ADAL" clId="{40AEDC3C-7692-4245-A3E8-A5B622E2754A}" dt="2021-08-05T01:46:46.878" v="1618" actId="5793"/>
          <ac:spMkLst>
            <pc:docMk/>
            <pc:sldMk cId="3452476024" sldId="297"/>
            <ac:spMk id="3" creationId="{00000000-0000-0000-0000-000000000000}"/>
          </ac:spMkLst>
        </pc:spChg>
      </pc:sldChg>
    </pc:docChg>
  </pc:docChgLst>
  <pc:docChgLst>
    <pc:chgData name="Ivan Granja" userId="d0a12471-25a3-466a-a647-7cb796ed786c" providerId="ADAL" clId="{22582235-09F7-45E3-98C0-97562D418BF3}"/>
    <pc:docChg chg="undo custSel addSld delSld modSld sldOrd">
      <pc:chgData name="Ivan Granja" userId="d0a12471-25a3-466a-a647-7cb796ed786c" providerId="ADAL" clId="{22582235-09F7-45E3-98C0-97562D418BF3}" dt="2021-08-11T21:11:15.393" v="6400" actId="1076"/>
      <pc:docMkLst>
        <pc:docMk/>
      </pc:docMkLst>
      <pc:sldChg chg="modSp add del mod">
        <pc:chgData name="Ivan Granja" userId="d0a12471-25a3-466a-a647-7cb796ed786c" providerId="ADAL" clId="{22582235-09F7-45E3-98C0-97562D418BF3}" dt="2021-08-11T19:23:53.612" v="20" actId="47"/>
        <pc:sldMkLst>
          <pc:docMk/>
          <pc:sldMk cId="1201363542" sldId="256"/>
        </pc:sldMkLst>
        <pc:spChg chg="mod">
          <ac:chgData name="Ivan Granja" userId="d0a12471-25a3-466a-a647-7cb796ed786c" providerId="ADAL" clId="{22582235-09F7-45E3-98C0-97562D418BF3}" dt="2021-08-11T19:23:46.134" v="8" actId="20577"/>
          <ac:spMkLst>
            <pc:docMk/>
            <pc:sldMk cId="1201363542" sldId="256"/>
            <ac:spMk id="2" creationId="{00000000-0000-0000-0000-000000000000}"/>
          </ac:spMkLst>
        </pc:spChg>
      </pc:sldChg>
      <pc:sldChg chg="modSp new mod">
        <pc:chgData name="Ivan Granja" userId="d0a12471-25a3-466a-a647-7cb796ed786c" providerId="ADAL" clId="{22582235-09F7-45E3-98C0-97562D418BF3}" dt="2021-08-11T19:36:45.909" v="633" actId="113"/>
        <pc:sldMkLst>
          <pc:docMk/>
          <pc:sldMk cId="26368949" sldId="257"/>
        </pc:sldMkLst>
        <pc:spChg chg="mod">
          <ac:chgData name="Ivan Granja" userId="d0a12471-25a3-466a-a647-7cb796ed786c" providerId="ADAL" clId="{22582235-09F7-45E3-98C0-97562D418BF3}" dt="2021-08-11T19:28:52.660" v="67" actId="20577"/>
          <ac:spMkLst>
            <pc:docMk/>
            <pc:sldMk cId="26368949" sldId="257"/>
            <ac:spMk id="2" creationId="{204F0022-2298-4516-8CFE-000A7C027548}"/>
          </ac:spMkLst>
        </pc:spChg>
        <pc:spChg chg="mod">
          <ac:chgData name="Ivan Granja" userId="d0a12471-25a3-466a-a647-7cb796ed786c" providerId="ADAL" clId="{22582235-09F7-45E3-98C0-97562D418BF3}" dt="2021-08-11T19:36:45.909" v="633" actId="113"/>
          <ac:spMkLst>
            <pc:docMk/>
            <pc:sldMk cId="26368949" sldId="257"/>
            <ac:spMk id="3" creationId="{38C0B961-7BC8-487C-92A4-730F0F309565}"/>
          </ac:spMkLst>
        </pc:spChg>
      </pc:sldChg>
      <pc:sldChg chg="modSp new mod">
        <pc:chgData name="Ivan Granja" userId="d0a12471-25a3-466a-a647-7cb796ed786c" providerId="ADAL" clId="{22582235-09F7-45E3-98C0-97562D418BF3}" dt="2021-08-11T19:50:53.025" v="1712" actId="20577"/>
        <pc:sldMkLst>
          <pc:docMk/>
          <pc:sldMk cId="3398296660" sldId="258"/>
        </pc:sldMkLst>
        <pc:spChg chg="mod">
          <ac:chgData name="Ivan Granja" userId="d0a12471-25a3-466a-a647-7cb796ed786c" providerId="ADAL" clId="{22582235-09F7-45E3-98C0-97562D418BF3}" dt="2021-08-11T19:39:13.900" v="653" actId="20577"/>
          <ac:spMkLst>
            <pc:docMk/>
            <pc:sldMk cId="3398296660" sldId="258"/>
            <ac:spMk id="2" creationId="{BB59A946-2012-48BD-B233-273C831B6679}"/>
          </ac:spMkLst>
        </pc:spChg>
        <pc:spChg chg="mod">
          <ac:chgData name="Ivan Granja" userId="d0a12471-25a3-466a-a647-7cb796ed786c" providerId="ADAL" clId="{22582235-09F7-45E3-98C0-97562D418BF3}" dt="2021-08-11T19:50:53.025" v="1712" actId="20577"/>
          <ac:spMkLst>
            <pc:docMk/>
            <pc:sldMk cId="3398296660" sldId="258"/>
            <ac:spMk id="3" creationId="{0E594540-3749-4D8F-803D-5F3576DEDC21}"/>
          </ac:spMkLst>
        </pc:spChg>
      </pc:sldChg>
      <pc:sldChg chg="modSp new mod">
        <pc:chgData name="Ivan Granja" userId="d0a12471-25a3-466a-a647-7cb796ed786c" providerId="ADAL" clId="{22582235-09F7-45E3-98C0-97562D418BF3}" dt="2021-08-11T20:57:32.304" v="5605" actId="20577"/>
        <pc:sldMkLst>
          <pc:docMk/>
          <pc:sldMk cId="1339328808" sldId="259"/>
        </pc:sldMkLst>
        <pc:spChg chg="mod">
          <ac:chgData name="Ivan Granja" userId="d0a12471-25a3-466a-a647-7cb796ed786c" providerId="ADAL" clId="{22582235-09F7-45E3-98C0-97562D418BF3}" dt="2021-08-11T20:57:32.304" v="5605" actId="20577"/>
          <ac:spMkLst>
            <pc:docMk/>
            <pc:sldMk cId="1339328808" sldId="259"/>
            <ac:spMk id="2" creationId="{2303B06E-B4BE-4E45-BCD8-FE7F6DE9EE59}"/>
          </ac:spMkLst>
        </pc:spChg>
        <pc:spChg chg="mod">
          <ac:chgData name="Ivan Granja" userId="d0a12471-25a3-466a-a647-7cb796ed786c" providerId="ADAL" clId="{22582235-09F7-45E3-98C0-97562D418BF3}" dt="2021-08-11T20:05:10.392" v="2824" actId="14100"/>
          <ac:spMkLst>
            <pc:docMk/>
            <pc:sldMk cId="1339328808" sldId="259"/>
            <ac:spMk id="3" creationId="{7463E89D-F9C2-46A3-B5B3-EE2EB990A5D9}"/>
          </ac:spMkLst>
        </pc:spChg>
      </pc:sldChg>
      <pc:sldChg chg="del">
        <pc:chgData name="Ivan Granja" userId="d0a12471-25a3-466a-a647-7cb796ed786c" providerId="ADAL" clId="{22582235-09F7-45E3-98C0-97562D418BF3}" dt="2021-08-11T19:23:49.865" v="9" actId="47"/>
        <pc:sldMkLst>
          <pc:docMk/>
          <pc:sldMk cId="3830582881" sldId="259"/>
        </pc:sldMkLst>
      </pc:sldChg>
      <pc:sldChg chg="modSp new mod">
        <pc:chgData name="Ivan Granja" userId="d0a12471-25a3-466a-a647-7cb796ed786c" providerId="ADAL" clId="{22582235-09F7-45E3-98C0-97562D418BF3}" dt="2021-08-11T20:52:35.338" v="5145" actId="14100"/>
        <pc:sldMkLst>
          <pc:docMk/>
          <pc:sldMk cId="866914733" sldId="260"/>
        </pc:sldMkLst>
        <pc:spChg chg="mod">
          <ac:chgData name="Ivan Granja" userId="d0a12471-25a3-466a-a647-7cb796ed786c" providerId="ADAL" clId="{22582235-09F7-45E3-98C0-97562D418BF3}" dt="2021-08-11T20:05:18.703" v="2841" actId="20577"/>
          <ac:spMkLst>
            <pc:docMk/>
            <pc:sldMk cId="866914733" sldId="260"/>
            <ac:spMk id="2" creationId="{CA8BE4A3-799A-47D5-AB6B-2E81EF936D61}"/>
          </ac:spMkLst>
        </pc:spChg>
        <pc:spChg chg="mod">
          <ac:chgData name="Ivan Granja" userId="d0a12471-25a3-466a-a647-7cb796ed786c" providerId="ADAL" clId="{22582235-09F7-45E3-98C0-97562D418BF3}" dt="2021-08-11T20:52:35.338" v="5145" actId="14100"/>
          <ac:spMkLst>
            <pc:docMk/>
            <pc:sldMk cId="866914733" sldId="260"/>
            <ac:spMk id="3" creationId="{DD499E79-11BD-4F0D-A886-8AF8E31063D7}"/>
          </ac:spMkLst>
        </pc:spChg>
      </pc:sldChg>
      <pc:sldChg chg="modSp new mod">
        <pc:chgData name="Ivan Granja" userId="d0a12471-25a3-466a-a647-7cb796ed786c" providerId="ADAL" clId="{22582235-09F7-45E3-98C0-97562D418BF3}" dt="2021-08-11T20:54:39.285" v="5243" actId="14100"/>
        <pc:sldMkLst>
          <pc:docMk/>
          <pc:sldMk cId="2604560124" sldId="261"/>
        </pc:sldMkLst>
        <pc:spChg chg="mod">
          <ac:chgData name="Ivan Granja" userId="d0a12471-25a3-466a-a647-7cb796ed786c" providerId="ADAL" clId="{22582235-09F7-45E3-98C0-97562D418BF3}" dt="2021-08-11T20:24:25.070" v="3611" actId="20577"/>
          <ac:spMkLst>
            <pc:docMk/>
            <pc:sldMk cId="2604560124" sldId="261"/>
            <ac:spMk id="2" creationId="{3AE8B15B-DE28-4E5E-892F-4135612798B9}"/>
          </ac:spMkLst>
        </pc:spChg>
        <pc:spChg chg="mod">
          <ac:chgData name="Ivan Granja" userId="d0a12471-25a3-466a-a647-7cb796ed786c" providerId="ADAL" clId="{22582235-09F7-45E3-98C0-97562D418BF3}" dt="2021-08-11T20:54:39.285" v="5243" actId="14100"/>
          <ac:spMkLst>
            <pc:docMk/>
            <pc:sldMk cId="2604560124" sldId="261"/>
            <ac:spMk id="3" creationId="{6B2E134F-F2B9-4058-A73E-1FF8417AB404}"/>
          </ac:spMkLst>
        </pc:spChg>
      </pc:sldChg>
      <pc:sldChg chg="del">
        <pc:chgData name="Ivan Granja" userId="d0a12471-25a3-466a-a647-7cb796ed786c" providerId="ADAL" clId="{22582235-09F7-45E3-98C0-97562D418BF3}" dt="2021-08-11T19:23:50.346" v="10" actId="47"/>
        <pc:sldMkLst>
          <pc:docMk/>
          <pc:sldMk cId="234818704" sldId="276"/>
        </pc:sldMkLst>
      </pc:sldChg>
      <pc:sldChg chg="del">
        <pc:chgData name="Ivan Granja" userId="d0a12471-25a3-466a-a647-7cb796ed786c" providerId="ADAL" clId="{22582235-09F7-45E3-98C0-97562D418BF3}" dt="2021-08-11T19:23:51.353" v="15" actId="47"/>
        <pc:sldMkLst>
          <pc:docMk/>
          <pc:sldMk cId="268673754" sldId="277"/>
        </pc:sldMkLst>
      </pc:sldChg>
      <pc:sldChg chg="del">
        <pc:chgData name="Ivan Granja" userId="d0a12471-25a3-466a-a647-7cb796ed786c" providerId="ADAL" clId="{22582235-09F7-45E3-98C0-97562D418BF3}" dt="2021-08-11T19:23:50.893" v="13" actId="47"/>
        <pc:sldMkLst>
          <pc:docMk/>
          <pc:sldMk cId="3945787129" sldId="278"/>
        </pc:sldMkLst>
      </pc:sldChg>
      <pc:sldChg chg="del">
        <pc:chgData name="Ivan Granja" userId="d0a12471-25a3-466a-a647-7cb796ed786c" providerId="ADAL" clId="{22582235-09F7-45E3-98C0-97562D418BF3}" dt="2021-08-11T19:23:51.529" v="16" actId="47"/>
        <pc:sldMkLst>
          <pc:docMk/>
          <pc:sldMk cId="2873310479" sldId="288"/>
        </pc:sldMkLst>
      </pc:sldChg>
      <pc:sldChg chg="del">
        <pc:chgData name="Ivan Granja" userId="d0a12471-25a3-466a-a647-7cb796ed786c" providerId="ADAL" clId="{22582235-09F7-45E3-98C0-97562D418BF3}" dt="2021-08-11T19:23:50.701" v="12" actId="47"/>
        <pc:sldMkLst>
          <pc:docMk/>
          <pc:sldMk cId="1011473818" sldId="292"/>
        </pc:sldMkLst>
      </pc:sldChg>
      <pc:sldChg chg="del">
        <pc:chgData name="Ivan Granja" userId="d0a12471-25a3-466a-a647-7cb796ed786c" providerId="ADAL" clId="{22582235-09F7-45E3-98C0-97562D418BF3}" dt="2021-08-11T19:23:50.534" v="11" actId="47"/>
        <pc:sldMkLst>
          <pc:docMk/>
          <pc:sldMk cId="3699569609" sldId="294"/>
        </pc:sldMkLst>
      </pc:sldChg>
      <pc:sldChg chg="del">
        <pc:chgData name="Ivan Granja" userId="d0a12471-25a3-466a-a647-7cb796ed786c" providerId="ADAL" clId="{22582235-09F7-45E3-98C0-97562D418BF3}" dt="2021-08-11T19:23:51.704" v="17" actId="47"/>
        <pc:sldMkLst>
          <pc:docMk/>
          <pc:sldMk cId="515359538" sldId="295"/>
        </pc:sldMkLst>
      </pc:sldChg>
      <pc:sldChg chg="del">
        <pc:chgData name="Ivan Granja" userId="d0a12471-25a3-466a-a647-7cb796ed786c" providerId="ADAL" clId="{22582235-09F7-45E3-98C0-97562D418BF3}" dt="2021-08-11T19:23:51.888" v="18" actId="47"/>
        <pc:sldMkLst>
          <pc:docMk/>
          <pc:sldMk cId="119354715" sldId="296"/>
        </pc:sldMkLst>
      </pc:sldChg>
      <pc:sldChg chg="del">
        <pc:chgData name="Ivan Granja" userId="d0a12471-25a3-466a-a647-7cb796ed786c" providerId="ADAL" clId="{22582235-09F7-45E3-98C0-97562D418BF3}" dt="2021-08-11T19:23:51.155" v="14" actId="47"/>
        <pc:sldMkLst>
          <pc:docMk/>
          <pc:sldMk cId="3452476024" sldId="297"/>
        </pc:sldMkLst>
      </pc:sldChg>
      <pc:sldChg chg="modSp del mod">
        <pc:chgData name="Ivan Granja" userId="d0a12471-25a3-466a-a647-7cb796ed786c" providerId="ADAL" clId="{22582235-09F7-45E3-98C0-97562D418BF3}" dt="2021-08-11T20:23:06.226" v="3579" actId="47"/>
        <pc:sldMkLst>
          <pc:docMk/>
          <pc:sldMk cId="0" sldId="334"/>
        </pc:sldMkLst>
        <pc:spChg chg="mod">
          <ac:chgData name="Ivan Granja" userId="d0a12471-25a3-466a-a647-7cb796ed786c" providerId="ADAL" clId="{22582235-09F7-45E3-98C0-97562D418BF3}" dt="2021-08-11T20:18:54.336" v="3497" actId="27636"/>
          <ac:spMkLst>
            <pc:docMk/>
            <pc:sldMk cId="0" sldId="334"/>
            <ac:spMk id="17410" creationId="{6F392C07-5277-4D70-AA87-077045A43424}"/>
          </ac:spMkLst>
        </pc:spChg>
      </pc:sldChg>
      <pc:sldChg chg="modSp mod">
        <pc:chgData name="Ivan Granja" userId="d0a12471-25a3-466a-a647-7cb796ed786c" providerId="ADAL" clId="{22582235-09F7-45E3-98C0-97562D418BF3}" dt="2021-08-11T20:24:07.826" v="3607" actId="1076"/>
        <pc:sldMkLst>
          <pc:docMk/>
          <pc:sldMk cId="0" sldId="335"/>
        </pc:sldMkLst>
        <pc:spChg chg="mod">
          <ac:chgData name="Ivan Granja" userId="d0a12471-25a3-466a-a647-7cb796ed786c" providerId="ADAL" clId="{22582235-09F7-45E3-98C0-97562D418BF3}" dt="2021-08-11T20:22:36.924" v="3578" actId="1076"/>
          <ac:spMkLst>
            <pc:docMk/>
            <pc:sldMk cId="0" sldId="335"/>
            <ac:spMk id="14338" creationId="{349116C4-C663-4B6B-BE34-DFAD2507FD03}"/>
          </ac:spMkLst>
        </pc:spChg>
        <pc:spChg chg="mod">
          <ac:chgData name="Ivan Granja" userId="d0a12471-25a3-466a-a647-7cb796ed786c" providerId="ADAL" clId="{22582235-09F7-45E3-98C0-97562D418BF3}" dt="2021-08-11T20:24:07.826" v="3607" actId="1076"/>
          <ac:spMkLst>
            <pc:docMk/>
            <pc:sldMk cId="0" sldId="335"/>
            <ac:spMk id="14339" creationId="{905AB0B5-A93F-4875-AC7B-1454D618FC8C}"/>
          </ac:spMkLst>
        </pc:spChg>
        <pc:picChg chg="mod">
          <ac:chgData name="Ivan Granja" userId="d0a12471-25a3-466a-a647-7cb796ed786c" providerId="ADAL" clId="{22582235-09F7-45E3-98C0-97562D418BF3}" dt="2021-08-11T20:20:35.615" v="3519" actId="1076"/>
          <ac:picMkLst>
            <pc:docMk/>
            <pc:sldMk cId="0" sldId="335"/>
            <ac:picMk id="14340" creationId="{48FC3846-00E4-4EFB-89BD-5F7B411DB34D}"/>
          </ac:picMkLst>
        </pc:picChg>
      </pc:sldChg>
      <pc:sldChg chg="modSp mod">
        <pc:chgData name="Ivan Granja" userId="d0a12471-25a3-466a-a647-7cb796ed786c" providerId="ADAL" clId="{22582235-09F7-45E3-98C0-97562D418BF3}" dt="2021-08-11T20:43:08.426" v="4446" actId="20577"/>
        <pc:sldMkLst>
          <pc:docMk/>
          <pc:sldMk cId="0" sldId="336"/>
        </pc:sldMkLst>
        <pc:spChg chg="mod">
          <ac:chgData name="Ivan Granja" userId="d0a12471-25a3-466a-a647-7cb796ed786c" providerId="ADAL" clId="{22582235-09F7-45E3-98C0-97562D418BF3}" dt="2021-08-11T20:23:55.986" v="3606" actId="20577"/>
          <ac:spMkLst>
            <pc:docMk/>
            <pc:sldMk cId="0" sldId="336"/>
            <ac:spMk id="16386" creationId="{F1AF1931-BC32-421F-AB01-3B0BEAD3EA66}"/>
          </ac:spMkLst>
        </pc:spChg>
        <pc:spChg chg="mod">
          <ac:chgData name="Ivan Granja" userId="d0a12471-25a3-466a-a647-7cb796ed786c" providerId="ADAL" clId="{22582235-09F7-45E3-98C0-97562D418BF3}" dt="2021-08-11T20:43:08.426" v="4446" actId="20577"/>
          <ac:spMkLst>
            <pc:docMk/>
            <pc:sldMk cId="0" sldId="336"/>
            <ac:spMk id="16387" creationId="{2B88E9A3-CC8B-4A8E-BAAE-2F07CE95B8B1}"/>
          </ac:spMkLst>
        </pc:spChg>
      </pc:sldChg>
      <pc:sldChg chg="modSp mod">
        <pc:chgData name="Ivan Granja" userId="d0a12471-25a3-466a-a647-7cb796ed786c" providerId="ADAL" clId="{22582235-09F7-45E3-98C0-97562D418BF3}" dt="2021-08-11T20:24:11.999" v="3608" actId="1076"/>
        <pc:sldMkLst>
          <pc:docMk/>
          <pc:sldMk cId="0" sldId="337"/>
        </pc:sldMkLst>
        <pc:spChg chg="mod">
          <ac:chgData name="Ivan Granja" userId="d0a12471-25a3-466a-a647-7cb796ed786c" providerId="ADAL" clId="{22582235-09F7-45E3-98C0-97562D418BF3}" dt="2021-08-11T20:24:11.999" v="3608" actId="1076"/>
          <ac:spMkLst>
            <pc:docMk/>
            <pc:sldMk cId="0" sldId="337"/>
            <ac:spMk id="13314" creationId="{DEBCA8C4-ACF3-46E6-8B65-40FDE0E50AFE}"/>
          </ac:spMkLst>
        </pc:spChg>
        <pc:spChg chg="mod">
          <ac:chgData name="Ivan Granja" userId="d0a12471-25a3-466a-a647-7cb796ed786c" providerId="ADAL" clId="{22582235-09F7-45E3-98C0-97562D418BF3}" dt="2021-08-11T20:20:02.714" v="3511" actId="1076"/>
          <ac:spMkLst>
            <pc:docMk/>
            <pc:sldMk cId="0" sldId="337"/>
            <ac:spMk id="13315" creationId="{362544C5-AA99-4DB9-800F-31C824773556}"/>
          </ac:spMkLst>
        </pc:spChg>
      </pc:sldChg>
      <pc:sldChg chg="modSp mod">
        <pc:chgData name="Ivan Granja" userId="d0a12471-25a3-466a-a647-7cb796ed786c" providerId="ADAL" clId="{22582235-09F7-45E3-98C0-97562D418BF3}" dt="2021-08-11T20:22:32.238" v="3577" actId="20577"/>
        <pc:sldMkLst>
          <pc:docMk/>
          <pc:sldMk cId="0" sldId="340"/>
        </pc:sldMkLst>
        <pc:spChg chg="mod">
          <ac:chgData name="Ivan Granja" userId="d0a12471-25a3-466a-a647-7cb796ed786c" providerId="ADAL" clId="{22582235-09F7-45E3-98C0-97562D418BF3}" dt="2021-08-11T20:22:32.238" v="3577" actId="20577"/>
          <ac:spMkLst>
            <pc:docMk/>
            <pc:sldMk cId="0" sldId="340"/>
            <ac:spMk id="15362" creationId="{116E32FA-FE7B-4109-AA79-2523B4626E12}"/>
          </ac:spMkLst>
        </pc:spChg>
        <pc:spChg chg="mod">
          <ac:chgData name="Ivan Granja" userId="d0a12471-25a3-466a-a647-7cb796ed786c" providerId="ADAL" clId="{22582235-09F7-45E3-98C0-97562D418BF3}" dt="2021-08-11T20:21:00.689" v="3525" actId="122"/>
          <ac:spMkLst>
            <pc:docMk/>
            <pc:sldMk cId="0" sldId="340"/>
            <ac:spMk id="15363" creationId="{665E828D-8063-412E-A6CF-77A54F2389DA}"/>
          </ac:spMkLst>
        </pc:spChg>
        <pc:picChg chg="mod">
          <ac:chgData name="Ivan Granja" userId="d0a12471-25a3-466a-a647-7cb796ed786c" providerId="ADAL" clId="{22582235-09F7-45E3-98C0-97562D418BF3}" dt="2021-08-11T20:21:47.395" v="3542" actId="1076"/>
          <ac:picMkLst>
            <pc:docMk/>
            <pc:sldMk cId="0" sldId="340"/>
            <ac:picMk id="15364" creationId="{877443FB-60AF-4BD0-87BA-01F4A7E2C607}"/>
          </ac:picMkLst>
        </pc:picChg>
        <pc:picChg chg="mod">
          <ac:chgData name="Ivan Granja" userId="d0a12471-25a3-466a-a647-7cb796ed786c" providerId="ADAL" clId="{22582235-09F7-45E3-98C0-97562D418BF3}" dt="2021-08-11T20:22:17.100" v="3575" actId="1076"/>
          <ac:picMkLst>
            <pc:docMk/>
            <pc:sldMk cId="0" sldId="340"/>
            <ac:picMk id="15365" creationId="{AD6F0165-4CE6-4A9D-BC85-8A6632D217C1}"/>
          </ac:picMkLst>
        </pc:picChg>
        <pc:picChg chg="mod">
          <ac:chgData name="Ivan Granja" userId="d0a12471-25a3-466a-a647-7cb796ed786c" providerId="ADAL" clId="{22582235-09F7-45E3-98C0-97562D418BF3}" dt="2021-08-11T20:22:13.361" v="3573" actId="1076"/>
          <ac:picMkLst>
            <pc:docMk/>
            <pc:sldMk cId="0" sldId="340"/>
            <ac:picMk id="15366" creationId="{BFB9B3CB-0D1C-4B05-9827-65B7F98407B4}"/>
          </ac:picMkLst>
        </pc:picChg>
      </pc:sldChg>
      <pc:sldChg chg="modSp mod">
        <pc:chgData name="Ivan Granja" userId="d0a12471-25a3-466a-a647-7cb796ed786c" providerId="ADAL" clId="{22582235-09F7-45E3-98C0-97562D418BF3}" dt="2021-08-11T20:24:15.164" v="3609" actId="1076"/>
        <pc:sldMkLst>
          <pc:docMk/>
          <pc:sldMk cId="0" sldId="341"/>
        </pc:sldMkLst>
        <pc:spChg chg="mod">
          <ac:chgData name="Ivan Granja" userId="d0a12471-25a3-466a-a647-7cb796ed786c" providerId="ADAL" clId="{22582235-09F7-45E3-98C0-97562D418BF3}" dt="2021-08-11T20:24:15.164" v="3609" actId="1076"/>
          <ac:spMkLst>
            <pc:docMk/>
            <pc:sldMk cId="0" sldId="341"/>
            <ac:spMk id="12290" creationId="{625E4B23-6860-407B-A3C3-D5F71AD19AA6}"/>
          </ac:spMkLst>
        </pc:spChg>
        <pc:spChg chg="mod">
          <ac:chgData name="Ivan Granja" userId="d0a12471-25a3-466a-a647-7cb796ed786c" providerId="ADAL" clId="{22582235-09F7-45E3-98C0-97562D418BF3}" dt="2021-08-11T20:19:16.585" v="3502" actId="1076"/>
          <ac:spMkLst>
            <pc:docMk/>
            <pc:sldMk cId="0" sldId="341"/>
            <ac:spMk id="12291" creationId="{08D3728F-DCC1-4667-B0A7-07CF0BD28F0B}"/>
          </ac:spMkLst>
        </pc:spChg>
      </pc:sldChg>
      <pc:sldChg chg="modSp new mod">
        <pc:chgData name="Ivan Granja" userId="d0a12471-25a3-466a-a647-7cb796ed786c" providerId="ADAL" clId="{22582235-09F7-45E3-98C0-97562D418BF3}" dt="2021-08-11T21:11:15.393" v="6400" actId="1076"/>
        <pc:sldMkLst>
          <pc:docMk/>
          <pc:sldMk cId="2438119696" sldId="342"/>
        </pc:sldMkLst>
        <pc:spChg chg="mod">
          <ac:chgData name="Ivan Granja" userId="d0a12471-25a3-466a-a647-7cb796ed786c" providerId="ADAL" clId="{22582235-09F7-45E3-98C0-97562D418BF3}" dt="2021-08-11T21:11:15.393" v="6400" actId="1076"/>
          <ac:spMkLst>
            <pc:docMk/>
            <pc:sldMk cId="2438119696" sldId="342"/>
            <ac:spMk id="2" creationId="{0AA013B1-9899-4153-A766-1A42737EF9F1}"/>
          </ac:spMkLst>
        </pc:spChg>
        <pc:spChg chg="mod">
          <ac:chgData name="Ivan Granja" userId="d0a12471-25a3-466a-a647-7cb796ed786c" providerId="ADAL" clId="{22582235-09F7-45E3-98C0-97562D418BF3}" dt="2021-08-11T21:11:09.356" v="6399" actId="14100"/>
          <ac:spMkLst>
            <pc:docMk/>
            <pc:sldMk cId="2438119696" sldId="342"/>
            <ac:spMk id="3" creationId="{D3AFA238-D495-430C-843D-00EE3727ADA2}"/>
          </ac:spMkLst>
        </pc:spChg>
      </pc:sldChg>
      <pc:sldChg chg="modSp new mod">
        <pc:chgData name="Ivan Granja" userId="d0a12471-25a3-466a-a647-7cb796ed786c" providerId="ADAL" clId="{22582235-09F7-45E3-98C0-97562D418BF3}" dt="2021-08-11T20:57:57.515" v="5610" actId="20577"/>
        <pc:sldMkLst>
          <pc:docMk/>
          <pc:sldMk cId="886231306" sldId="343"/>
        </pc:sldMkLst>
        <pc:spChg chg="mod">
          <ac:chgData name="Ivan Granja" userId="d0a12471-25a3-466a-a647-7cb796ed786c" providerId="ADAL" clId="{22582235-09F7-45E3-98C0-97562D418BF3}" dt="2021-08-11T20:57:57.515" v="5610" actId="20577"/>
          <ac:spMkLst>
            <pc:docMk/>
            <pc:sldMk cId="886231306" sldId="343"/>
            <ac:spMk id="2" creationId="{A7159566-1F75-4873-8498-17EC42935995}"/>
          </ac:spMkLst>
        </pc:spChg>
        <pc:spChg chg="mod">
          <ac:chgData name="Ivan Granja" userId="d0a12471-25a3-466a-a647-7cb796ed786c" providerId="ADAL" clId="{22582235-09F7-45E3-98C0-97562D418BF3}" dt="2021-08-11T20:42:53.047" v="4431" actId="20577"/>
          <ac:spMkLst>
            <pc:docMk/>
            <pc:sldMk cId="886231306" sldId="343"/>
            <ac:spMk id="3" creationId="{D6BAC3C5-6838-4098-A167-9324A826A3B7}"/>
          </ac:spMkLst>
        </pc:spChg>
      </pc:sldChg>
      <pc:sldChg chg="modSp new mod">
        <pc:chgData name="Ivan Granja" userId="d0a12471-25a3-466a-a647-7cb796ed786c" providerId="ADAL" clId="{22582235-09F7-45E3-98C0-97562D418BF3}" dt="2021-08-11T21:09:19.454" v="6355" actId="313"/>
        <pc:sldMkLst>
          <pc:docMk/>
          <pc:sldMk cId="2421033290" sldId="344"/>
        </pc:sldMkLst>
        <pc:spChg chg="mod">
          <ac:chgData name="Ivan Granja" userId="d0a12471-25a3-466a-a647-7cb796ed786c" providerId="ADAL" clId="{22582235-09F7-45E3-98C0-97562D418BF3}" dt="2021-08-11T20:58:13.778" v="5612" actId="1076"/>
          <ac:spMkLst>
            <pc:docMk/>
            <pc:sldMk cId="2421033290" sldId="344"/>
            <ac:spMk id="2" creationId="{330CCA9C-7CAB-418D-9B36-86787090A1FB}"/>
          </ac:spMkLst>
        </pc:spChg>
        <pc:spChg chg="mod">
          <ac:chgData name="Ivan Granja" userId="d0a12471-25a3-466a-a647-7cb796ed786c" providerId="ADAL" clId="{22582235-09F7-45E3-98C0-97562D418BF3}" dt="2021-08-11T21:09:19.454" v="6355" actId="313"/>
          <ac:spMkLst>
            <pc:docMk/>
            <pc:sldMk cId="2421033290" sldId="344"/>
            <ac:spMk id="3" creationId="{E1A20C5E-6AA4-45EC-896D-10CD4E63E40B}"/>
          </ac:spMkLst>
        </pc:spChg>
      </pc:sldChg>
      <pc:sldChg chg="new del">
        <pc:chgData name="Ivan Granja" userId="d0a12471-25a3-466a-a647-7cb796ed786c" providerId="ADAL" clId="{22582235-09F7-45E3-98C0-97562D418BF3}" dt="2021-08-11T20:55:05.551" v="5245" actId="680"/>
        <pc:sldMkLst>
          <pc:docMk/>
          <pc:sldMk cId="1359231142" sldId="345"/>
        </pc:sldMkLst>
      </pc:sldChg>
      <pc:sldChg chg="modSp add mod ord">
        <pc:chgData name="Ivan Granja" userId="d0a12471-25a3-466a-a647-7cb796ed786c" providerId="ADAL" clId="{22582235-09F7-45E3-98C0-97562D418BF3}" dt="2021-08-11T20:59:09.023" v="5680" actId="20577"/>
        <pc:sldMkLst>
          <pc:docMk/>
          <pc:sldMk cId="1758867312" sldId="345"/>
        </pc:sldMkLst>
        <pc:spChg chg="mod">
          <ac:chgData name="Ivan Granja" userId="d0a12471-25a3-466a-a647-7cb796ed786c" providerId="ADAL" clId="{22582235-09F7-45E3-98C0-97562D418BF3}" dt="2021-08-11T20:55:18.896" v="5262" actId="20577"/>
          <ac:spMkLst>
            <pc:docMk/>
            <pc:sldMk cId="1758867312" sldId="345"/>
            <ac:spMk id="2" creationId="{204F0022-2298-4516-8CFE-000A7C027548}"/>
          </ac:spMkLst>
        </pc:spChg>
        <pc:spChg chg="mod">
          <ac:chgData name="Ivan Granja" userId="d0a12471-25a3-466a-a647-7cb796ed786c" providerId="ADAL" clId="{22582235-09F7-45E3-98C0-97562D418BF3}" dt="2021-08-11T20:59:09.023" v="5680" actId="20577"/>
          <ac:spMkLst>
            <pc:docMk/>
            <pc:sldMk cId="1758867312" sldId="345"/>
            <ac:spMk id="3" creationId="{38C0B961-7BC8-487C-92A4-730F0F309565}"/>
          </ac:spMkLst>
        </pc:spChg>
      </pc:sldChg>
      <pc:sldChg chg="modSp new mod">
        <pc:chgData name="Ivan Granja" userId="d0a12471-25a3-466a-a647-7cb796ed786c" providerId="ADAL" clId="{22582235-09F7-45E3-98C0-97562D418BF3}" dt="2021-08-11T21:06:53.727" v="6224" actId="313"/>
        <pc:sldMkLst>
          <pc:docMk/>
          <pc:sldMk cId="53232798" sldId="346"/>
        </pc:sldMkLst>
        <pc:spChg chg="mod">
          <ac:chgData name="Ivan Granja" userId="d0a12471-25a3-466a-a647-7cb796ed786c" providerId="ADAL" clId="{22582235-09F7-45E3-98C0-97562D418BF3}" dt="2021-08-11T21:06:53.727" v="6224" actId="313"/>
          <ac:spMkLst>
            <pc:docMk/>
            <pc:sldMk cId="53232798" sldId="346"/>
            <ac:spMk id="2" creationId="{C015E019-258D-4C53-AB9C-9B507C07FD9B}"/>
          </ac:spMkLst>
        </pc:spChg>
        <pc:spChg chg="mod">
          <ac:chgData name="Ivan Granja" userId="d0a12471-25a3-466a-a647-7cb796ed786c" providerId="ADAL" clId="{22582235-09F7-45E3-98C0-97562D418BF3}" dt="2021-08-11T21:02:33.875" v="6223" actId="20577"/>
          <ac:spMkLst>
            <pc:docMk/>
            <pc:sldMk cId="53232798" sldId="346"/>
            <ac:spMk id="3" creationId="{11E4D0A3-50AC-4EF7-9101-4D9C7D6F2639}"/>
          </ac:spMkLst>
        </pc:spChg>
      </pc:sldChg>
    </pc:docChg>
  </pc:docChgLst>
  <pc:docChgLst>
    <pc:chgData name="Ivan Granja" userId="d0a12471-25a3-466a-a647-7cb796ed786c" providerId="ADAL" clId="{5B044D06-029C-496D-87B8-A9142683B341}"/>
    <pc:docChg chg="undo custSel addSld delSld modSld sldOrd">
      <pc:chgData name="Ivan Granja" userId="d0a12471-25a3-466a-a647-7cb796ed786c" providerId="ADAL" clId="{5B044D06-029C-496D-87B8-A9142683B341}" dt="2020-08-09T22:01:49.224" v="1537" actId="20577"/>
      <pc:docMkLst>
        <pc:docMk/>
      </pc:docMkLst>
      <pc:sldChg chg="modSp mod">
        <pc:chgData name="Ivan Granja" userId="d0a12471-25a3-466a-a647-7cb796ed786c" providerId="ADAL" clId="{5B044D06-029C-496D-87B8-A9142683B341}" dt="2020-08-02T02:13:23.573" v="1493" actId="20577"/>
        <pc:sldMkLst>
          <pc:docMk/>
          <pc:sldMk cId="1201363542" sldId="256"/>
        </pc:sldMkLst>
        <pc:spChg chg="mod">
          <ac:chgData name="Ivan Granja" userId="d0a12471-25a3-466a-a647-7cb796ed786c" providerId="ADAL" clId="{5B044D06-029C-496D-87B8-A9142683B341}" dt="2020-08-02T01:15:18.528" v="20" actId="20577"/>
          <ac:spMkLst>
            <pc:docMk/>
            <pc:sldMk cId="1201363542" sldId="256"/>
            <ac:spMk id="2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2:13:23.573" v="1493" actId="20577"/>
          <ac:spMkLst>
            <pc:docMk/>
            <pc:sldMk cId="1201363542" sldId="256"/>
            <ac:spMk id="3" creationId="{00000000-0000-0000-0000-000000000000}"/>
          </ac:spMkLst>
        </pc:spChg>
      </pc:sldChg>
      <pc:sldChg chg="del">
        <pc:chgData name="Ivan Granja" userId="d0a12471-25a3-466a-a647-7cb796ed786c" providerId="ADAL" clId="{5B044D06-029C-496D-87B8-A9142683B341}" dt="2020-08-02T02:11:58.032" v="1492" actId="47"/>
        <pc:sldMkLst>
          <pc:docMk/>
          <pc:sldMk cId="919794181" sldId="258"/>
        </pc:sldMkLst>
      </pc:sldChg>
      <pc:sldChg chg="addSp delSp modSp mod">
        <pc:chgData name="Ivan Granja" userId="d0a12471-25a3-466a-a647-7cb796ed786c" providerId="ADAL" clId="{5B044D06-029C-496D-87B8-A9142683B341}" dt="2020-08-02T01:32:46.628" v="323" actId="1035"/>
        <pc:sldMkLst>
          <pc:docMk/>
          <pc:sldMk cId="3830582881" sldId="259"/>
        </pc:sldMkLst>
        <pc:spChg chg="add del mod">
          <ac:chgData name="Ivan Granja" userId="d0a12471-25a3-466a-a647-7cb796ed786c" providerId="ADAL" clId="{5B044D06-029C-496D-87B8-A9142683B341}" dt="2020-08-02T01:29:42.119" v="293" actId="478"/>
          <ac:spMkLst>
            <pc:docMk/>
            <pc:sldMk cId="3830582881" sldId="259"/>
            <ac:spMk id="3" creationId="{46D03010-BD69-4062-87BE-17F199098283}"/>
          </ac:spMkLst>
        </pc:spChg>
        <pc:spChg chg="mod">
          <ac:chgData name="Ivan Granja" userId="d0a12471-25a3-466a-a647-7cb796ed786c" providerId="ADAL" clId="{5B044D06-029C-496D-87B8-A9142683B341}" dt="2020-08-02T01:31:27.605" v="316" actId="1076"/>
          <ac:spMkLst>
            <pc:docMk/>
            <pc:sldMk cId="3830582881" sldId="259"/>
            <ac:spMk id="6147" creationId="{00000000-0000-0000-0000-000000000000}"/>
          </ac:spMkLst>
        </pc:spChg>
        <pc:spChg chg="del mod">
          <ac:chgData name="Ivan Granja" userId="d0a12471-25a3-466a-a647-7cb796ed786c" providerId="ADAL" clId="{5B044D06-029C-496D-87B8-A9142683B341}" dt="2020-08-02T01:29:38.271" v="292" actId="478"/>
          <ac:spMkLst>
            <pc:docMk/>
            <pc:sldMk cId="3830582881" sldId="259"/>
            <ac:spMk id="6148" creationId="{00000000-0000-0000-0000-000000000000}"/>
          </ac:spMkLst>
        </pc:spChg>
        <pc:picChg chg="add mod">
          <ac:chgData name="Ivan Granja" userId="d0a12471-25a3-466a-a647-7cb796ed786c" providerId="ADAL" clId="{5B044D06-029C-496D-87B8-A9142683B341}" dt="2020-08-02T01:31:47.585" v="320" actId="14100"/>
          <ac:picMkLst>
            <pc:docMk/>
            <pc:sldMk cId="3830582881" sldId="259"/>
            <ac:picMk id="5" creationId="{CD03078A-4408-4987-866E-387BFC1B3BDD}"/>
          </ac:picMkLst>
        </pc:picChg>
        <pc:picChg chg="add mod">
          <ac:chgData name="Ivan Granja" userId="d0a12471-25a3-466a-a647-7cb796ed786c" providerId="ADAL" clId="{5B044D06-029C-496D-87B8-A9142683B341}" dt="2020-08-02T01:32:46.628" v="323" actId="1035"/>
          <ac:picMkLst>
            <pc:docMk/>
            <pc:sldMk cId="3830582881" sldId="259"/>
            <ac:picMk id="7" creationId="{1454A203-921D-4C4D-94E5-568E45726185}"/>
          </ac:picMkLst>
        </pc:picChg>
      </pc:sldChg>
      <pc:sldChg chg="del">
        <pc:chgData name="Ivan Granja" userId="d0a12471-25a3-466a-a647-7cb796ed786c" providerId="ADAL" clId="{5B044D06-029C-496D-87B8-A9142683B341}" dt="2020-08-02T02:17:53.013" v="1504" actId="2696"/>
        <pc:sldMkLst>
          <pc:docMk/>
          <pc:sldMk cId="1925147206" sldId="261"/>
        </pc:sldMkLst>
      </pc:sldChg>
      <pc:sldChg chg="modSp mod">
        <pc:chgData name="Ivan Granja" userId="d0a12471-25a3-466a-a647-7cb796ed786c" providerId="ADAL" clId="{5B044D06-029C-496D-87B8-A9142683B341}" dt="2020-08-02T02:16:35.683" v="1500"/>
        <pc:sldMkLst>
          <pc:docMk/>
          <pc:sldMk cId="593275043" sldId="262"/>
        </pc:sldMkLst>
        <pc:spChg chg="mod">
          <ac:chgData name="Ivan Granja" userId="d0a12471-25a3-466a-a647-7cb796ed786c" providerId="ADAL" clId="{5B044D06-029C-496D-87B8-A9142683B341}" dt="2020-08-02T01:16:22.072" v="56" actId="20577"/>
          <ac:spMkLst>
            <pc:docMk/>
            <pc:sldMk cId="593275043" sldId="262"/>
            <ac:spMk id="2" creationId="{00000000-0000-0000-0000-000000000000}"/>
          </ac:spMkLst>
        </pc:spChg>
        <pc:graphicFrameChg chg="mod modGraphic">
          <ac:chgData name="Ivan Granja" userId="d0a12471-25a3-466a-a647-7cb796ed786c" providerId="ADAL" clId="{5B044D06-029C-496D-87B8-A9142683B341}" dt="2020-08-02T02:16:35.683" v="1500"/>
          <ac:graphicFrameMkLst>
            <pc:docMk/>
            <pc:sldMk cId="593275043" sldId="262"/>
            <ac:graphicFrameMk id="5" creationId="{00000000-0000-0000-0000-000000000000}"/>
          </ac:graphicFrameMkLst>
        </pc:graphicFrameChg>
      </pc:sldChg>
      <pc:sldChg chg="del">
        <pc:chgData name="Ivan Granja" userId="d0a12471-25a3-466a-a647-7cb796ed786c" providerId="ADAL" clId="{5B044D06-029C-496D-87B8-A9142683B341}" dt="2020-08-02T02:18:00.973" v="1506" actId="47"/>
        <pc:sldMkLst>
          <pc:docMk/>
          <pc:sldMk cId="3531393047" sldId="263"/>
        </pc:sldMkLst>
      </pc:sldChg>
      <pc:sldChg chg="del">
        <pc:chgData name="Ivan Granja" userId="d0a12471-25a3-466a-a647-7cb796ed786c" providerId="ADAL" clId="{5B044D06-029C-496D-87B8-A9142683B341}" dt="2020-08-02T02:18:01.683" v="1507" actId="47"/>
        <pc:sldMkLst>
          <pc:docMk/>
          <pc:sldMk cId="2856652731" sldId="264"/>
        </pc:sldMkLst>
      </pc:sldChg>
      <pc:sldChg chg="del">
        <pc:chgData name="Ivan Granja" userId="d0a12471-25a3-466a-a647-7cb796ed786c" providerId="ADAL" clId="{5B044D06-029C-496D-87B8-A9142683B341}" dt="2020-08-02T02:18:02.217" v="1508" actId="47"/>
        <pc:sldMkLst>
          <pc:docMk/>
          <pc:sldMk cId="4087180314" sldId="265"/>
        </pc:sldMkLst>
      </pc:sldChg>
      <pc:sldChg chg="del">
        <pc:chgData name="Ivan Granja" userId="d0a12471-25a3-466a-a647-7cb796ed786c" providerId="ADAL" clId="{5B044D06-029C-496D-87B8-A9142683B341}" dt="2020-08-02T02:18:02.774" v="1509" actId="47"/>
        <pc:sldMkLst>
          <pc:docMk/>
          <pc:sldMk cId="518279953" sldId="266"/>
        </pc:sldMkLst>
      </pc:sldChg>
      <pc:sldChg chg="del">
        <pc:chgData name="Ivan Granja" userId="d0a12471-25a3-466a-a647-7cb796ed786c" providerId="ADAL" clId="{5B044D06-029C-496D-87B8-A9142683B341}" dt="2020-08-02T02:18:03.280" v="1510" actId="47"/>
        <pc:sldMkLst>
          <pc:docMk/>
          <pc:sldMk cId="757525701" sldId="267"/>
        </pc:sldMkLst>
      </pc:sldChg>
      <pc:sldChg chg="del">
        <pc:chgData name="Ivan Granja" userId="d0a12471-25a3-466a-a647-7cb796ed786c" providerId="ADAL" clId="{5B044D06-029C-496D-87B8-A9142683B341}" dt="2020-08-02T02:18:04.423" v="1512" actId="47"/>
        <pc:sldMkLst>
          <pc:docMk/>
          <pc:sldMk cId="3549269256" sldId="268"/>
        </pc:sldMkLst>
      </pc:sldChg>
      <pc:sldChg chg="del">
        <pc:chgData name="Ivan Granja" userId="d0a12471-25a3-466a-a647-7cb796ed786c" providerId="ADAL" clId="{5B044D06-029C-496D-87B8-A9142683B341}" dt="2020-08-02T02:18:04.933" v="1513" actId="47"/>
        <pc:sldMkLst>
          <pc:docMk/>
          <pc:sldMk cId="1000993009" sldId="269"/>
        </pc:sldMkLst>
      </pc:sldChg>
      <pc:sldChg chg="del">
        <pc:chgData name="Ivan Granja" userId="d0a12471-25a3-466a-a647-7cb796ed786c" providerId="ADAL" clId="{5B044D06-029C-496D-87B8-A9142683B341}" dt="2020-08-02T02:18:05.582" v="1514" actId="47"/>
        <pc:sldMkLst>
          <pc:docMk/>
          <pc:sldMk cId="239420357" sldId="270"/>
        </pc:sldMkLst>
      </pc:sldChg>
      <pc:sldChg chg="del">
        <pc:chgData name="Ivan Granja" userId="d0a12471-25a3-466a-a647-7cb796ed786c" providerId="ADAL" clId="{5B044D06-029C-496D-87B8-A9142683B341}" dt="2020-08-02T02:18:03.865" v="1511" actId="47"/>
        <pc:sldMkLst>
          <pc:docMk/>
          <pc:sldMk cId="1270784930" sldId="271"/>
        </pc:sldMkLst>
      </pc:sldChg>
      <pc:sldChg chg="del">
        <pc:chgData name="Ivan Granja" userId="d0a12471-25a3-466a-a647-7cb796ed786c" providerId="ADAL" clId="{5B044D06-029C-496D-87B8-A9142683B341}" dt="2020-08-02T02:17:59.454" v="1505" actId="47"/>
        <pc:sldMkLst>
          <pc:docMk/>
          <pc:sldMk cId="820209512" sldId="272"/>
        </pc:sldMkLst>
      </pc:sldChg>
      <pc:sldChg chg="modSp add mod">
        <pc:chgData name="Ivan Granja" userId="d0a12471-25a3-466a-a647-7cb796ed786c" providerId="ADAL" clId="{5B044D06-029C-496D-87B8-A9142683B341}" dt="2020-08-09T22:01:49.224" v="1537" actId="20577"/>
        <pc:sldMkLst>
          <pc:docMk/>
          <pc:sldMk cId="3140837240" sldId="273"/>
        </pc:sldMkLst>
        <pc:spChg chg="mod">
          <ac:chgData name="Ivan Granja" userId="d0a12471-25a3-466a-a647-7cb796ed786c" providerId="ADAL" clId="{5B044D06-029C-496D-87B8-A9142683B341}" dt="2020-08-02T01:22:59.473" v="289" actId="20577"/>
          <ac:spMkLst>
            <pc:docMk/>
            <pc:sldMk cId="3140837240" sldId="273"/>
            <ac:spMk id="2" creationId="{00000000-0000-0000-0000-000000000000}"/>
          </ac:spMkLst>
        </pc:spChg>
        <pc:graphicFrameChg chg="modGraphic">
          <ac:chgData name="Ivan Granja" userId="d0a12471-25a3-466a-a647-7cb796ed786c" providerId="ADAL" clId="{5B044D06-029C-496D-87B8-A9142683B341}" dt="2020-08-09T22:01:49.224" v="1537" actId="20577"/>
          <ac:graphicFrameMkLst>
            <pc:docMk/>
            <pc:sldMk cId="3140837240" sldId="273"/>
            <ac:graphicFrameMk id="5" creationId="{00000000-0000-0000-0000-000000000000}"/>
          </ac:graphicFrameMkLst>
        </pc:graphicFrameChg>
      </pc:sldChg>
      <pc:sldChg chg="addSp modSp add mod">
        <pc:chgData name="Ivan Granja" userId="d0a12471-25a3-466a-a647-7cb796ed786c" providerId="ADAL" clId="{5B044D06-029C-496D-87B8-A9142683B341}" dt="2020-08-02T02:17:08.042" v="1503" actId="20577"/>
        <pc:sldMkLst>
          <pc:docMk/>
          <pc:sldMk cId="2875105139" sldId="274"/>
        </pc:sldMkLst>
        <pc:spChg chg="mod">
          <ac:chgData name="Ivan Granja" userId="d0a12471-25a3-466a-a647-7cb796ed786c" providerId="ADAL" clId="{5B044D06-029C-496D-87B8-A9142683B341}" dt="2020-08-02T01:22:46.575" v="287" actId="20577"/>
          <ac:spMkLst>
            <pc:docMk/>
            <pc:sldMk cId="2875105139" sldId="274"/>
            <ac:spMk id="2" creationId="{00000000-0000-0000-0000-000000000000}"/>
          </ac:spMkLst>
        </pc:spChg>
        <pc:spChg chg="add mod">
          <ac:chgData name="Ivan Granja" userId="d0a12471-25a3-466a-a647-7cb796ed786c" providerId="ADAL" clId="{5B044D06-029C-496D-87B8-A9142683B341}" dt="2020-08-02T01:22:04.199" v="271" actId="14100"/>
          <ac:spMkLst>
            <pc:docMk/>
            <pc:sldMk cId="2875105139" sldId="274"/>
            <ac:spMk id="4" creationId="{18F317BD-3757-4DD0-95F1-EEA82F993D5E}"/>
          </ac:spMkLst>
        </pc:spChg>
        <pc:spChg chg="add mod">
          <ac:chgData name="Ivan Granja" userId="d0a12471-25a3-466a-a647-7cb796ed786c" providerId="ADAL" clId="{5B044D06-029C-496D-87B8-A9142683B341}" dt="2020-08-02T01:21:57.757" v="270" actId="20577"/>
          <ac:spMkLst>
            <pc:docMk/>
            <pc:sldMk cId="2875105139" sldId="274"/>
            <ac:spMk id="6" creationId="{7DCA8C33-A180-4734-88E2-C1D7DFAFC803}"/>
          </ac:spMkLst>
        </pc:spChg>
        <pc:spChg chg="add mod">
          <ac:chgData name="Ivan Granja" userId="d0a12471-25a3-466a-a647-7cb796ed786c" providerId="ADAL" clId="{5B044D06-029C-496D-87B8-A9142683B341}" dt="2020-08-02T02:17:08.042" v="1503" actId="20577"/>
          <ac:spMkLst>
            <pc:docMk/>
            <pc:sldMk cId="2875105139" sldId="274"/>
            <ac:spMk id="7" creationId="{A971F315-031B-46DD-B514-F0F9AE1EE32C}"/>
          </ac:spMkLst>
        </pc:spChg>
      </pc:sldChg>
      <pc:sldChg chg="add del">
        <pc:chgData name="Ivan Granja" userId="d0a12471-25a3-466a-a647-7cb796ed786c" providerId="ADAL" clId="{5B044D06-029C-496D-87B8-A9142683B341}" dt="2020-08-02T02:11:53.924" v="1491" actId="47"/>
        <pc:sldMkLst>
          <pc:docMk/>
          <pc:sldMk cId="3325001757" sldId="275"/>
        </pc:sldMkLst>
      </pc:sldChg>
      <pc:sldChg chg="modSp add mod">
        <pc:chgData name="Ivan Granja" userId="d0a12471-25a3-466a-a647-7cb796ed786c" providerId="ADAL" clId="{5B044D06-029C-496D-87B8-A9142683B341}" dt="2020-08-02T01:43:31.864" v="513" actId="14100"/>
        <pc:sldMkLst>
          <pc:docMk/>
          <pc:sldMk cId="234818704" sldId="276"/>
        </pc:sldMkLst>
        <pc:spChg chg="mod">
          <ac:chgData name="Ivan Granja" userId="d0a12471-25a3-466a-a647-7cb796ed786c" providerId="ADAL" clId="{5B044D06-029C-496D-87B8-A9142683B341}" dt="2020-08-02T01:43:31.864" v="513" actId="14100"/>
          <ac:spMkLst>
            <pc:docMk/>
            <pc:sldMk cId="234818704" sldId="276"/>
            <ac:spMk id="3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1:43:26.404" v="512" actId="20577"/>
          <ac:spMkLst>
            <pc:docMk/>
            <pc:sldMk cId="234818704" sldId="276"/>
            <ac:spMk id="27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1:43:20.415" v="507" actId="20577"/>
          <ac:spMkLst>
            <pc:docMk/>
            <pc:sldMk cId="234818704" sldId="276"/>
            <ac:spMk id="31" creationId="{00000000-0000-0000-0000-000000000000}"/>
          </ac:spMkLst>
        </pc:spChg>
      </pc:sldChg>
      <pc:sldChg chg="modSp add mod ord">
        <pc:chgData name="Ivan Granja" userId="d0a12471-25a3-466a-a647-7cb796ed786c" providerId="ADAL" clId="{5B044D06-029C-496D-87B8-A9142683B341}" dt="2020-08-02T01:44:18.373" v="524"/>
        <pc:sldMkLst>
          <pc:docMk/>
          <pc:sldMk cId="268673754" sldId="277"/>
        </pc:sldMkLst>
        <pc:spChg chg="mod">
          <ac:chgData name="Ivan Granja" userId="d0a12471-25a3-466a-a647-7cb796ed786c" providerId="ADAL" clId="{5B044D06-029C-496D-87B8-A9142683B341}" dt="2020-08-02T01:37:48.524" v="325" actId="113"/>
          <ac:spMkLst>
            <pc:docMk/>
            <pc:sldMk cId="268673754" sldId="277"/>
            <ac:spMk id="3" creationId="{00000000-0000-0000-0000-000000000000}"/>
          </ac:spMkLst>
        </pc:spChg>
      </pc:sldChg>
      <pc:sldChg chg="modSp add mod">
        <pc:chgData name="Ivan Granja" userId="d0a12471-25a3-466a-a647-7cb796ed786c" providerId="ADAL" clId="{5B044D06-029C-496D-87B8-A9142683B341}" dt="2020-08-02T01:43:57.456" v="522" actId="20577"/>
        <pc:sldMkLst>
          <pc:docMk/>
          <pc:sldMk cId="3945787129" sldId="278"/>
        </pc:sldMkLst>
        <pc:spChg chg="mod">
          <ac:chgData name="Ivan Granja" userId="d0a12471-25a3-466a-a647-7cb796ed786c" providerId="ADAL" clId="{5B044D06-029C-496D-87B8-A9142683B341}" dt="2020-08-02T01:43:57.456" v="522" actId="20577"/>
          <ac:spMkLst>
            <pc:docMk/>
            <pc:sldMk cId="3945787129" sldId="278"/>
            <ac:spMk id="3" creationId="{00000000-0000-0000-0000-000000000000}"/>
          </ac:spMkLst>
        </pc:spChg>
      </pc:sldChg>
      <pc:sldChg chg="addSp modSp add mod">
        <pc:chgData name="Ivan Granja" userId="d0a12471-25a3-466a-a647-7cb796ed786c" providerId="ADAL" clId="{5B044D06-029C-496D-87B8-A9142683B341}" dt="2020-08-02T01:58:46.403" v="1058" actId="20577"/>
        <pc:sldMkLst>
          <pc:docMk/>
          <pc:sldMk cId="2685936931" sldId="279"/>
        </pc:sldMkLst>
        <pc:spChg chg="mod">
          <ac:chgData name="Ivan Granja" userId="d0a12471-25a3-466a-a647-7cb796ed786c" providerId="ADAL" clId="{5B044D06-029C-496D-87B8-A9142683B341}" dt="2020-08-02T01:38:07.942" v="346" actId="20577"/>
          <ac:spMkLst>
            <pc:docMk/>
            <pc:sldMk cId="2685936931" sldId="279"/>
            <ac:spMk id="2" creationId="{00000000-0000-0000-0000-000000000000}"/>
          </ac:spMkLst>
        </pc:spChg>
        <pc:spChg chg="mod">
          <ac:chgData name="Ivan Granja" userId="d0a12471-25a3-466a-a647-7cb796ed786c" providerId="ADAL" clId="{5B044D06-029C-496D-87B8-A9142683B341}" dt="2020-08-02T01:58:46.403" v="1058" actId="20577"/>
          <ac:spMkLst>
            <pc:docMk/>
            <pc:sldMk cId="2685936931" sldId="279"/>
            <ac:spMk id="3" creationId="{00000000-0000-0000-0000-000000000000}"/>
          </ac:spMkLst>
        </pc:spChg>
        <pc:picChg chg="add mod">
          <ac:chgData name="Ivan Granja" userId="d0a12471-25a3-466a-a647-7cb796ed786c" providerId="ADAL" clId="{5B044D06-029C-496D-87B8-A9142683B341}" dt="2020-08-02T01:54:12.668" v="760" actId="1035"/>
          <ac:picMkLst>
            <pc:docMk/>
            <pc:sldMk cId="2685936931" sldId="279"/>
            <ac:picMk id="5" creationId="{0E4DC3E0-FC27-4591-BA79-A4E09A4E9557}"/>
          </ac:picMkLst>
        </pc:picChg>
      </pc:sldChg>
      <pc:sldChg chg="add">
        <pc:chgData name="Ivan Granja" userId="d0a12471-25a3-466a-a647-7cb796ed786c" providerId="ADAL" clId="{5B044D06-029C-496D-87B8-A9142683B341}" dt="2020-08-02T01:36:15.931" v="324"/>
        <pc:sldMkLst>
          <pc:docMk/>
          <pc:sldMk cId="2873310479" sldId="288"/>
        </pc:sldMkLst>
      </pc:sldChg>
      <pc:sldChg chg="modSp add mod">
        <pc:chgData name="Ivan Granja" userId="d0a12471-25a3-466a-a647-7cb796ed786c" providerId="ADAL" clId="{5B044D06-029C-496D-87B8-A9142683B341}" dt="2020-08-02T02:15:07.844" v="1499" actId="20577"/>
        <pc:sldMkLst>
          <pc:docMk/>
          <pc:sldMk cId="0" sldId="289"/>
        </pc:sldMkLst>
        <pc:spChg chg="mod">
          <ac:chgData name="Ivan Granja" userId="d0a12471-25a3-466a-a647-7cb796ed786c" providerId="ADAL" clId="{5B044D06-029C-496D-87B8-A9142683B341}" dt="2020-08-02T01:41:48.366" v="455" actId="20577"/>
          <ac:spMkLst>
            <pc:docMk/>
            <pc:sldMk cId="0" sldId="289"/>
            <ac:spMk id="132098" creationId="{4CA77B1B-9BB8-4EC2-9EDA-F5B9F36FA74D}"/>
          </ac:spMkLst>
        </pc:spChg>
        <pc:spChg chg="mod">
          <ac:chgData name="Ivan Granja" userId="d0a12471-25a3-466a-a647-7cb796ed786c" providerId="ADAL" clId="{5B044D06-029C-496D-87B8-A9142683B341}" dt="2020-08-02T02:15:07.844" v="1499" actId="20577"/>
          <ac:spMkLst>
            <pc:docMk/>
            <pc:sldMk cId="0" sldId="289"/>
            <ac:spMk id="132099" creationId="{F61D5B3A-968D-4DF4-9FE8-632722055F25}"/>
          </ac:spMkLst>
        </pc:spChg>
      </pc:sldChg>
      <pc:sldChg chg="modSp add mod">
        <pc:chgData name="Ivan Granja" userId="d0a12471-25a3-466a-a647-7cb796ed786c" providerId="ADAL" clId="{5B044D06-029C-496D-87B8-A9142683B341}" dt="2020-08-02T02:08:54.249" v="1395" actId="1036"/>
        <pc:sldMkLst>
          <pc:docMk/>
          <pc:sldMk cId="0" sldId="290"/>
        </pc:sldMkLst>
        <pc:spChg chg="mod">
          <ac:chgData name="Ivan Granja" userId="d0a12471-25a3-466a-a647-7cb796ed786c" providerId="ADAL" clId="{5B044D06-029C-496D-87B8-A9142683B341}" dt="2020-08-02T02:01:10.348" v="1122" actId="20577"/>
          <ac:spMkLst>
            <pc:docMk/>
            <pc:sldMk cId="0" sldId="290"/>
            <ac:spMk id="108546" creationId="{C6AD5A48-C3D3-44D7-B305-DD7C0BEA5687}"/>
          </ac:spMkLst>
        </pc:spChg>
        <pc:spChg chg="mod">
          <ac:chgData name="Ivan Granja" userId="d0a12471-25a3-466a-a647-7cb796ed786c" providerId="ADAL" clId="{5B044D06-029C-496D-87B8-A9142683B341}" dt="2020-08-02T02:08:43.039" v="1382" actId="114"/>
          <ac:spMkLst>
            <pc:docMk/>
            <pc:sldMk cId="0" sldId="290"/>
            <ac:spMk id="108547" creationId="{C6D14FED-F918-4017-9228-76F6B4419AF3}"/>
          </ac:spMkLst>
        </pc:spChg>
        <pc:spChg chg="mod">
          <ac:chgData name="Ivan Granja" userId="d0a12471-25a3-466a-a647-7cb796ed786c" providerId="ADAL" clId="{5B044D06-029C-496D-87B8-A9142683B341}" dt="2020-08-02T02:08:54.249" v="1395" actId="1036"/>
          <ac:spMkLst>
            <pc:docMk/>
            <pc:sldMk cId="0" sldId="290"/>
            <ac:spMk id="108548" creationId="{841A01A6-CD13-4293-8E98-20D33B91E9AA}"/>
          </ac:spMkLst>
        </pc:spChg>
      </pc:sldChg>
      <pc:sldChg chg="addSp delSp modSp add mod">
        <pc:chgData name="Ivan Granja" userId="d0a12471-25a3-466a-a647-7cb796ed786c" providerId="ADAL" clId="{5B044D06-029C-496D-87B8-A9142683B341}" dt="2020-08-02T02:11:12.266" v="1490" actId="20577"/>
        <pc:sldMkLst>
          <pc:docMk/>
          <pc:sldMk cId="0" sldId="291"/>
        </pc:sldMkLst>
        <pc:spChg chg="add del mod">
          <ac:chgData name="Ivan Granja" userId="d0a12471-25a3-466a-a647-7cb796ed786c" providerId="ADAL" clId="{5B044D06-029C-496D-87B8-A9142683B341}" dt="2020-08-02T02:01:38.879" v="1125" actId="478"/>
          <ac:spMkLst>
            <pc:docMk/>
            <pc:sldMk cId="0" sldId="291"/>
            <ac:spMk id="2" creationId="{1038B375-00B8-41D9-BA4E-340A5573F37C}"/>
          </ac:spMkLst>
        </pc:spChg>
        <pc:spChg chg="add mod">
          <ac:chgData name="Ivan Granja" userId="d0a12471-25a3-466a-a647-7cb796ed786c" providerId="ADAL" clId="{5B044D06-029C-496D-87B8-A9142683B341}" dt="2020-08-02T02:03:40.630" v="1228" actId="113"/>
          <ac:spMkLst>
            <pc:docMk/>
            <pc:sldMk cId="0" sldId="291"/>
            <ac:spMk id="3" creationId="{DCE33A2F-64B5-4271-95C6-5934308D56E7}"/>
          </ac:spMkLst>
        </pc:spChg>
        <pc:spChg chg="add mod">
          <ac:chgData name="Ivan Granja" userId="d0a12471-25a3-466a-a647-7cb796ed786c" providerId="ADAL" clId="{5B044D06-029C-496D-87B8-A9142683B341}" dt="2020-08-02T02:04:09.697" v="1248" actId="20577"/>
          <ac:spMkLst>
            <pc:docMk/>
            <pc:sldMk cId="0" sldId="291"/>
            <ac:spMk id="15" creationId="{81865975-2B20-42A0-A534-EF37782692F6}"/>
          </ac:spMkLst>
        </pc:spChg>
        <pc:spChg chg="add mod">
          <ac:chgData name="Ivan Granja" userId="d0a12471-25a3-466a-a647-7cb796ed786c" providerId="ADAL" clId="{5B044D06-029C-496D-87B8-A9142683B341}" dt="2020-08-02T02:05:46.312" v="1304" actId="14100"/>
          <ac:spMkLst>
            <pc:docMk/>
            <pc:sldMk cId="0" sldId="291"/>
            <ac:spMk id="16" creationId="{24D0809A-6443-4A1E-883C-000543F35AFB}"/>
          </ac:spMkLst>
        </pc:spChg>
        <pc:spChg chg="add mod">
          <ac:chgData name="Ivan Granja" userId="d0a12471-25a3-466a-a647-7cb796ed786c" providerId="ADAL" clId="{5B044D06-029C-496D-87B8-A9142683B341}" dt="2020-08-02T02:11:12.266" v="1490" actId="20577"/>
          <ac:spMkLst>
            <pc:docMk/>
            <pc:sldMk cId="0" sldId="291"/>
            <ac:spMk id="19" creationId="{53901301-B9BA-4573-B6C3-D85B2E140F40}"/>
          </ac:spMkLst>
        </pc:spChg>
        <pc:spChg chg="mod">
          <ac:chgData name="Ivan Granja" userId="d0a12471-25a3-466a-a647-7cb796ed786c" providerId="ADAL" clId="{5B044D06-029C-496D-87B8-A9142683B341}" dt="2020-08-02T02:05:21.839" v="1300" actId="14100"/>
          <ac:spMkLst>
            <pc:docMk/>
            <pc:sldMk cId="0" sldId="291"/>
            <ac:spMk id="109572" creationId="{8F43C3F2-BD85-4318-AD08-7BEB226BB4D8}"/>
          </ac:spMkLst>
        </pc:spChg>
        <pc:spChg chg="mod">
          <ac:chgData name="Ivan Granja" userId="d0a12471-25a3-466a-a647-7cb796ed786c" providerId="ADAL" clId="{5B044D06-029C-496D-87B8-A9142683B341}" dt="2020-08-02T02:02:19.902" v="1173" actId="1037"/>
          <ac:spMkLst>
            <pc:docMk/>
            <pc:sldMk cId="0" sldId="291"/>
            <ac:spMk id="109575" creationId="{FBC97350-2DAF-445C-A76E-2040C828EA00}"/>
          </ac:spMkLst>
        </pc:spChg>
        <pc:spChg chg="mod">
          <ac:chgData name="Ivan Granja" userId="d0a12471-25a3-466a-a647-7cb796ed786c" providerId="ADAL" clId="{5B044D06-029C-496D-87B8-A9142683B341}" dt="2020-08-02T02:04:25.078" v="1273" actId="1038"/>
          <ac:spMkLst>
            <pc:docMk/>
            <pc:sldMk cId="0" sldId="291"/>
            <ac:spMk id="109576" creationId="{BDECCB1C-7DD0-4EDC-93A3-240672FAB7C2}"/>
          </ac:spMkLst>
        </pc:spChg>
        <pc:spChg chg="mod">
          <ac:chgData name="Ivan Granja" userId="d0a12471-25a3-466a-a647-7cb796ed786c" providerId="ADAL" clId="{5B044D06-029C-496D-87B8-A9142683B341}" dt="2020-08-02T02:04:25.078" v="1273" actId="1038"/>
          <ac:spMkLst>
            <pc:docMk/>
            <pc:sldMk cId="0" sldId="291"/>
            <ac:spMk id="109579" creationId="{0457ADF7-96BC-452D-93F6-6E85D64CCEDE}"/>
          </ac:spMkLst>
        </pc:spChg>
        <pc:spChg chg="mod">
          <ac:chgData name="Ivan Granja" userId="d0a12471-25a3-466a-a647-7cb796ed786c" providerId="ADAL" clId="{5B044D06-029C-496D-87B8-A9142683B341}" dt="2020-08-02T02:04:33.404" v="1297" actId="1038"/>
          <ac:spMkLst>
            <pc:docMk/>
            <pc:sldMk cId="0" sldId="291"/>
            <ac:spMk id="109580" creationId="{56A40390-5032-4E4C-B1FD-FD4E3CB4F0A7}"/>
          </ac:spMkLst>
        </pc:spChg>
        <pc:spChg chg="mod">
          <ac:chgData name="Ivan Granja" userId="d0a12471-25a3-466a-a647-7cb796ed786c" providerId="ADAL" clId="{5B044D06-029C-496D-87B8-A9142683B341}" dt="2020-08-02T02:10:40.773" v="1478" actId="113"/>
          <ac:spMkLst>
            <pc:docMk/>
            <pc:sldMk cId="0" sldId="291"/>
            <ac:spMk id="109582" creationId="{8132C426-3975-43B7-B995-E93745174E07}"/>
          </ac:spMkLst>
        </pc:spChg>
        <pc:spChg chg="mod">
          <ac:chgData name="Ivan Granja" userId="d0a12471-25a3-466a-a647-7cb796ed786c" providerId="ADAL" clId="{5B044D06-029C-496D-87B8-A9142683B341}" dt="2020-08-02T02:02:52.457" v="1197" actId="1076"/>
          <ac:spMkLst>
            <pc:docMk/>
            <pc:sldMk cId="0" sldId="291"/>
            <ac:spMk id="109583" creationId="{6C22BB03-C168-4DD1-96B0-760128D1E6CB}"/>
          </ac:spMkLst>
        </pc:sp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74" creationId="{F709891E-C366-406F-AE6E-056044E905AF}"/>
          </ac:graphicFrameMkLst>
        </pc:graphicFrame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77" creationId="{100EA46A-CD6E-4F20-B9FF-1E3C93690689}"/>
          </ac:graphicFrameMkLst>
        </pc:graphicFrame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78" creationId="{6C84A234-3BE0-4688-AF46-22425ED38278}"/>
          </ac:graphicFrameMkLst>
        </pc:graphicFrameChg>
        <pc:graphicFrameChg chg="mod">
          <ac:chgData name="Ivan Granja" userId="d0a12471-25a3-466a-a647-7cb796ed786c" providerId="ADAL" clId="{5B044D06-029C-496D-87B8-A9142683B341}" dt="2020-08-02T02:04:25.078" v="1273" actId="1038"/>
          <ac:graphicFrameMkLst>
            <pc:docMk/>
            <pc:sldMk cId="0" sldId="291"/>
            <ac:graphicFrameMk id="109581" creationId="{A8735379-1EC9-4EF2-9E8E-921B9FDD499C}"/>
          </ac:graphicFrameMkLst>
        </pc:graphicFrameChg>
        <pc:picChg chg="add mod">
          <ac:chgData name="Ivan Granja" userId="d0a12471-25a3-466a-a647-7cb796ed786c" providerId="ADAL" clId="{5B044D06-029C-496D-87B8-A9142683B341}" dt="2020-08-02T02:07:10.499" v="1312" actId="14100"/>
          <ac:picMkLst>
            <pc:docMk/>
            <pc:sldMk cId="0" sldId="291"/>
            <ac:picMk id="5" creationId="{2927B5A0-AB3A-409E-A79C-6251E99A0C35}"/>
          </ac:picMkLst>
        </pc:picChg>
      </pc:sldChg>
    </pc:docChg>
  </pc:docChgLst>
  <pc:docChgLst>
    <pc:chgData name="Ivan Granja" userId="d0a12471-25a3-466a-a647-7cb796ed786c" providerId="ADAL" clId="{6586C5D0-C902-4A7C-B7F5-B531F8453E81}"/>
    <pc:docChg chg="undo redo custSel addSld delSld modSld sldOrd">
      <pc:chgData name="Ivan Granja" userId="d0a12471-25a3-466a-a647-7cb796ed786c" providerId="ADAL" clId="{6586C5D0-C902-4A7C-B7F5-B531F8453E81}" dt="2021-09-09T10:12:33.754" v="12258" actId="166"/>
      <pc:docMkLst>
        <pc:docMk/>
      </pc:docMkLst>
      <pc:sldChg chg="modSp mod">
        <pc:chgData name="Ivan Granja" userId="d0a12471-25a3-466a-a647-7cb796ed786c" providerId="ADAL" clId="{6586C5D0-C902-4A7C-B7F5-B531F8453E81}" dt="2021-08-19T11:43:28.777" v="12233" actId="20577"/>
        <pc:sldMkLst>
          <pc:docMk/>
          <pc:sldMk cId="1201363542" sldId="256"/>
        </pc:sldMkLst>
        <pc:spChg chg="mod">
          <ac:chgData name="Ivan Granja" userId="d0a12471-25a3-466a-a647-7cb796ed786c" providerId="ADAL" clId="{6586C5D0-C902-4A7C-B7F5-B531F8453E81}" dt="2021-08-19T11:43:28.777" v="12233" actId="20577"/>
          <ac:spMkLst>
            <pc:docMk/>
            <pc:sldMk cId="1201363542" sldId="256"/>
            <ac:spMk id="2" creationId="{00000000-0000-0000-0000-000000000000}"/>
          </ac:spMkLst>
        </pc:spChg>
      </pc:sldChg>
      <pc:sldChg chg="del">
        <pc:chgData name="Ivan Granja" userId="d0a12471-25a3-466a-a647-7cb796ed786c" providerId="ADAL" clId="{6586C5D0-C902-4A7C-B7F5-B531F8453E81}" dt="2021-08-18T18:31:01.571" v="0" actId="47"/>
        <pc:sldMkLst>
          <pc:docMk/>
          <pc:sldMk cId="3398296660" sldId="258"/>
        </pc:sldMkLst>
      </pc:sldChg>
      <pc:sldChg chg="del">
        <pc:chgData name="Ivan Granja" userId="d0a12471-25a3-466a-a647-7cb796ed786c" providerId="ADAL" clId="{6586C5D0-C902-4A7C-B7F5-B531F8453E81}" dt="2021-08-18T18:31:02.211" v="2" actId="47"/>
        <pc:sldMkLst>
          <pc:docMk/>
          <pc:sldMk cId="1339328808" sldId="259"/>
        </pc:sldMkLst>
      </pc:sldChg>
      <pc:sldChg chg="del">
        <pc:chgData name="Ivan Granja" userId="d0a12471-25a3-466a-a647-7cb796ed786c" providerId="ADAL" clId="{6586C5D0-C902-4A7C-B7F5-B531F8453E81}" dt="2021-08-18T18:31:02.486" v="3" actId="47"/>
        <pc:sldMkLst>
          <pc:docMk/>
          <pc:sldMk cId="866914733" sldId="260"/>
        </pc:sldMkLst>
      </pc:sldChg>
      <pc:sldChg chg="del">
        <pc:chgData name="Ivan Granja" userId="d0a12471-25a3-466a-a647-7cb796ed786c" providerId="ADAL" clId="{6586C5D0-C902-4A7C-B7F5-B531F8453E81}" dt="2021-08-18T18:31:03.027" v="4" actId="47"/>
        <pc:sldMkLst>
          <pc:docMk/>
          <pc:sldMk cId="2604560124" sldId="261"/>
        </pc:sldMkLst>
      </pc:sldChg>
      <pc:sldChg chg="del">
        <pc:chgData name="Ivan Granja" userId="d0a12471-25a3-466a-a647-7cb796ed786c" providerId="ADAL" clId="{6586C5D0-C902-4A7C-B7F5-B531F8453E81}" dt="2021-08-18T18:31:04.347" v="7" actId="47"/>
        <pc:sldMkLst>
          <pc:docMk/>
          <pc:sldMk cId="0" sldId="335"/>
        </pc:sldMkLst>
      </pc:sldChg>
      <pc:sldChg chg="del">
        <pc:chgData name="Ivan Granja" userId="d0a12471-25a3-466a-a647-7cb796ed786c" providerId="ADAL" clId="{6586C5D0-C902-4A7C-B7F5-B531F8453E81}" dt="2021-08-18T18:31:06.260" v="10" actId="47"/>
        <pc:sldMkLst>
          <pc:docMk/>
          <pc:sldMk cId="0" sldId="336"/>
        </pc:sldMkLst>
      </pc:sldChg>
      <pc:sldChg chg="del">
        <pc:chgData name="Ivan Granja" userId="d0a12471-25a3-466a-a647-7cb796ed786c" providerId="ADAL" clId="{6586C5D0-C902-4A7C-B7F5-B531F8453E81}" dt="2021-08-18T18:31:03.911" v="6" actId="47"/>
        <pc:sldMkLst>
          <pc:docMk/>
          <pc:sldMk cId="0" sldId="337"/>
        </pc:sldMkLst>
      </pc:sldChg>
      <pc:sldChg chg="del">
        <pc:chgData name="Ivan Granja" userId="d0a12471-25a3-466a-a647-7cb796ed786c" providerId="ADAL" clId="{6586C5D0-C902-4A7C-B7F5-B531F8453E81}" dt="2021-08-18T18:31:05.134" v="8" actId="47"/>
        <pc:sldMkLst>
          <pc:docMk/>
          <pc:sldMk cId="0" sldId="340"/>
        </pc:sldMkLst>
      </pc:sldChg>
      <pc:sldChg chg="del">
        <pc:chgData name="Ivan Granja" userId="d0a12471-25a3-466a-a647-7cb796ed786c" providerId="ADAL" clId="{6586C5D0-C902-4A7C-B7F5-B531F8453E81}" dt="2021-08-18T18:31:03.499" v="5" actId="47"/>
        <pc:sldMkLst>
          <pc:docMk/>
          <pc:sldMk cId="0" sldId="341"/>
        </pc:sldMkLst>
      </pc:sldChg>
      <pc:sldChg chg="add del">
        <pc:chgData name="Ivan Granja" userId="d0a12471-25a3-466a-a647-7cb796ed786c" providerId="ADAL" clId="{6586C5D0-C902-4A7C-B7F5-B531F8453E81}" dt="2021-08-18T18:31:21.156" v="13" actId="47"/>
        <pc:sldMkLst>
          <pc:docMk/>
          <pc:sldMk cId="2438119696" sldId="342"/>
        </pc:sldMkLst>
      </pc:sldChg>
      <pc:sldChg chg="del">
        <pc:chgData name="Ivan Granja" userId="d0a12471-25a3-466a-a647-7cb796ed786c" providerId="ADAL" clId="{6586C5D0-C902-4A7C-B7F5-B531F8453E81}" dt="2021-08-18T18:31:05.584" v="9" actId="47"/>
        <pc:sldMkLst>
          <pc:docMk/>
          <pc:sldMk cId="886231306" sldId="343"/>
        </pc:sldMkLst>
      </pc:sldChg>
      <pc:sldChg chg="ord">
        <pc:chgData name="Ivan Granja" userId="d0a12471-25a3-466a-a647-7cb796ed786c" providerId="ADAL" clId="{6586C5D0-C902-4A7C-B7F5-B531F8453E81}" dt="2021-08-18T19:01:30.192" v="1391"/>
        <pc:sldMkLst>
          <pc:docMk/>
          <pc:sldMk cId="2421033290" sldId="344"/>
        </pc:sldMkLst>
      </pc:sldChg>
      <pc:sldChg chg="del">
        <pc:chgData name="Ivan Granja" userId="d0a12471-25a3-466a-a647-7cb796ed786c" providerId="ADAL" clId="{6586C5D0-C902-4A7C-B7F5-B531F8453E81}" dt="2021-08-18T18:31:01.956" v="1" actId="47"/>
        <pc:sldMkLst>
          <pc:docMk/>
          <pc:sldMk cId="1758867312" sldId="345"/>
        </pc:sldMkLst>
      </pc:sldChg>
      <pc:sldChg chg="modSp add del mod">
        <pc:chgData name="Ivan Granja" userId="d0a12471-25a3-466a-a647-7cb796ed786c" providerId="ADAL" clId="{6586C5D0-C902-4A7C-B7F5-B531F8453E81}" dt="2021-08-19T02:56:05.482" v="10953" actId="113"/>
        <pc:sldMkLst>
          <pc:docMk/>
          <pc:sldMk cId="53232798" sldId="346"/>
        </pc:sldMkLst>
        <pc:spChg chg="mod">
          <ac:chgData name="Ivan Granja" userId="d0a12471-25a3-466a-a647-7cb796ed786c" providerId="ADAL" clId="{6586C5D0-C902-4A7C-B7F5-B531F8453E81}" dt="2021-08-19T02:51:34.291" v="10609" actId="20577"/>
          <ac:spMkLst>
            <pc:docMk/>
            <pc:sldMk cId="53232798" sldId="346"/>
            <ac:spMk id="2" creationId="{C015E019-258D-4C53-AB9C-9B507C07FD9B}"/>
          </ac:spMkLst>
        </pc:spChg>
        <pc:spChg chg="mod">
          <ac:chgData name="Ivan Granja" userId="d0a12471-25a3-466a-a647-7cb796ed786c" providerId="ADAL" clId="{6586C5D0-C902-4A7C-B7F5-B531F8453E81}" dt="2021-08-19T02:56:05.482" v="10953" actId="113"/>
          <ac:spMkLst>
            <pc:docMk/>
            <pc:sldMk cId="53232798" sldId="346"/>
            <ac:spMk id="3" creationId="{11E4D0A3-50AC-4EF7-9101-4D9C7D6F2639}"/>
          </ac:spMkLst>
        </pc:spChg>
      </pc:sldChg>
      <pc:sldChg chg="modSp mod">
        <pc:chgData name="Ivan Granja" userId="d0a12471-25a3-466a-a647-7cb796ed786c" providerId="ADAL" clId="{6586C5D0-C902-4A7C-B7F5-B531F8453E81}" dt="2021-08-18T19:01:57.793" v="1463" actId="20577"/>
        <pc:sldMkLst>
          <pc:docMk/>
          <pc:sldMk cId="1916755633" sldId="348"/>
        </pc:sldMkLst>
        <pc:spChg chg="mod">
          <ac:chgData name="Ivan Granja" userId="d0a12471-25a3-466a-a647-7cb796ed786c" providerId="ADAL" clId="{6586C5D0-C902-4A7C-B7F5-B531F8453E81}" dt="2021-08-18T19:01:57.793" v="1463" actId="20577"/>
          <ac:spMkLst>
            <pc:docMk/>
            <pc:sldMk cId="1916755633" sldId="348"/>
            <ac:spMk id="3" creationId="{E1A20C5E-6AA4-45EC-896D-10CD4E63E40B}"/>
          </ac:spMkLst>
        </pc:spChg>
      </pc:sldChg>
      <pc:sldChg chg="addSp delSp modSp new mod ord">
        <pc:chgData name="Ivan Granja" userId="d0a12471-25a3-466a-a647-7cb796ed786c" providerId="ADAL" clId="{6586C5D0-C902-4A7C-B7F5-B531F8453E81}" dt="2021-09-02T10:50:02.914" v="12248" actId="313"/>
        <pc:sldMkLst>
          <pc:docMk/>
          <pc:sldMk cId="4153904024" sldId="349"/>
        </pc:sldMkLst>
        <pc:spChg chg="mod">
          <ac:chgData name="Ivan Granja" userId="d0a12471-25a3-466a-a647-7cb796ed786c" providerId="ADAL" clId="{6586C5D0-C902-4A7C-B7F5-B531F8453E81}" dt="2021-08-18T18:45:44.621" v="96" actId="1076"/>
          <ac:spMkLst>
            <pc:docMk/>
            <pc:sldMk cId="4153904024" sldId="349"/>
            <ac:spMk id="2" creationId="{3F7ABD09-FC8C-419C-AA7B-CAD8E65F0365}"/>
          </ac:spMkLst>
        </pc:spChg>
        <pc:spChg chg="mod">
          <ac:chgData name="Ivan Granja" userId="d0a12471-25a3-466a-a647-7cb796ed786c" providerId="ADAL" clId="{6586C5D0-C902-4A7C-B7F5-B531F8453E81}" dt="2021-09-02T10:50:02.914" v="12248" actId="313"/>
          <ac:spMkLst>
            <pc:docMk/>
            <pc:sldMk cId="4153904024" sldId="349"/>
            <ac:spMk id="3" creationId="{A8828B52-59A7-4A14-9118-9B1AF4A6C7A7}"/>
          </ac:spMkLst>
        </pc:spChg>
        <pc:picChg chg="add del mod">
          <ac:chgData name="Ivan Granja" userId="d0a12471-25a3-466a-a647-7cb796ed786c" providerId="ADAL" clId="{6586C5D0-C902-4A7C-B7F5-B531F8453E81}" dt="2021-08-18T18:48:12.335" v="315" actId="478"/>
          <ac:picMkLst>
            <pc:docMk/>
            <pc:sldMk cId="4153904024" sldId="349"/>
            <ac:picMk id="5" creationId="{F4676ECB-4EEA-406D-8688-6BD5B2821268}"/>
          </ac:picMkLst>
        </pc:picChg>
      </pc:sldChg>
      <pc:sldChg chg="modSp add mod ord">
        <pc:chgData name="Ivan Granja" userId="d0a12471-25a3-466a-a647-7cb796ed786c" providerId="ADAL" clId="{6586C5D0-C902-4A7C-B7F5-B531F8453E81}" dt="2021-08-18T19:01:26.179" v="1389"/>
        <pc:sldMkLst>
          <pc:docMk/>
          <pc:sldMk cId="4048364366" sldId="350"/>
        </pc:sldMkLst>
        <pc:spChg chg="mod">
          <ac:chgData name="Ivan Granja" userId="d0a12471-25a3-466a-a647-7cb796ed786c" providerId="ADAL" clId="{6586C5D0-C902-4A7C-B7F5-B531F8453E81}" dt="2021-08-18T18:59:44.360" v="1367" actId="20577"/>
          <ac:spMkLst>
            <pc:docMk/>
            <pc:sldMk cId="4048364366" sldId="350"/>
            <ac:spMk id="3" creationId="{A8828B52-59A7-4A14-9118-9B1AF4A6C7A7}"/>
          </ac:spMkLst>
        </pc:spChg>
        <pc:picChg chg="mod">
          <ac:chgData name="Ivan Granja" userId="d0a12471-25a3-466a-a647-7cb796ed786c" providerId="ADAL" clId="{6586C5D0-C902-4A7C-B7F5-B531F8453E81}" dt="2021-08-18T18:59:53.152" v="1372" actId="1037"/>
          <ac:picMkLst>
            <pc:docMk/>
            <pc:sldMk cId="4048364366" sldId="350"/>
            <ac:picMk id="5" creationId="{F4676ECB-4EEA-406D-8688-6BD5B2821268}"/>
          </ac:picMkLst>
        </pc:picChg>
      </pc:sldChg>
      <pc:sldChg chg="addSp delSp modSp new mod chgLayout">
        <pc:chgData name="Ivan Granja" userId="d0a12471-25a3-466a-a647-7cb796ed786c" providerId="ADAL" clId="{6586C5D0-C902-4A7C-B7F5-B531F8453E81}" dt="2021-08-18T19:07:58.176" v="1831" actId="20577"/>
        <pc:sldMkLst>
          <pc:docMk/>
          <pc:sldMk cId="1024084533" sldId="351"/>
        </pc:sldMkLst>
        <pc:spChg chg="mod ord">
          <ac:chgData name="Ivan Granja" userId="d0a12471-25a3-466a-a647-7cb796ed786c" providerId="ADAL" clId="{6586C5D0-C902-4A7C-B7F5-B531F8453E81}" dt="2021-08-18T19:04:53.118" v="1588" actId="1076"/>
          <ac:spMkLst>
            <pc:docMk/>
            <pc:sldMk cId="1024084533" sldId="351"/>
            <ac:spMk id="2" creationId="{26389253-6FBD-4A4F-9188-00A2858B991A}"/>
          </ac:spMkLst>
        </pc:spChg>
        <pc:spChg chg="del">
          <ac:chgData name="Ivan Granja" userId="d0a12471-25a3-466a-a647-7cb796ed786c" providerId="ADAL" clId="{6586C5D0-C902-4A7C-B7F5-B531F8453E81}" dt="2021-08-18T19:04:18.408" v="1576" actId="22"/>
          <ac:spMkLst>
            <pc:docMk/>
            <pc:sldMk cId="1024084533" sldId="351"/>
            <ac:spMk id="3" creationId="{E91F63B1-935A-45AB-BD82-B4B0F15E3C28}"/>
          </ac:spMkLst>
        </pc:spChg>
        <pc:spChg chg="add mod">
          <ac:chgData name="Ivan Granja" userId="d0a12471-25a3-466a-a647-7cb796ed786c" providerId="ADAL" clId="{6586C5D0-C902-4A7C-B7F5-B531F8453E81}" dt="2021-08-18T19:07:58.176" v="1831" actId="20577"/>
          <ac:spMkLst>
            <pc:docMk/>
            <pc:sldMk cId="1024084533" sldId="351"/>
            <ac:spMk id="7" creationId="{04718715-8674-4700-B8A9-E94F2180CC10}"/>
          </ac:spMkLst>
        </pc:spChg>
        <pc:picChg chg="add del mod ord">
          <ac:chgData name="Ivan Granja" userId="d0a12471-25a3-466a-a647-7cb796ed786c" providerId="ADAL" clId="{6586C5D0-C902-4A7C-B7F5-B531F8453E81}" dt="2021-08-18T19:04:42.830" v="1584" actId="21"/>
          <ac:picMkLst>
            <pc:docMk/>
            <pc:sldMk cId="1024084533" sldId="351"/>
            <ac:picMk id="5" creationId="{8791B417-83B2-4F67-B1F7-80A2698FFA8A}"/>
          </ac:picMkLst>
        </pc:picChg>
        <pc:picChg chg="add mod ord">
          <ac:chgData name="Ivan Granja" userId="d0a12471-25a3-466a-a647-7cb796ed786c" providerId="ADAL" clId="{6586C5D0-C902-4A7C-B7F5-B531F8453E81}" dt="2021-08-18T19:07:35.265" v="1806" actId="1076"/>
          <ac:picMkLst>
            <pc:docMk/>
            <pc:sldMk cId="1024084533" sldId="351"/>
            <ac:picMk id="8" creationId="{3A00E3F8-6F55-42BA-9EBE-CEB1388D63E3}"/>
          </ac:picMkLst>
        </pc:picChg>
      </pc:sldChg>
      <pc:sldChg chg="addSp delSp modSp add mod">
        <pc:chgData name="Ivan Granja" userId="d0a12471-25a3-466a-a647-7cb796ed786c" providerId="ADAL" clId="{6586C5D0-C902-4A7C-B7F5-B531F8453E81}" dt="2021-08-18T19:11:22.620" v="1980"/>
        <pc:sldMkLst>
          <pc:docMk/>
          <pc:sldMk cId="2106278574" sldId="352"/>
        </pc:sldMkLst>
        <pc:spChg chg="add del mod">
          <ac:chgData name="Ivan Granja" userId="d0a12471-25a3-466a-a647-7cb796ed786c" providerId="ADAL" clId="{6586C5D0-C902-4A7C-B7F5-B531F8453E81}" dt="2021-08-18T19:11:22.620" v="1980"/>
          <ac:spMkLst>
            <pc:docMk/>
            <pc:sldMk cId="2106278574" sldId="352"/>
            <ac:spMk id="3" creationId="{3E375C61-FA53-4EC1-8493-CCFEA1B85CA8}"/>
          </ac:spMkLst>
        </pc:spChg>
        <pc:spChg chg="add del mod">
          <ac:chgData name="Ivan Granja" userId="d0a12471-25a3-466a-a647-7cb796ed786c" providerId="ADAL" clId="{6586C5D0-C902-4A7C-B7F5-B531F8453E81}" dt="2021-08-18T19:09:42.786" v="1850" actId="478"/>
          <ac:spMkLst>
            <pc:docMk/>
            <pc:sldMk cId="2106278574" sldId="352"/>
            <ac:spMk id="5" creationId="{D8BEA620-3762-48C2-8AFE-388DA7F32A74}"/>
          </ac:spMkLst>
        </pc:spChg>
        <pc:spChg chg="add del mod">
          <ac:chgData name="Ivan Granja" userId="d0a12471-25a3-466a-a647-7cb796ed786c" providerId="ADAL" clId="{6586C5D0-C902-4A7C-B7F5-B531F8453E81}" dt="2021-08-18T19:09:42.786" v="1850" actId="478"/>
          <ac:spMkLst>
            <pc:docMk/>
            <pc:sldMk cId="2106278574" sldId="352"/>
            <ac:spMk id="7" creationId="{04718715-8674-4700-B8A9-E94F2180CC10}"/>
          </ac:spMkLst>
        </pc:spChg>
      </pc:sldChg>
      <pc:sldChg chg="addSp modSp new mod">
        <pc:chgData name="Ivan Granja" userId="d0a12471-25a3-466a-a647-7cb796ed786c" providerId="ADAL" clId="{6586C5D0-C902-4A7C-B7F5-B531F8453E81}" dt="2021-08-18T21:53:29.328" v="5793" actId="14100"/>
        <pc:sldMkLst>
          <pc:docMk/>
          <pc:sldMk cId="2828806490" sldId="353"/>
        </pc:sldMkLst>
        <pc:spChg chg="mod">
          <ac:chgData name="Ivan Granja" userId="d0a12471-25a3-466a-a647-7cb796ed786c" providerId="ADAL" clId="{6586C5D0-C902-4A7C-B7F5-B531F8453E81}" dt="2021-08-18T21:51:38.248" v="5740" actId="6549"/>
          <ac:spMkLst>
            <pc:docMk/>
            <pc:sldMk cId="2828806490" sldId="353"/>
            <ac:spMk id="2" creationId="{7FEC2E4D-DEE0-41A4-97C3-D71B35DDCA2F}"/>
          </ac:spMkLst>
        </pc:spChg>
        <pc:spChg chg="mod">
          <ac:chgData name="Ivan Granja" userId="d0a12471-25a3-466a-a647-7cb796ed786c" providerId="ADAL" clId="{6586C5D0-C902-4A7C-B7F5-B531F8453E81}" dt="2021-08-18T21:53:20.163" v="5791" actId="255"/>
          <ac:spMkLst>
            <pc:docMk/>
            <pc:sldMk cId="2828806490" sldId="353"/>
            <ac:spMk id="3" creationId="{4335CA13-95EE-48EC-A02B-8519D23C058B}"/>
          </ac:spMkLst>
        </pc:spChg>
        <pc:picChg chg="add mod">
          <ac:chgData name="Ivan Granja" userId="d0a12471-25a3-466a-a647-7cb796ed786c" providerId="ADAL" clId="{6586C5D0-C902-4A7C-B7F5-B531F8453E81}" dt="2021-08-18T21:53:29.328" v="5793" actId="14100"/>
          <ac:picMkLst>
            <pc:docMk/>
            <pc:sldMk cId="2828806490" sldId="353"/>
            <ac:picMk id="5" creationId="{6EF2507F-3406-4C0F-86FE-CD2B66EEC918}"/>
          </ac:picMkLst>
        </pc:picChg>
      </pc:sldChg>
      <pc:sldChg chg="addSp delSp modSp new mod modClrScheme chgLayout">
        <pc:chgData name="Ivan Granja" userId="d0a12471-25a3-466a-a647-7cb796ed786c" providerId="ADAL" clId="{6586C5D0-C902-4A7C-B7F5-B531F8453E81}" dt="2021-08-19T01:21:07.291" v="7479" actId="255"/>
        <pc:sldMkLst>
          <pc:docMk/>
          <pc:sldMk cId="4064283793" sldId="354"/>
        </pc:sldMkLst>
        <pc:spChg chg="mod ord">
          <ac:chgData name="Ivan Granja" userId="d0a12471-25a3-466a-a647-7cb796ed786c" providerId="ADAL" clId="{6586C5D0-C902-4A7C-B7F5-B531F8453E81}" dt="2021-08-18T21:43:20.292" v="5462" actId="1076"/>
          <ac:spMkLst>
            <pc:docMk/>
            <pc:sldMk cId="4064283793" sldId="354"/>
            <ac:spMk id="2" creationId="{08A1B36E-847E-41ED-8FD2-3AE6E9D92B15}"/>
          </ac:spMkLst>
        </pc:spChg>
        <pc:spChg chg="del">
          <ac:chgData name="Ivan Granja" userId="d0a12471-25a3-466a-a647-7cb796ed786c" providerId="ADAL" clId="{6586C5D0-C902-4A7C-B7F5-B531F8453E81}" dt="2021-08-18T21:41:42.447" v="5447" actId="478"/>
          <ac:spMkLst>
            <pc:docMk/>
            <pc:sldMk cId="4064283793" sldId="354"/>
            <ac:spMk id="3" creationId="{262A4101-963F-4F2F-BCEB-7D88E202E481}"/>
          </ac:spMkLst>
        </pc:spChg>
        <pc:spChg chg="add del mod ord">
          <ac:chgData name="Ivan Granja" userId="d0a12471-25a3-466a-a647-7cb796ed786c" providerId="ADAL" clId="{6586C5D0-C902-4A7C-B7F5-B531F8453E81}" dt="2021-08-18T21:43:34.015" v="5465" actId="478"/>
          <ac:spMkLst>
            <pc:docMk/>
            <pc:sldMk cId="4064283793" sldId="354"/>
            <ac:spMk id="8" creationId="{7A9EAB4E-88A8-47EF-BF8A-35880511386B}"/>
          </ac:spMkLst>
        </pc:spChg>
        <pc:spChg chg="add del mod ord">
          <ac:chgData name="Ivan Granja" userId="d0a12471-25a3-466a-a647-7cb796ed786c" providerId="ADAL" clId="{6586C5D0-C902-4A7C-B7F5-B531F8453E81}" dt="2021-08-18T21:43:39.901" v="5467" actId="478"/>
          <ac:spMkLst>
            <pc:docMk/>
            <pc:sldMk cId="4064283793" sldId="354"/>
            <ac:spMk id="9" creationId="{3BFBE24D-F9D1-4F3B-A2FD-613AB8231817}"/>
          </ac:spMkLst>
        </pc:spChg>
        <pc:spChg chg="add del mod ord">
          <ac:chgData name="Ivan Granja" userId="d0a12471-25a3-466a-a647-7cb796ed786c" providerId="ADAL" clId="{6586C5D0-C902-4A7C-B7F5-B531F8453E81}" dt="2021-08-18T21:43:41.084" v="5468" actId="478"/>
          <ac:spMkLst>
            <pc:docMk/>
            <pc:sldMk cId="4064283793" sldId="354"/>
            <ac:spMk id="10" creationId="{FF64B60D-0C52-4B90-AF7E-BFBABDF030EB}"/>
          </ac:spMkLst>
        </pc:spChg>
        <pc:spChg chg="add del mod ord">
          <ac:chgData name="Ivan Granja" userId="d0a12471-25a3-466a-a647-7cb796ed786c" providerId="ADAL" clId="{6586C5D0-C902-4A7C-B7F5-B531F8453E81}" dt="2021-08-18T21:50:38.018" v="5697" actId="478"/>
          <ac:spMkLst>
            <pc:docMk/>
            <pc:sldMk cId="4064283793" sldId="354"/>
            <ac:spMk id="11" creationId="{D5F03521-56FB-4A87-B3D6-30A409F3EAA3}"/>
          </ac:spMkLst>
        </pc:spChg>
        <pc:spChg chg="add mod">
          <ac:chgData name="Ivan Granja" userId="d0a12471-25a3-466a-a647-7cb796ed786c" providerId="ADAL" clId="{6586C5D0-C902-4A7C-B7F5-B531F8453E81}" dt="2021-08-19T01:21:07.291" v="7479" actId="255"/>
          <ac:spMkLst>
            <pc:docMk/>
            <pc:sldMk cId="4064283793" sldId="354"/>
            <ac:spMk id="15" creationId="{36E4499C-BC97-4246-8B70-89E9CCB014D1}"/>
          </ac:spMkLst>
        </pc:spChg>
        <pc:picChg chg="add del mod">
          <ac:chgData name="Ivan Granja" userId="d0a12471-25a3-466a-a647-7cb796ed786c" providerId="ADAL" clId="{6586C5D0-C902-4A7C-B7F5-B531F8453E81}" dt="2021-08-18T21:42:37.041" v="5456" actId="22"/>
          <ac:picMkLst>
            <pc:docMk/>
            <pc:sldMk cId="4064283793" sldId="354"/>
            <ac:picMk id="5" creationId="{FF4F49A4-2176-4767-84A4-0E890567DFB3}"/>
          </ac:picMkLst>
        </pc:picChg>
        <pc:picChg chg="add del mod">
          <ac:chgData name="Ivan Granja" userId="d0a12471-25a3-466a-a647-7cb796ed786c" providerId="ADAL" clId="{6586C5D0-C902-4A7C-B7F5-B531F8453E81}" dt="2021-08-18T21:43:35.735" v="5466" actId="478"/>
          <ac:picMkLst>
            <pc:docMk/>
            <pc:sldMk cId="4064283793" sldId="354"/>
            <ac:picMk id="7" creationId="{D7A7A64E-E127-403B-AB1A-248832C14E6D}"/>
          </ac:picMkLst>
        </pc:picChg>
        <pc:picChg chg="add mod">
          <ac:chgData name="Ivan Granja" userId="d0a12471-25a3-466a-a647-7cb796ed786c" providerId="ADAL" clId="{6586C5D0-C902-4A7C-B7F5-B531F8453E81}" dt="2021-08-18T21:46:26.701" v="5477" actId="1076"/>
          <ac:picMkLst>
            <pc:docMk/>
            <pc:sldMk cId="4064283793" sldId="354"/>
            <ac:picMk id="13" creationId="{634C9592-3476-451E-B414-D35FC898E852}"/>
          </ac:picMkLst>
        </pc:picChg>
      </pc:sldChg>
      <pc:sldChg chg="addSp delSp modSp add mod">
        <pc:chgData name="Ivan Granja" userId="d0a12471-25a3-466a-a647-7cb796ed786c" providerId="ADAL" clId="{6586C5D0-C902-4A7C-B7F5-B531F8453E81}" dt="2021-08-18T21:40:42.408" v="5413" actId="2161"/>
        <pc:sldMkLst>
          <pc:docMk/>
          <pc:sldMk cId="903331955" sldId="355"/>
        </pc:sldMkLst>
        <pc:spChg chg="mod">
          <ac:chgData name="Ivan Granja" userId="d0a12471-25a3-466a-a647-7cb796ed786c" providerId="ADAL" clId="{6586C5D0-C902-4A7C-B7F5-B531F8453E81}" dt="2021-08-18T21:22:27.094" v="4933" actId="1076"/>
          <ac:spMkLst>
            <pc:docMk/>
            <pc:sldMk cId="903331955" sldId="355"/>
            <ac:spMk id="2" creationId="{7FEC2E4D-DEE0-41A4-97C3-D71B35DDCA2F}"/>
          </ac:spMkLst>
        </pc:spChg>
        <pc:spChg chg="mod">
          <ac:chgData name="Ivan Granja" userId="d0a12471-25a3-466a-a647-7cb796ed786c" providerId="ADAL" clId="{6586C5D0-C902-4A7C-B7F5-B531F8453E81}" dt="2021-08-18T21:39:03.993" v="5407" actId="20577"/>
          <ac:spMkLst>
            <pc:docMk/>
            <pc:sldMk cId="903331955" sldId="355"/>
            <ac:spMk id="3" creationId="{4335CA13-95EE-48EC-A02B-8519D23C058B}"/>
          </ac:spMkLst>
        </pc:spChg>
        <pc:graphicFrameChg chg="add mod modGraphic">
          <ac:chgData name="Ivan Granja" userId="d0a12471-25a3-466a-a647-7cb796ed786c" providerId="ADAL" clId="{6586C5D0-C902-4A7C-B7F5-B531F8453E81}" dt="2021-08-18T21:40:42.408" v="5413" actId="2161"/>
          <ac:graphicFrameMkLst>
            <pc:docMk/>
            <pc:sldMk cId="903331955" sldId="355"/>
            <ac:graphicFrameMk id="4" creationId="{50BE8009-E62E-4415-BF93-5A1DD638BF7D}"/>
          </ac:graphicFrameMkLst>
        </pc:graphicFrameChg>
        <pc:graphicFrameChg chg="add del mod modGraphic">
          <ac:chgData name="Ivan Granja" userId="d0a12471-25a3-466a-a647-7cb796ed786c" providerId="ADAL" clId="{6586C5D0-C902-4A7C-B7F5-B531F8453E81}" dt="2021-08-18T20:56:14.904" v="3262" actId="478"/>
          <ac:graphicFrameMkLst>
            <pc:docMk/>
            <pc:sldMk cId="903331955" sldId="355"/>
            <ac:graphicFrameMk id="5" creationId="{BABF7AAB-1739-4515-BAD3-DA2353969937}"/>
          </ac:graphicFrameMkLst>
        </pc:graphicFrameChg>
      </pc:sldChg>
      <pc:sldChg chg="addSp delSp modSp add mod">
        <pc:chgData name="Ivan Granja" userId="d0a12471-25a3-466a-a647-7cb796ed786c" providerId="ADAL" clId="{6586C5D0-C902-4A7C-B7F5-B531F8453E81}" dt="2021-08-18T21:41:04.848" v="5414" actId="20577"/>
        <pc:sldMkLst>
          <pc:docMk/>
          <pc:sldMk cId="2236075006" sldId="356"/>
        </pc:sldMkLst>
        <pc:spChg chg="mod">
          <ac:chgData name="Ivan Granja" userId="d0a12471-25a3-466a-a647-7cb796ed786c" providerId="ADAL" clId="{6586C5D0-C902-4A7C-B7F5-B531F8453E81}" dt="2021-08-18T21:22:21.747" v="4932" actId="1076"/>
          <ac:spMkLst>
            <pc:docMk/>
            <pc:sldMk cId="2236075006" sldId="356"/>
            <ac:spMk id="2" creationId="{7FEC2E4D-DEE0-41A4-97C3-D71B35DDCA2F}"/>
          </ac:spMkLst>
        </pc:spChg>
        <pc:spChg chg="mod">
          <ac:chgData name="Ivan Granja" userId="d0a12471-25a3-466a-a647-7cb796ed786c" providerId="ADAL" clId="{6586C5D0-C902-4A7C-B7F5-B531F8453E81}" dt="2021-08-18T21:38:34.099" v="5401" actId="20577"/>
          <ac:spMkLst>
            <pc:docMk/>
            <pc:sldMk cId="2236075006" sldId="356"/>
            <ac:spMk id="3" creationId="{4335CA13-95EE-48EC-A02B-8519D23C058B}"/>
          </ac:spMkLst>
        </pc:spChg>
        <pc:graphicFrameChg chg="del">
          <ac:chgData name="Ivan Granja" userId="d0a12471-25a3-466a-a647-7cb796ed786c" providerId="ADAL" clId="{6586C5D0-C902-4A7C-B7F5-B531F8453E81}" dt="2021-08-18T21:06:27.094" v="3995" actId="478"/>
          <ac:graphicFrameMkLst>
            <pc:docMk/>
            <pc:sldMk cId="2236075006" sldId="356"/>
            <ac:graphicFrameMk id="4" creationId="{50BE8009-E62E-4415-BF93-5A1DD638BF7D}"/>
          </ac:graphicFrameMkLst>
        </pc:graphicFrameChg>
        <pc:graphicFrameChg chg="del mod modGraphic">
          <ac:chgData name="Ivan Granja" userId="d0a12471-25a3-466a-a647-7cb796ed786c" providerId="ADAL" clId="{6586C5D0-C902-4A7C-B7F5-B531F8453E81}" dt="2021-08-18T21:18:33.971" v="4718" actId="478"/>
          <ac:graphicFrameMkLst>
            <pc:docMk/>
            <pc:sldMk cId="2236075006" sldId="356"/>
            <ac:graphicFrameMk id="5" creationId="{BABF7AAB-1739-4515-BAD3-DA2353969937}"/>
          </ac:graphicFrameMkLst>
        </pc:graphicFrameChg>
        <pc:graphicFrameChg chg="add mod modGraphic">
          <ac:chgData name="Ivan Granja" userId="d0a12471-25a3-466a-a647-7cb796ed786c" providerId="ADAL" clId="{6586C5D0-C902-4A7C-B7F5-B531F8453E81}" dt="2021-08-18T21:41:04.848" v="5414" actId="20577"/>
          <ac:graphicFrameMkLst>
            <pc:docMk/>
            <pc:sldMk cId="2236075006" sldId="356"/>
            <ac:graphicFrameMk id="6" creationId="{C7A7E7B4-2704-4D6F-A43E-597A6B7DD870}"/>
          </ac:graphicFrameMkLst>
        </pc:graphicFrameChg>
      </pc:sldChg>
      <pc:sldChg chg="addSp modSp add mod">
        <pc:chgData name="Ivan Granja" userId="d0a12471-25a3-466a-a647-7cb796ed786c" providerId="ADAL" clId="{6586C5D0-C902-4A7C-B7F5-B531F8453E81}" dt="2021-08-19T02:40:27.260" v="10138" actId="113"/>
        <pc:sldMkLst>
          <pc:docMk/>
          <pc:sldMk cId="2178888682" sldId="357"/>
        </pc:sldMkLst>
        <pc:spChg chg="mod">
          <ac:chgData name="Ivan Granja" userId="d0a12471-25a3-466a-a647-7cb796ed786c" providerId="ADAL" clId="{6586C5D0-C902-4A7C-B7F5-B531F8453E81}" dt="2021-08-18T21:22:30.697" v="4934" actId="1076"/>
          <ac:spMkLst>
            <pc:docMk/>
            <pc:sldMk cId="2178888682" sldId="357"/>
            <ac:spMk id="2" creationId="{7FEC2E4D-DEE0-41A4-97C3-D71B35DDCA2F}"/>
          </ac:spMkLst>
        </pc:spChg>
        <pc:spChg chg="mod">
          <ac:chgData name="Ivan Granja" userId="d0a12471-25a3-466a-a647-7cb796ed786c" providerId="ADAL" clId="{6586C5D0-C902-4A7C-B7F5-B531F8453E81}" dt="2021-08-19T02:40:27.260" v="10138" actId="113"/>
          <ac:spMkLst>
            <pc:docMk/>
            <pc:sldMk cId="2178888682" sldId="357"/>
            <ac:spMk id="3" creationId="{4335CA13-95EE-48EC-A02B-8519D23C058B}"/>
          </ac:spMkLst>
        </pc:spChg>
        <pc:graphicFrameChg chg="add mod modGraphic">
          <ac:chgData name="Ivan Granja" userId="d0a12471-25a3-466a-a647-7cb796ed786c" providerId="ADAL" clId="{6586C5D0-C902-4A7C-B7F5-B531F8453E81}" dt="2021-08-18T21:22:58.002" v="4937" actId="1076"/>
          <ac:graphicFrameMkLst>
            <pc:docMk/>
            <pc:sldMk cId="2178888682" sldId="357"/>
            <ac:graphicFrameMk id="4" creationId="{F4BF3FD9-363F-4D64-BEC0-A76F05F93E30}"/>
          </ac:graphicFrameMkLst>
        </pc:graphicFrameChg>
      </pc:sldChg>
      <pc:sldChg chg="addSp delSp modSp add mod">
        <pc:chgData name="Ivan Granja" userId="d0a12471-25a3-466a-a647-7cb796ed786c" providerId="ADAL" clId="{6586C5D0-C902-4A7C-B7F5-B531F8453E81}" dt="2021-08-19T01:07:15.259" v="6532" actId="1076"/>
        <pc:sldMkLst>
          <pc:docMk/>
          <pc:sldMk cId="2584121849" sldId="358"/>
        </pc:sldMkLst>
        <pc:spChg chg="add mod">
          <ac:chgData name="Ivan Granja" userId="d0a12471-25a3-466a-a647-7cb796ed786c" providerId="ADAL" clId="{6586C5D0-C902-4A7C-B7F5-B531F8453E81}" dt="2021-08-19T01:07:15.259" v="6532" actId="1076"/>
          <ac:spMkLst>
            <pc:docMk/>
            <pc:sldMk cId="2584121849" sldId="358"/>
            <ac:spMk id="9" creationId="{C55903EE-3C96-4999-9222-0CAA96C06D85}"/>
          </ac:spMkLst>
        </pc:spChg>
        <pc:spChg chg="mod">
          <ac:chgData name="Ivan Granja" userId="d0a12471-25a3-466a-a647-7cb796ed786c" providerId="ADAL" clId="{6586C5D0-C902-4A7C-B7F5-B531F8453E81}" dt="2021-08-19T01:07:03.016" v="6530" actId="20577"/>
          <ac:spMkLst>
            <pc:docMk/>
            <pc:sldMk cId="2584121849" sldId="358"/>
            <ac:spMk id="11" creationId="{D5F03521-56FB-4A87-B3D6-30A409F3EAA3}"/>
          </ac:spMkLst>
        </pc:spChg>
        <pc:spChg chg="add mod">
          <ac:chgData name="Ivan Granja" userId="d0a12471-25a3-466a-a647-7cb796ed786c" providerId="ADAL" clId="{6586C5D0-C902-4A7C-B7F5-B531F8453E81}" dt="2021-08-19T01:07:10.912" v="6531" actId="1076"/>
          <ac:spMkLst>
            <pc:docMk/>
            <pc:sldMk cId="2584121849" sldId="358"/>
            <ac:spMk id="14" creationId="{A3960A3D-1BC4-4D8D-B43E-AB594038472D}"/>
          </ac:spMkLst>
        </pc:spChg>
        <pc:cxnChg chg="add del">
          <ac:chgData name="Ivan Granja" userId="d0a12471-25a3-466a-a647-7cb796ed786c" providerId="ADAL" clId="{6586C5D0-C902-4A7C-B7F5-B531F8453E81}" dt="2021-08-18T21:48:42.418" v="5628" actId="478"/>
          <ac:cxnSpMkLst>
            <pc:docMk/>
            <pc:sldMk cId="2584121849" sldId="358"/>
            <ac:cxnSpMk id="4" creationId="{7C9E74D2-F603-4F0F-BEED-8483ECEA5D6E}"/>
          </ac:cxnSpMkLst>
        </pc:cxnChg>
        <pc:cxnChg chg="add mod">
          <ac:chgData name="Ivan Granja" userId="d0a12471-25a3-466a-a647-7cb796ed786c" providerId="ADAL" clId="{6586C5D0-C902-4A7C-B7F5-B531F8453E81}" dt="2021-08-19T01:02:08.309" v="6119" actId="14100"/>
          <ac:cxnSpMkLst>
            <pc:docMk/>
            <pc:sldMk cId="2584121849" sldId="358"/>
            <ac:cxnSpMk id="6" creationId="{75372E71-E940-482B-8FF2-FCBEACD1F5E9}"/>
          </ac:cxnSpMkLst>
        </pc:cxnChg>
        <pc:cxnChg chg="add mod">
          <ac:chgData name="Ivan Granja" userId="d0a12471-25a3-466a-a647-7cb796ed786c" providerId="ADAL" clId="{6586C5D0-C902-4A7C-B7F5-B531F8453E81}" dt="2021-08-18T21:49:35.745" v="5678" actId="14100"/>
          <ac:cxnSpMkLst>
            <pc:docMk/>
            <pc:sldMk cId="2584121849" sldId="358"/>
            <ac:cxnSpMk id="10" creationId="{74C2C605-6C99-4CC1-A82B-F6B0356F0306}"/>
          </ac:cxnSpMkLst>
        </pc:cxnChg>
      </pc:sldChg>
      <pc:sldChg chg="addSp delSp modSp add mod ord">
        <pc:chgData name="Ivan Granja" userId="d0a12471-25a3-466a-a647-7cb796ed786c" providerId="ADAL" clId="{6586C5D0-C902-4A7C-B7F5-B531F8453E81}" dt="2021-08-19T02:11:02.403" v="9876" actId="22"/>
        <pc:sldMkLst>
          <pc:docMk/>
          <pc:sldMk cId="3852499954" sldId="359"/>
        </pc:sldMkLst>
        <pc:spChg chg="add mod">
          <ac:chgData name="Ivan Granja" userId="d0a12471-25a3-466a-a647-7cb796ed786c" providerId="ADAL" clId="{6586C5D0-C902-4A7C-B7F5-B531F8453E81}" dt="2021-08-19T01:04:43.394" v="6358" actId="14100"/>
          <ac:spMkLst>
            <pc:docMk/>
            <pc:sldMk cId="3852499954" sldId="359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22:31.971" v="7523" actId="20577"/>
          <ac:spMkLst>
            <pc:docMk/>
            <pc:sldMk cId="3852499954" sldId="359"/>
            <ac:spMk id="15" creationId="{36E4499C-BC97-4246-8B70-89E9CCB014D1}"/>
          </ac:spMkLst>
        </pc:spChg>
        <pc:picChg chg="add del mod">
          <ac:chgData name="Ivan Granja" userId="d0a12471-25a3-466a-a647-7cb796ed786c" providerId="ADAL" clId="{6586C5D0-C902-4A7C-B7F5-B531F8453E81}" dt="2021-08-19T02:11:02.403" v="9876" actId="22"/>
          <ac:picMkLst>
            <pc:docMk/>
            <pc:sldMk cId="3852499954" sldId="359"/>
            <ac:picMk id="5" creationId="{4554C23D-C2CB-480A-9399-DF3A32B746FC}"/>
          </ac:picMkLst>
        </pc:picChg>
      </pc:sldChg>
      <pc:sldChg chg="modSp add mod">
        <pc:chgData name="Ivan Granja" userId="d0a12471-25a3-466a-a647-7cb796ed786c" providerId="ADAL" clId="{6586C5D0-C902-4A7C-B7F5-B531F8453E81}" dt="2021-08-19T01:27:18.414" v="7754" actId="113"/>
        <pc:sldMkLst>
          <pc:docMk/>
          <pc:sldMk cId="803428099" sldId="360"/>
        </pc:sldMkLst>
        <pc:spChg chg="mod">
          <ac:chgData name="Ivan Granja" userId="d0a12471-25a3-466a-a647-7cb796ed786c" providerId="ADAL" clId="{6586C5D0-C902-4A7C-B7F5-B531F8453E81}" dt="2021-08-19T01:27:18.414" v="7754" actId="113"/>
          <ac:spMkLst>
            <pc:docMk/>
            <pc:sldMk cId="803428099" sldId="360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05:22.479" v="6387" actId="14100"/>
          <ac:spMkLst>
            <pc:docMk/>
            <pc:sldMk cId="803428099" sldId="360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25:11.933" v="7675" actId="20577"/>
          <ac:spMkLst>
            <pc:docMk/>
            <pc:sldMk cId="803428099" sldId="360"/>
            <ac:spMk id="15" creationId="{36E4499C-BC97-4246-8B70-89E9CCB014D1}"/>
          </ac:spMkLst>
        </pc:spChg>
      </pc:sldChg>
      <pc:sldChg chg="modSp add mod">
        <pc:chgData name="Ivan Granja" userId="d0a12471-25a3-466a-a647-7cb796ed786c" providerId="ADAL" clId="{6586C5D0-C902-4A7C-B7F5-B531F8453E81}" dt="2021-08-19T01:27:19.541" v="7755" actId="113"/>
        <pc:sldMkLst>
          <pc:docMk/>
          <pc:sldMk cId="1025269918" sldId="361"/>
        </pc:sldMkLst>
        <pc:spChg chg="mod">
          <ac:chgData name="Ivan Granja" userId="d0a12471-25a3-466a-a647-7cb796ed786c" providerId="ADAL" clId="{6586C5D0-C902-4A7C-B7F5-B531F8453E81}" dt="2021-08-19T01:27:19.541" v="7755" actId="113"/>
          <ac:spMkLst>
            <pc:docMk/>
            <pc:sldMk cId="1025269918" sldId="361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17:36.860" v="7180" actId="14100"/>
          <ac:spMkLst>
            <pc:docMk/>
            <pc:sldMk cId="1025269918" sldId="361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26:10.240" v="7717" actId="20577"/>
          <ac:spMkLst>
            <pc:docMk/>
            <pc:sldMk cId="1025269918" sldId="361"/>
            <ac:spMk id="15" creationId="{36E4499C-BC97-4246-8B70-89E9CCB014D1}"/>
          </ac:spMkLst>
        </pc:spChg>
      </pc:sldChg>
      <pc:sldChg chg="modSp add mod ord">
        <pc:chgData name="Ivan Granja" userId="d0a12471-25a3-466a-a647-7cb796ed786c" providerId="ADAL" clId="{6586C5D0-C902-4A7C-B7F5-B531F8453E81}" dt="2021-08-19T02:44:01.305" v="10155" actId="20577"/>
        <pc:sldMkLst>
          <pc:docMk/>
          <pc:sldMk cId="1049685603" sldId="362"/>
        </pc:sldMkLst>
        <pc:spChg chg="mod">
          <ac:chgData name="Ivan Granja" userId="d0a12471-25a3-466a-a647-7cb796ed786c" providerId="ADAL" clId="{6586C5D0-C902-4A7C-B7F5-B531F8453E81}" dt="2021-08-19T01:27:20.635" v="7756" actId="113"/>
          <ac:spMkLst>
            <pc:docMk/>
            <pc:sldMk cId="1049685603" sldId="362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27:05.451" v="7742" actId="14100"/>
          <ac:spMkLst>
            <pc:docMk/>
            <pc:sldMk cId="1049685603" sldId="362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2:44:01.305" v="10155" actId="20577"/>
          <ac:spMkLst>
            <pc:docMk/>
            <pc:sldMk cId="1049685603" sldId="362"/>
            <ac:spMk id="15" creationId="{36E4499C-BC97-4246-8B70-89E9CCB014D1}"/>
          </ac:spMkLst>
        </pc:spChg>
      </pc:sldChg>
      <pc:sldChg chg="modSp add mod ord">
        <pc:chgData name="Ivan Granja" userId="d0a12471-25a3-466a-a647-7cb796ed786c" providerId="ADAL" clId="{6586C5D0-C902-4A7C-B7F5-B531F8453E81}" dt="2021-08-19T01:42:47.404" v="8529" actId="20577"/>
        <pc:sldMkLst>
          <pc:docMk/>
          <pc:sldMk cId="490091377" sldId="363"/>
        </pc:sldMkLst>
        <pc:spChg chg="mod">
          <ac:chgData name="Ivan Granja" userId="d0a12471-25a3-466a-a647-7cb796ed786c" providerId="ADAL" clId="{6586C5D0-C902-4A7C-B7F5-B531F8453E81}" dt="2021-08-19T01:33:38.073" v="8380" actId="20577"/>
          <ac:spMkLst>
            <pc:docMk/>
            <pc:sldMk cId="490091377" sldId="363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32:12.923" v="8134" actId="1076"/>
          <ac:spMkLst>
            <pc:docMk/>
            <pc:sldMk cId="490091377" sldId="363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42:47.404" v="8529" actId="20577"/>
          <ac:spMkLst>
            <pc:docMk/>
            <pc:sldMk cId="490091377" sldId="363"/>
            <ac:spMk id="15" creationId="{36E4499C-BC97-4246-8B70-89E9CCB014D1}"/>
          </ac:spMkLst>
        </pc:spChg>
      </pc:sldChg>
      <pc:sldChg chg="modSp add mod">
        <pc:chgData name="Ivan Granja" userId="d0a12471-25a3-466a-a647-7cb796ed786c" providerId="ADAL" clId="{6586C5D0-C902-4A7C-B7F5-B531F8453E81}" dt="2021-08-19T01:51:08.565" v="8982" actId="20577"/>
        <pc:sldMkLst>
          <pc:docMk/>
          <pc:sldMk cId="959409244" sldId="364"/>
        </pc:sldMkLst>
        <pc:spChg chg="mod">
          <ac:chgData name="Ivan Granja" userId="d0a12471-25a3-466a-a647-7cb796ed786c" providerId="ADAL" clId="{6586C5D0-C902-4A7C-B7F5-B531F8453E81}" dt="2021-08-19T01:44:30.266" v="8541" actId="20577"/>
          <ac:spMkLst>
            <pc:docMk/>
            <pc:sldMk cId="959409244" sldId="364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43:09.325" v="8531" actId="1076"/>
          <ac:spMkLst>
            <pc:docMk/>
            <pc:sldMk cId="959409244" sldId="364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51:08.565" v="8982" actId="20577"/>
          <ac:spMkLst>
            <pc:docMk/>
            <pc:sldMk cId="959409244" sldId="364"/>
            <ac:spMk id="15" creationId="{36E4499C-BC97-4246-8B70-89E9CCB014D1}"/>
          </ac:spMkLst>
        </pc:spChg>
      </pc:sldChg>
      <pc:sldChg chg="modSp add mod">
        <pc:chgData name="Ivan Granja" userId="d0a12471-25a3-466a-a647-7cb796ed786c" providerId="ADAL" clId="{6586C5D0-C902-4A7C-B7F5-B531F8453E81}" dt="2021-08-19T01:58:18.946" v="9208" actId="1036"/>
        <pc:sldMkLst>
          <pc:docMk/>
          <pc:sldMk cId="3437745298" sldId="365"/>
        </pc:sldMkLst>
        <pc:spChg chg="mod">
          <ac:chgData name="Ivan Granja" userId="d0a12471-25a3-466a-a647-7cb796ed786c" providerId="ADAL" clId="{6586C5D0-C902-4A7C-B7F5-B531F8453E81}" dt="2021-08-19T01:53:24.681" v="8993" actId="20577"/>
          <ac:spMkLst>
            <pc:docMk/>
            <pc:sldMk cId="3437745298" sldId="365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58:18.946" v="9208" actId="1036"/>
          <ac:spMkLst>
            <pc:docMk/>
            <pc:sldMk cId="3437745298" sldId="365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1:57:44.495" v="9195" actId="14100"/>
          <ac:spMkLst>
            <pc:docMk/>
            <pc:sldMk cId="3437745298" sldId="365"/>
            <ac:spMk id="15" creationId="{36E4499C-BC97-4246-8B70-89E9CCB014D1}"/>
          </ac:spMkLst>
        </pc:spChg>
      </pc:sldChg>
      <pc:sldChg chg="modSp add mod">
        <pc:chgData name="Ivan Granja" userId="d0a12471-25a3-466a-a647-7cb796ed786c" providerId="ADAL" clId="{6586C5D0-C902-4A7C-B7F5-B531F8453E81}" dt="2021-08-19T02:04:41.040" v="9861" actId="20577"/>
        <pc:sldMkLst>
          <pc:docMk/>
          <pc:sldMk cId="426682629" sldId="366"/>
        </pc:sldMkLst>
        <pc:spChg chg="mod">
          <ac:chgData name="Ivan Granja" userId="d0a12471-25a3-466a-a647-7cb796ed786c" providerId="ADAL" clId="{6586C5D0-C902-4A7C-B7F5-B531F8453E81}" dt="2021-08-19T01:58:07.179" v="9201" actId="20577"/>
          <ac:spMkLst>
            <pc:docMk/>
            <pc:sldMk cId="426682629" sldId="366"/>
            <ac:spMk id="2" creationId="{08A1B36E-847E-41ED-8FD2-3AE6E9D92B15}"/>
          </ac:spMkLst>
        </pc:spChg>
        <pc:spChg chg="mod">
          <ac:chgData name="Ivan Granja" userId="d0a12471-25a3-466a-a647-7cb796ed786c" providerId="ADAL" clId="{6586C5D0-C902-4A7C-B7F5-B531F8453E81}" dt="2021-08-19T01:58:32.428" v="9212" actId="14100"/>
          <ac:spMkLst>
            <pc:docMk/>
            <pc:sldMk cId="426682629" sldId="366"/>
            <ac:spMk id="3" creationId="{AA377052-707C-4ECF-A4FA-3F3ACA0117FC}"/>
          </ac:spMkLst>
        </pc:spChg>
        <pc:spChg chg="mod">
          <ac:chgData name="Ivan Granja" userId="d0a12471-25a3-466a-a647-7cb796ed786c" providerId="ADAL" clId="{6586C5D0-C902-4A7C-B7F5-B531F8453E81}" dt="2021-08-19T02:04:41.040" v="9861" actId="20577"/>
          <ac:spMkLst>
            <pc:docMk/>
            <pc:sldMk cId="426682629" sldId="366"/>
            <ac:spMk id="15" creationId="{36E4499C-BC97-4246-8B70-89E9CCB014D1}"/>
          </ac:spMkLst>
        </pc:spChg>
      </pc:sldChg>
      <pc:sldChg chg="addSp delSp modSp new mod ord modClrScheme chgLayout">
        <pc:chgData name="Ivan Granja" userId="d0a12471-25a3-466a-a647-7cb796ed786c" providerId="ADAL" clId="{6586C5D0-C902-4A7C-B7F5-B531F8453E81}" dt="2021-08-19T02:12:22.808" v="9895"/>
        <pc:sldMkLst>
          <pc:docMk/>
          <pc:sldMk cId="2770177070" sldId="367"/>
        </pc:sldMkLst>
        <pc:spChg chg="del">
          <ac:chgData name="Ivan Granja" userId="d0a12471-25a3-466a-a647-7cb796ed786c" providerId="ADAL" clId="{6586C5D0-C902-4A7C-B7F5-B531F8453E81}" dt="2021-08-19T02:10:08.747" v="9863" actId="700"/>
          <ac:spMkLst>
            <pc:docMk/>
            <pc:sldMk cId="2770177070" sldId="367"/>
            <ac:spMk id="2" creationId="{96F3B8FB-7451-4BF2-B10E-41C3E633B745}"/>
          </ac:spMkLst>
        </pc:spChg>
        <pc:spChg chg="del">
          <ac:chgData name="Ivan Granja" userId="d0a12471-25a3-466a-a647-7cb796ed786c" providerId="ADAL" clId="{6586C5D0-C902-4A7C-B7F5-B531F8453E81}" dt="2021-08-19T02:10:08.747" v="9863" actId="700"/>
          <ac:spMkLst>
            <pc:docMk/>
            <pc:sldMk cId="2770177070" sldId="367"/>
            <ac:spMk id="3" creationId="{9EDBE64F-2B83-4164-8E7C-1368DCE11C39}"/>
          </ac:spMkLst>
        </pc:spChg>
        <pc:spChg chg="del">
          <ac:chgData name="Ivan Granja" userId="d0a12471-25a3-466a-a647-7cb796ed786c" providerId="ADAL" clId="{6586C5D0-C902-4A7C-B7F5-B531F8453E81}" dt="2021-08-19T02:10:08.747" v="9863" actId="700"/>
          <ac:spMkLst>
            <pc:docMk/>
            <pc:sldMk cId="2770177070" sldId="367"/>
            <ac:spMk id="4" creationId="{106AA6B0-00BE-4A5D-BF12-86597E3C3FC8}"/>
          </ac:spMkLst>
        </pc:spChg>
        <pc:spChg chg="del">
          <ac:chgData name="Ivan Granja" userId="d0a12471-25a3-466a-a647-7cb796ed786c" providerId="ADAL" clId="{6586C5D0-C902-4A7C-B7F5-B531F8453E81}" dt="2021-08-19T02:10:08.747" v="9863" actId="700"/>
          <ac:spMkLst>
            <pc:docMk/>
            <pc:sldMk cId="2770177070" sldId="367"/>
            <ac:spMk id="5" creationId="{C5C8E1F7-6980-42A0-A534-BF79FC7E9630}"/>
          </ac:spMkLst>
        </pc:spChg>
        <pc:spChg chg="del">
          <ac:chgData name="Ivan Granja" userId="d0a12471-25a3-466a-a647-7cb796ed786c" providerId="ADAL" clId="{6586C5D0-C902-4A7C-B7F5-B531F8453E81}" dt="2021-08-19T02:10:08.747" v="9863" actId="700"/>
          <ac:spMkLst>
            <pc:docMk/>
            <pc:sldMk cId="2770177070" sldId="367"/>
            <ac:spMk id="6" creationId="{88DACF83-CAA7-4588-AEC4-BD990A0BCA2D}"/>
          </ac:spMkLst>
        </pc:spChg>
        <pc:spChg chg="add del mod">
          <ac:chgData name="Ivan Granja" userId="d0a12471-25a3-466a-a647-7cb796ed786c" providerId="ADAL" clId="{6586C5D0-C902-4A7C-B7F5-B531F8453E81}" dt="2021-08-19T02:10:14.352" v="9865"/>
          <ac:spMkLst>
            <pc:docMk/>
            <pc:sldMk cId="2770177070" sldId="367"/>
            <ac:spMk id="8" creationId="{A68C998B-5A87-4D34-89CF-053363EE7C15}"/>
          </ac:spMkLst>
        </pc:spChg>
        <pc:graphicFrameChg chg="add del mod">
          <ac:chgData name="Ivan Granja" userId="d0a12471-25a3-466a-a647-7cb796ed786c" providerId="ADAL" clId="{6586C5D0-C902-4A7C-B7F5-B531F8453E81}" dt="2021-08-19T02:10:14.352" v="9865"/>
          <ac:graphicFrameMkLst>
            <pc:docMk/>
            <pc:sldMk cId="2770177070" sldId="367"/>
            <ac:graphicFrameMk id="7" creationId="{E59AC38F-6A7D-4AEC-969C-5228CC981604}"/>
          </ac:graphicFrameMkLst>
        </pc:graphicFrameChg>
        <pc:picChg chg="add mod">
          <ac:chgData name="Ivan Granja" userId="d0a12471-25a3-466a-a647-7cb796ed786c" providerId="ADAL" clId="{6586C5D0-C902-4A7C-B7F5-B531F8453E81}" dt="2021-08-19T02:10:45.172" v="9872" actId="1076"/>
          <ac:picMkLst>
            <pc:docMk/>
            <pc:sldMk cId="2770177070" sldId="367"/>
            <ac:picMk id="10" creationId="{9798AC27-D7EC-4F04-90AC-AF4972CE0EBF}"/>
          </ac:picMkLst>
        </pc:picChg>
      </pc:sldChg>
      <pc:sldChg chg="delSp add del mod ord">
        <pc:chgData name="Ivan Granja" userId="d0a12471-25a3-466a-a647-7cb796ed786c" providerId="ADAL" clId="{6586C5D0-C902-4A7C-B7F5-B531F8453E81}" dt="2021-08-19T02:12:37.537" v="9896" actId="47"/>
        <pc:sldMkLst>
          <pc:docMk/>
          <pc:sldMk cId="4113512591" sldId="368"/>
        </pc:sldMkLst>
        <pc:picChg chg="del">
          <ac:chgData name="Ivan Granja" userId="d0a12471-25a3-466a-a647-7cb796ed786c" providerId="ADAL" clId="{6586C5D0-C902-4A7C-B7F5-B531F8453E81}" dt="2021-08-19T02:11:11.059" v="9880" actId="478"/>
          <ac:picMkLst>
            <pc:docMk/>
            <pc:sldMk cId="4113512591" sldId="368"/>
            <ac:picMk id="10" creationId="{9798AC27-D7EC-4F04-90AC-AF4972CE0EBF}"/>
          </ac:picMkLst>
        </pc:picChg>
      </pc:sldChg>
      <pc:sldChg chg="add del">
        <pc:chgData name="Ivan Granja" userId="d0a12471-25a3-466a-a647-7cb796ed786c" providerId="ADAL" clId="{6586C5D0-C902-4A7C-B7F5-B531F8453E81}" dt="2021-08-19T02:12:06.800" v="9893" actId="47"/>
        <pc:sldMkLst>
          <pc:docMk/>
          <pc:sldMk cId="1691984434" sldId="369"/>
        </pc:sldMkLst>
      </pc:sldChg>
      <pc:sldChg chg="addSp modSp add mod ord">
        <pc:chgData name="Ivan Granja" userId="d0a12471-25a3-466a-a647-7cb796ed786c" providerId="ADAL" clId="{6586C5D0-C902-4A7C-B7F5-B531F8453E81}" dt="2021-09-09T10:12:33.754" v="12258" actId="166"/>
        <pc:sldMkLst>
          <pc:docMk/>
          <pc:sldMk cId="2741076645" sldId="370"/>
        </pc:sldMkLst>
        <pc:spChg chg="add mod ord">
          <ac:chgData name="Ivan Granja" userId="d0a12471-25a3-466a-a647-7cb796ed786c" providerId="ADAL" clId="{6586C5D0-C902-4A7C-B7F5-B531F8453E81}" dt="2021-09-09T10:12:33.754" v="12258" actId="166"/>
          <ac:spMkLst>
            <pc:docMk/>
            <pc:sldMk cId="2741076645" sldId="370"/>
            <ac:spMk id="4" creationId="{BEA61EE4-11B9-4239-86F0-20E28D01F47C}"/>
          </ac:spMkLst>
        </pc:spChg>
        <pc:spChg chg="add mod">
          <ac:chgData name="Ivan Granja" userId="d0a12471-25a3-466a-a647-7cb796ed786c" providerId="ADAL" clId="{6586C5D0-C902-4A7C-B7F5-B531F8453E81}" dt="2021-09-09T10:12:24.119" v="12256" actId="1076"/>
          <ac:spMkLst>
            <pc:docMk/>
            <pc:sldMk cId="2741076645" sldId="370"/>
            <ac:spMk id="5" creationId="{22574CBF-585F-4A9B-BE7A-65956C314A18}"/>
          </ac:spMkLst>
        </pc:spChg>
        <pc:picChg chg="add mod">
          <ac:chgData name="Ivan Granja" userId="d0a12471-25a3-466a-a647-7cb796ed786c" providerId="ADAL" clId="{6586C5D0-C902-4A7C-B7F5-B531F8453E81}" dt="2021-08-19T02:36:39.024" v="10013" actId="14100"/>
          <ac:picMkLst>
            <pc:docMk/>
            <pc:sldMk cId="2741076645" sldId="370"/>
            <ac:picMk id="3" creationId="{0FE57739-027F-4DE0-8026-07F4C0DE3A42}"/>
          </ac:picMkLst>
        </pc:picChg>
      </pc:sldChg>
      <pc:sldChg chg="addSp modSp add mod ord">
        <pc:chgData name="Ivan Granja" userId="d0a12471-25a3-466a-a647-7cb796ed786c" providerId="ADAL" clId="{6586C5D0-C902-4A7C-B7F5-B531F8453E81}" dt="2021-08-19T02:35:14.759" v="10008" actId="14100"/>
        <pc:sldMkLst>
          <pc:docMk/>
          <pc:sldMk cId="1007371293" sldId="371"/>
        </pc:sldMkLst>
        <pc:spChg chg="add mod">
          <ac:chgData name="Ivan Granja" userId="d0a12471-25a3-466a-a647-7cb796ed786c" providerId="ADAL" clId="{6586C5D0-C902-4A7C-B7F5-B531F8453E81}" dt="2021-08-19T02:35:14.759" v="10008" actId="14100"/>
          <ac:spMkLst>
            <pc:docMk/>
            <pc:sldMk cId="1007371293" sldId="371"/>
            <ac:spMk id="4" creationId="{DA5BF6E2-4E95-4209-BCF1-CB66098CA4A2}"/>
          </ac:spMkLst>
        </pc:spChg>
        <pc:picChg chg="add mod">
          <ac:chgData name="Ivan Granja" userId="d0a12471-25a3-466a-a647-7cb796ed786c" providerId="ADAL" clId="{6586C5D0-C902-4A7C-B7F5-B531F8453E81}" dt="2021-08-19T02:34:34.906" v="10000" actId="1076"/>
          <ac:picMkLst>
            <pc:docMk/>
            <pc:sldMk cId="1007371293" sldId="371"/>
            <ac:picMk id="3" creationId="{93B73DF7-31BF-4A10-B9F3-BAA216924356}"/>
          </ac:picMkLst>
        </pc:picChg>
      </pc:sldChg>
      <pc:sldChg chg="addSp modSp add mod">
        <pc:chgData name="Ivan Granja" userId="d0a12471-25a3-466a-a647-7cb796ed786c" providerId="ADAL" clId="{6586C5D0-C902-4A7C-B7F5-B531F8453E81}" dt="2021-08-19T02:33:25.170" v="9994" actId="1038"/>
        <pc:sldMkLst>
          <pc:docMk/>
          <pc:sldMk cId="2530384390" sldId="372"/>
        </pc:sldMkLst>
        <pc:spChg chg="add mod">
          <ac:chgData name="Ivan Granja" userId="d0a12471-25a3-466a-a647-7cb796ed786c" providerId="ADAL" clId="{6586C5D0-C902-4A7C-B7F5-B531F8453E81}" dt="2021-08-19T02:33:25.170" v="9994" actId="1038"/>
          <ac:spMkLst>
            <pc:docMk/>
            <pc:sldMk cId="2530384390" sldId="372"/>
            <ac:spMk id="4" creationId="{0B8DC59C-3907-417C-AD04-61069264B156}"/>
          </ac:spMkLst>
        </pc:spChg>
        <pc:picChg chg="add mod">
          <ac:chgData name="Ivan Granja" userId="d0a12471-25a3-466a-a647-7cb796ed786c" providerId="ADAL" clId="{6586C5D0-C902-4A7C-B7F5-B531F8453E81}" dt="2021-08-19T02:33:25.170" v="9994" actId="1038"/>
          <ac:picMkLst>
            <pc:docMk/>
            <pc:sldMk cId="2530384390" sldId="372"/>
            <ac:picMk id="3" creationId="{317FBE5C-C7C2-47D8-9D3C-B645A99E1368}"/>
          </ac:picMkLst>
        </pc:picChg>
      </pc:sldChg>
      <pc:sldChg chg="addSp modSp add mod">
        <pc:chgData name="Ivan Granja" userId="d0a12471-25a3-466a-a647-7cb796ed786c" providerId="ADAL" clId="{6586C5D0-C902-4A7C-B7F5-B531F8453E81}" dt="2021-08-19T02:32:09.838" v="9973" actId="1037"/>
        <pc:sldMkLst>
          <pc:docMk/>
          <pc:sldMk cId="883389488" sldId="373"/>
        </pc:sldMkLst>
        <pc:spChg chg="add mod">
          <ac:chgData name="Ivan Granja" userId="d0a12471-25a3-466a-a647-7cb796ed786c" providerId="ADAL" clId="{6586C5D0-C902-4A7C-B7F5-B531F8453E81}" dt="2021-08-19T02:32:09.838" v="9973" actId="1037"/>
          <ac:spMkLst>
            <pc:docMk/>
            <pc:sldMk cId="883389488" sldId="373"/>
            <ac:spMk id="4" creationId="{AD569EFB-7BC9-4F32-B2AC-9095B56CF1C7}"/>
          </ac:spMkLst>
        </pc:spChg>
        <pc:picChg chg="add mod">
          <ac:chgData name="Ivan Granja" userId="d0a12471-25a3-466a-a647-7cb796ed786c" providerId="ADAL" clId="{6586C5D0-C902-4A7C-B7F5-B531F8453E81}" dt="2021-08-19T02:32:02.713" v="9969" actId="14100"/>
          <ac:picMkLst>
            <pc:docMk/>
            <pc:sldMk cId="883389488" sldId="373"/>
            <ac:picMk id="3" creationId="{E1B91DC7-A91E-45F8-B626-F56263605641}"/>
          </ac:picMkLst>
        </pc:picChg>
      </pc:sldChg>
      <pc:sldChg chg="addSp modSp add mod">
        <pc:chgData name="Ivan Granja" userId="d0a12471-25a3-466a-a647-7cb796ed786c" providerId="ADAL" clId="{6586C5D0-C902-4A7C-B7F5-B531F8453E81}" dt="2021-08-19T02:30:37.133" v="9911" actId="14100"/>
        <pc:sldMkLst>
          <pc:docMk/>
          <pc:sldMk cId="3069445016" sldId="374"/>
        </pc:sldMkLst>
        <pc:spChg chg="add mod">
          <ac:chgData name="Ivan Granja" userId="d0a12471-25a3-466a-a647-7cb796ed786c" providerId="ADAL" clId="{6586C5D0-C902-4A7C-B7F5-B531F8453E81}" dt="2021-08-19T02:30:37.133" v="9911" actId="14100"/>
          <ac:spMkLst>
            <pc:docMk/>
            <pc:sldMk cId="3069445016" sldId="374"/>
            <ac:spMk id="4" creationId="{BB06815E-3FD6-48A6-8679-7BAF24D445FB}"/>
          </ac:spMkLst>
        </pc:spChg>
        <pc:picChg chg="add mod">
          <ac:chgData name="Ivan Granja" userId="d0a12471-25a3-466a-a647-7cb796ed786c" providerId="ADAL" clId="{6586C5D0-C902-4A7C-B7F5-B531F8453E81}" dt="2021-08-19T02:30:08.777" v="9906" actId="1076"/>
          <ac:picMkLst>
            <pc:docMk/>
            <pc:sldMk cId="3069445016" sldId="374"/>
            <ac:picMk id="3" creationId="{F985E99E-6372-417E-ABB2-7F343146D6E0}"/>
          </ac:picMkLst>
        </pc:picChg>
      </pc:sldChg>
      <pc:sldChg chg="addSp modSp add mod">
        <pc:chgData name="Ivan Granja" userId="d0a12471-25a3-466a-a647-7cb796ed786c" providerId="ADAL" clId="{6586C5D0-C902-4A7C-B7F5-B531F8453E81}" dt="2021-08-19T02:31:05.847" v="9961" actId="1036"/>
        <pc:sldMkLst>
          <pc:docMk/>
          <pc:sldMk cId="2677440230" sldId="375"/>
        </pc:sldMkLst>
        <pc:spChg chg="add mod">
          <ac:chgData name="Ivan Granja" userId="d0a12471-25a3-466a-a647-7cb796ed786c" providerId="ADAL" clId="{6586C5D0-C902-4A7C-B7F5-B531F8453E81}" dt="2021-08-19T02:31:05.847" v="9961" actId="1036"/>
          <ac:spMkLst>
            <pc:docMk/>
            <pc:sldMk cId="2677440230" sldId="375"/>
            <ac:spMk id="4" creationId="{F13DC704-EF4B-40D7-B572-0BCBD6FD53EC}"/>
          </ac:spMkLst>
        </pc:spChg>
        <pc:picChg chg="add mod">
          <ac:chgData name="Ivan Granja" userId="d0a12471-25a3-466a-a647-7cb796ed786c" providerId="ADAL" clId="{6586C5D0-C902-4A7C-B7F5-B531F8453E81}" dt="2021-08-19T02:30:54.408" v="9957" actId="1037"/>
          <ac:picMkLst>
            <pc:docMk/>
            <pc:sldMk cId="2677440230" sldId="375"/>
            <ac:picMk id="3" creationId="{30864B90-6219-4680-ABC5-0ECC27D84D1C}"/>
          </ac:picMkLst>
        </pc:picChg>
      </pc:sldChg>
      <pc:sldChg chg="add del">
        <pc:chgData name="Ivan Granja" userId="d0a12471-25a3-466a-a647-7cb796ed786c" providerId="ADAL" clId="{6586C5D0-C902-4A7C-B7F5-B531F8453E81}" dt="2021-08-19T02:38:22.272" v="10028" actId="2696"/>
        <pc:sldMkLst>
          <pc:docMk/>
          <pc:sldMk cId="3497501182" sldId="376"/>
        </pc:sldMkLst>
      </pc:sldChg>
      <pc:sldChg chg="addSp modSp add mod">
        <pc:chgData name="Ivan Granja" userId="d0a12471-25a3-466a-a647-7cb796ed786c" providerId="ADAL" clId="{6586C5D0-C902-4A7C-B7F5-B531F8453E81}" dt="2021-08-19T02:39:23.416" v="10118" actId="14100"/>
        <pc:sldMkLst>
          <pc:docMk/>
          <pc:sldMk cId="2476567583" sldId="377"/>
        </pc:sldMkLst>
        <pc:spChg chg="mod">
          <ac:chgData name="Ivan Granja" userId="d0a12471-25a3-466a-a647-7cb796ed786c" providerId="ADAL" clId="{6586C5D0-C902-4A7C-B7F5-B531F8453E81}" dt="2021-08-19T02:37:33.024" v="10027" actId="14100"/>
          <ac:spMkLst>
            <pc:docMk/>
            <pc:sldMk cId="2476567583" sldId="377"/>
            <ac:spMk id="4" creationId="{F13DC704-EF4B-40D7-B572-0BCBD6FD53EC}"/>
          </ac:spMkLst>
        </pc:spChg>
        <pc:spChg chg="add mod">
          <ac:chgData name="Ivan Granja" userId="d0a12471-25a3-466a-a647-7cb796ed786c" providerId="ADAL" clId="{6586C5D0-C902-4A7C-B7F5-B531F8453E81}" dt="2021-08-19T02:39:23.416" v="10118" actId="14100"/>
          <ac:spMkLst>
            <pc:docMk/>
            <pc:sldMk cId="2476567583" sldId="377"/>
            <ac:spMk id="5" creationId="{F95D5272-D498-4186-9185-8AAF3071F27E}"/>
          </ac:spMkLst>
        </pc:spChg>
      </pc:sldChg>
      <pc:sldChg chg="modSp new mod">
        <pc:chgData name="Ivan Granja" userId="d0a12471-25a3-466a-a647-7cb796ed786c" providerId="ADAL" clId="{6586C5D0-C902-4A7C-B7F5-B531F8453E81}" dt="2021-08-19T03:07:22.744" v="12219" actId="20577"/>
        <pc:sldMkLst>
          <pc:docMk/>
          <pc:sldMk cId="3241564579" sldId="378"/>
        </pc:sldMkLst>
        <pc:spChg chg="mod">
          <ac:chgData name="Ivan Granja" userId="d0a12471-25a3-466a-a647-7cb796ed786c" providerId="ADAL" clId="{6586C5D0-C902-4A7C-B7F5-B531F8453E81}" dt="2021-08-19T03:06:02.001" v="12194" actId="20577"/>
          <ac:spMkLst>
            <pc:docMk/>
            <pc:sldMk cId="3241564579" sldId="378"/>
            <ac:spMk id="2" creationId="{D062D56C-3C0D-4154-A638-D2F7D6AACFFC}"/>
          </ac:spMkLst>
        </pc:spChg>
        <pc:spChg chg="mod">
          <ac:chgData name="Ivan Granja" userId="d0a12471-25a3-466a-a647-7cb796ed786c" providerId="ADAL" clId="{6586C5D0-C902-4A7C-B7F5-B531F8453E81}" dt="2021-08-19T03:07:22.744" v="12219" actId="20577"/>
          <ac:spMkLst>
            <pc:docMk/>
            <pc:sldMk cId="3241564579" sldId="378"/>
            <ac:spMk id="3" creationId="{05046415-5E2D-443B-A7C3-C3A3742FB7E4}"/>
          </ac:spMkLst>
        </pc:spChg>
      </pc:sldChg>
      <pc:sldChg chg="addSp modSp new del mod modClrScheme chgLayout">
        <pc:chgData name="Ivan Granja" userId="d0a12471-25a3-466a-a647-7cb796ed786c" providerId="ADAL" clId="{6586C5D0-C902-4A7C-B7F5-B531F8453E81}" dt="2021-08-19T02:46:42.814" v="10195" actId="47"/>
        <pc:sldMkLst>
          <pc:docMk/>
          <pc:sldMk cId="3258311666" sldId="378"/>
        </pc:sldMkLst>
        <pc:spChg chg="add mod">
          <ac:chgData name="Ivan Granja" userId="d0a12471-25a3-466a-a647-7cb796ed786c" providerId="ADAL" clId="{6586C5D0-C902-4A7C-B7F5-B531F8453E81}" dt="2021-08-19T02:45:14.913" v="10184" actId="20577"/>
          <ac:spMkLst>
            <pc:docMk/>
            <pc:sldMk cId="3258311666" sldId="378"/>
            <ac:spMk id="2" creationId="{FA595B7B-BF46-4105-8573-59DED45B0D57}"/>
          </ac:spMkLst>
        </pc:spChg>
        <pc:spChg chg="add mod">
          <ac:chgData name="Ivan Granja" userId="d0a12471-25a3-466a-a647-7cb796ed786c" providerId="ADAL" clId="{6586C5D0-C902-4A7C-B7F5-B531F8453E81}" dt="2021-08-19T02:45:19.385" v="10192" actId="20577"/>
          <ac:spMkLst>
            <pc:docMk/>
            <pc:sldMk cId="3258311666" sldId="378"/>
            <ac:spMk id="3" creationId="{00C77327-E22C-4A84-9E13-5CEF88EB1511}"/>
          </ac:spMkLst>
        </pc:spChg>
      </pc:sldChg>
    </pc:docChg>
  </pc:docChgLst>
  <pc:docChgLst>
    <pc:chgData name="Ivan Granja" userId="d0a12471-25a3-466a-a647-7cb796ed786c" providerId="ADAL" clId="{5610FB00-8329-4067-B3EF-4059EB9B7E01}"/>
    <pc:docChg chg="custSel modSld">
      <pc:chgData name="Ivan Granja" userId="d0a12471-25a3-466a-a647-7cb796ed786c" providerId="ADAL" clId="{5610FB00-8329-4067-B3EF-4059EB9B7E01}" dt="2021-08-03T10:30:48.736" v="89" actId="122"/>
      <pc:docMkLst>
        <pc:docMk/>
      </pc:docMkLst>
      <pc:sldChg chg="modSp mod">
        <pc:chgData name="Ivan Granja" userId="d0a12471-25a3-466a-a647-7cb796ed786c" providerId="ADAL" clId="{5610FB00-8329-4067-B3EF-4059EB9B7E01}" dt="2021-08-03T10:30:27.038" v="88" actId="20577"/>
        <pc:sldMkLst>
          <pc:docMk/>
          <pc:sldMk cId="2873310479" sldId="288"/>
        </pc:sldMkLst>
        <pc:spChg chg="mod">
          <ac:chgData name="Ivan Granja" userId="d0a12471-25a3-466a-a647-7cb796ed786c" providerId="ADAL" clId="{5610FB00-8329-4067-B3EF-4059EB9B7E01}" dt="2021-08-03T10:30:27.038" v="88" actId="20577"/>
          <ac:spMkLst>
            <pc:docMk/>
            <pc:sldMk cId="2873310479" sldId="288"/>
            <ac:spMk id="3" creationId="{00000000-0000-0000-0000-000000000000}"/>
          </ac:spMkLst>
        </pc:spChg>
      </pc:sldChg>
      <pc:sldChg chg="modSp mod">
        <pc:chgData name="Ivan Granja" userId="d0a12471-25a3-466a-a647-7cb796ed786c" providerId="ADAL" clId="{5610FB00-8329-4067-B3EF-4059EB9B7E01}" dt="2021-08-03T10:30:48.736" v="89" actId="122"/>
        <pc:sldMkLst>
          <pc:docMk/>
          <pc:sldMk cId="0" sldId="289"/>
        </pc:sldMkLst>
        <pc:spChg chg="mod">
          <ac:chgData name="Ivan Granja" userId="d0a12471-25a3-466a-a647-7cb796ed786c" providerId="ADAL" clId="{5610FB00-8329-4067-B3EF-4059EB9B7E01}" dt="2021-08-03T10:30:48.736" v="89" actId="122"/>
          <ac:spMkLst>
            <pc:docMk/>
            <pc:sldMk cId="0" sldId="289"/>
            <ac:spMk id="132098" creationId="{4CA77B1B-9BB8-4EC2-9EDA-F5B9F36FA74D}"/>
          </ac:spMkLst>
        </pc:spChg>
      </pc:sldChg>
    </pc:docChg>
  </pc:docChgLst>
  <pc:docChgLst>
    <pc:chgData name="Ivan Granja" userId="d0a12471-25a3-466a-a647-7cb796ed786c" providerId="ADAL" clId="{EC99B1EF-9A40-4196-A075-AC40C06EE471}"/>
    <pc:docChg chg="undo custSel addSld delSld modSld">
      <pc:chgData name="Ivan Granja" userId="d0a12471-25a3-466a-a647-7cb796ed786c" providerId="ADAL" clId="{EC99B1EF-9A40-4196-A075-AC40C06EE471}" dt="2021-08-12T22:08:08.918" v="1083" actId="20577"/>
      <pc:docMkLst>
        <pc:docMk/>
      </pc:docMkLst>
      <pc:sldChg chg="modSp mod">
        <pc:chgData name="Ivan Granja" userId="d0a12471-25a3-466a-a647-7cb796ed786c" providerId="ADAL" clId="{EC99B1EF-9A40-4196-A075-AC40C06EE471}" dt="2021-08-12T11:50:01.867" v="1073" actId="20577"/>
        <pc:sldMkLst>
          <pc:docMk/>
          <pc:sldMk cId="2438119696" sldId="342"/>
        </pc:sldMkLst>
        <pc:spChg chg="mod">
          <ac:chgData name="Ivan Granja" userId="d0a12471-25a3-466a-a647-7cb796ed786c" providerId="ADAL" clId="{EC99B1EF-9A40-4196-A075-AC40C06EE471}" dt="2021-08-12T11:50:01.867" v="1073" actId="20577"/>
          <ac:spMkLst>
            <pc:docMk/>
            <pc:sldMk cId="2438119696" sldId="342"/>
            <ac:spMk id="3" creationId="{D3AFA238-D495-430C-843D-00EE3727ADA2}"/>
          </ac:spMkLst>
        </pc:spChg>
      </pc:sldChg>
      <pc:sldChg chg="modSp mod">
        <pc:chgData name="Ivan Granja" userId="d0a12471-25a3-466a-a647-7cb796ed786c" providerId="ADAL" clId="{EC99B1EF-9A40-4196-A075-AC40C06EE471}" dt="2021-08-12T11:38:51.895" v="1071" actId="20577"/>
        <pc:sldMkLst>
          <pc:docMk/>
          <pc:sldMk cId="886231306" sldId="343"/>
        </pc:sldMkLst>
        <pc:spChg chg="mod">
          <ac:chgData name="Ivan Granja" userId="d0a12471-25a3-466a-a647-7cb796ed786c" providerId="ADAL" clId="{EC99B1EF-9A40-4196-A075-AC40C06EE471}" dt="2021-08-12T11:38:51.895" v="1071" actId="20577"/>
          <ac:spMkLst>
            <pc:docMk/>
            <pc:sldMk cId="886231306" sldId="343"/>
            <ac:spMk id="3" creationId="{D6BAC3C5-6838-4098-A167-9324A826A3B7}"/>
          </ac:spMkLst>
        </pc:spChg>
      </pc:sldChg>
      <pc:sldChg chg="modSp mod">
        <pc:chgData name="Ivan Granja" userId="d0a12471-25a3-466a-a647-7cb796ed786c" providerId="ADAL" clId="{EC99B1EF-9A40-4196-A075-AC40C06EE471}" dt="2021-08-12T11:55:03.475" v="1082" actId="20577"/>
        <pc:sldMkLst>
          <pc:docMk/>
          <pc:sldMk cId="2421033290" sldId="344"/>
        </pc:sldMkLst>
        <pc:spChg chg="mod">
          <ac:chgData name="Ivan Granja" userId="d0a12471-25a3-466a-a647-7cb796ed786c" providerId="ADAL" clId="{EC99B1EF-9A40-4196-A075-AC40C06EE471}" dt="2021-08-12T11:55:03.475" v="1082" actId="20577"/>
          <ac:spMkLst>
            <pc:docMk/>
            <pc:sldMk cId="2421033290" sldId="344"/>
            <ac:spMk id="3" creationId="{E1A20C5E-6AA4-45EC-896D-10CD4E63E40B}"/>
          </ac:spMkLst>
        </pc:spChg>
      </pc:sldChg>
      <pc:sldChg chg="modSp mod">
        <pc:chgData name="Ivan Granja" userId="d0a12471-25a3-466a-a647-7cb796ed786c" providerId="ADAL" clId="{EC99B1EF-9A40-4196-A075-AC40C06EE471}" dt="2021-08-12T11:16:19.354" v="1068" actId="20577"/>
        <pc:sldMkLst>
          <pc:docMk/>
          <pc:sldMk cId="1758867312" sldId="345"/>
        </pc:sldMkLst>
        <pc:spChg chg="mod">
          <ac:chgData name="Ivan Granja" userId="d0a12471-25a3-466a-a647-7cb796ed786c" providerId="ADAL" clId="{EC99B1EF-9A40-4196-A075-AC40C06EE471}" dt="2021-08-12T11:16:19.354" v="1068" actId="20577"/>
          <ac:spMkLst>
            <pc:docMk/>
            <pc:sldMk cId="1758867312" sldId="345"/>
            <ac:spMk id="3" creationId="{38C0B961-7BC8-487C-92A4-730F0F309565}"/>
          </ac:spMkLst>
        </pc:spChg>
      </pc:sldChg>
      <pc:sldChg chg="modSp mod">
        <pc:chgData name="Ivan Granja" userId="d0a12471-25a3-466a-a647-7cb796ed786c" providerId="ADAL" clId="{EC99B1EF-9A40-4196-A075-AC40C06EE471}" dt="2021-08-12T22:08:08.918" v="1083" actId="20577"/>
        <pc:sldMkLst>
          <pc:docMk/>
          <pc:sldMk cId="53232798" sldId="346"/>
        </pc:sldMkLst>
        <pc:spChg chg="mod">
          <ac:chgData name="Ivan Granja" userId="d0a12471-25a3-466a-a647-7cb796ed786c" providerId="ADAL" clId="{EC99B1EF-9A40-4196-A075-AC40C06EE471}" dt="2021-08-12T22:08:08.918" v="1083" actId="20577"/>
          <ac:spMkLst>
            <pc:docMk/>
            <pc:sldMk cId="53232798" sldId="346"/>
            <ac:spMk id="2" creationId="{C015E019-258D-4C53-AB9C-9B507C07FD9B}"/>
          </ac:spMkLst>
        </pc:spChg>
        <pc:spChg chg="mod">
          <ac:chgData name="Ivan Granja" userId="d0a12471-25a3-466a-a647-7cb796ed786c" providerId="ADAL" clId="{EC99B1EF-9A40-4196-A075-AC40C06EE471}" dt="2021-08-12T11:03:09.497" v="903" actId="20577"/>
          <ac:spMkLst>
            <pc:docMk/>
            <pc:sldMk cId="53232798" sldId="346"/>
            <ac:spMk id="3" creationId="{11E4D0A3-50AC-4EF7-9101-4D9C7D6F2639}"/>
          </ac:spMkLst>
        </pc:spChg>
      </pc:sldChg>
      <pc:sldChg chg="new del">
        <pc:chgData name="Ivan Granja" userId="d0a12471-25a3-466a-a647-7cb796ed786c" providerId="ADAL" clId="{EC99B1EF-9A40-4196-A075-AC40C06EE471}" dt="2021-08-12T11:04:46.811" v="1065" actId="47"/>
        <pc:sldMkLst>
          <pc:docMk/>
          <pc:sldMk cId="2647709395" sldId="347"/>
        </pc:sldMkLst>
      </pc:sldChg>
      <pc:sldChg chg="modSp add mod">
        <pc:chgData name="Ivan Granja" userId="d0a12471-25a3-466a-a647-7cb796ed786c" providerId="ADAL" clId="{EC99B1EF-9A40-4196-A075-AC40C06EE471}" dt="2021-08-12T11:04:49.260" v="1066" actId="313"/>
        <pc:sldMkLst>
          <pc:docMk/>
          <pc:sldMk cId="1916755633" sldId="348"/>
        </pc:sldMkLst>
        <pc:spChg chg="mod">
          <ac:chgData name="Ivan Granja" userId="d0a12471-25a3-466a-a647-7cb796ed786c" providerId="ADAL" clId="{EC99B1EF-9A40-4196-A075-AC40C06EE471}" dt="2021-08-12T10:52:31.474" v="277" actId="20577"/>
          <ac:spMkLst>
            <pc:docMk/>
            <pc:sldMk cId="1916755633" sldId="348"/>
            <ac:spMk id="2" creationId="{330CCA9C-7CAB-418D-9B36-86787090A1FB}"/>
          </ac:spMkLst>
        </pc:spChg>
        <pc:spChg chg="mod">
          <ac:chgData name="Ivan Granja" userId="d0a12471-25a3-466a-a647-7cb796ed786c" providerId="ADAL" clId="{EC99B1EF-9A40-4196-A075-AC40C06EE471}" dt="2021-08-12T11:04:49.260" v="1066" actId="313"/>
          <ac:spMkLst>
            <pc:docMk/>
            <pc:sldMk cId="1916755633" sldId="348"/>
            <ac:spMk id="3" creationId="{E1A20C5E-6AA4-45EC-896D-10CD4E63E40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24165-7913-46B6-88B3-C29DC7E914B1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AB8B-10FA-43D4-AC9A-953A332D9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42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40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59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71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12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33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979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615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33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60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D0F26-CB29-44E3-AD3E-26B118C78EB2}" type="datetimeFigureOut">
              <a:rPr lang="pt-BR" smtClean="0"/>
              <a:t>25/09/2024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29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Modelagem de Sistemas</a:t>
            </a:r>
            <a:br>
              <a:rPr lang="pt-BR" dirty="0"/>
            </a:br>
            <a:r>
              <a:rPr lang="pt-BR" dirty="0"/>
              <a:t>usando </a:t>
            </a:r>
            <a:r>
              <a:rPr lang="pt-BR" dirty="0" err="1"/>
              <a:t>SysML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379964"/>
            <a:ext cx="9144000" cy="1655762"/>
          </a:xfrm>
        </p:spPr>
        <p:txBody>
          <a:bodyPr>
            <a:normAutofit/>
          </a:bodyPr>
          <a:lstStyle/>
          <a:p>
            <a:r>
              <a:rPr lang="pt-BR" sz="3200" dirty="0"/>
              <a:t>Prof. Ivan Granja</a:t>
            </a:r>
          </a:p>
          <a:p>
            <a:r>
              <a:rPr lang="pt-BR" sz="3200" dirty="0"/>
              <a:t>PUC-Campinas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0136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F0022-2298-4516-8CFE-000A7C02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MBSE – Model-</a:t>
            </a:r>
            <a:r>
              <a:rPr lang="pt-BR" dirty="0" err="1"/>
              <a:t>Based</a:t>
            </a:r>
            <a:r>
              <a:rPr lang="pt-BR" dirty="0"/>
              <a:t> System </a:t>
            </a:r>
            <a:r>
              <a:rPr lang="pt-BR" dirty="0" err="1"/>
              <a:t>Enginnering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C0B961-7BC8-487C-92A4-730F0F309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INCOSE (</a:t>
            </a:r>
            <a:r>
              <a:rPr lang="pt-BR" dirty="0" err="1"/>
              <a:t>International</a:t>
            </a:r>
            <a:r>
              <a:rPr lang="pt-BR" dirty="0"/>
              <a:t> </a:t>
            </a:r>
            <a:r>
              <a:rPr lang="pt-BR" dirty="0" err="1"/>
              <a:t>Council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Systems </a:t>
            </a:r>
            <a:r>
              <a:rPr lang="pt-BR" dirty="0" err="1"/>
              <a:t>Engineering</a:t>
            </a:r>
            <a:r>
              <a:rPr lang="pt-BR" dirty="0"/>
              <a:t>) conceitua: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dirty="0"/>
              <a:t>“</a:t>
            </a:r>
            <a:r>
              <a:rPr lang="pt-BR" b="1" dirty="0"/>
              <a:t>MBSE</a:t>
            </a:r>
            <a:r>
              <a:rPr lang="pt-BR" dirty="0"/>
              <a:t> é aplicação formalizada de modelagem para suportar atividades associadas a requisitos, design, análise, verificação, validação de sistemas, iniciando na fase de </a:t>
            </a:r>
            <a:r>
              <a:rPr lang="pt-BR" i="1" dirty="0"/>
              <a:t>design</a:t>
            </a:r>
            <a:r>
              <a:rPr lang="pt-BR" dirty="0"/>
              <a:t> conceitual e seguindo até o desenvolvimento e atividades/fases posteriores no ciclo de vida do produto (sistema)”</a:t>
            </a:r>
          </a:p>
          <a:p>
            <a:pPr marL="0" indent="0" algn="ctr">
              <a:buNone/>
            </a:pPr>
            <a:endParaRPr lang="pt-BR" dirty="0"/>
          </a:p>
          <a:p>
            <a:r>
              <a:rPr lang="pt-BR" dirty="0"/>
              <a:t>Sistemas neste contexto são os artificias e sociotécnicos</a:t>
            </a:r>
          </a:p>
        </p:txBody>
      </p:sp>
    </p:spTree>
    <p:extLst>
      <p:ext uri="{BB962C8B-B14F-4D97-AF65-F5344CB8AC3E}">
        <p14:creationId xmlns:p14="http://schemas.microsoft.com/office/powerpoint/2010/main" val="2636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CCA9C-7CAB-418D-9B36-86787090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pt-BR" dirty="0" err="1"/>
              <a:t>SysML</a:t>
            </a:r>
            <a:r>
              <a:rPr lang="pt-BR" dirty="0"/>
              <a:t> – </a:t>
            </a:r>
            <a:r>
              <a:rPr lang="pt-BR" i="1" dirty="0"/>
              <a:t>System </a:t>
            </a:r>
            <a:r>
              <a:rPr lang="pt-BR" i="1" dirty="0" err="1"/>
              <a:t>Modeling</a:t>
            </a:r>
            <a:r>
              <a:rPr lang="pt-BR" i="1" dirty="0"/>
              <a:t> </a:t>
            </a:r>
            <a:r>
              <a:rPr lang="pt-BR" i="1" dirty="0" err="1"/>
              <a:t>Language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A20C5E-6AA4-45EC-896D-10CD4E63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936458" cy="5380539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É uma linguagem gráfica de modelagem, que pode ser usada para visualizar e comunicar o </a:t>
            </a:r>
            <a:r>
              <a:rPr lang="pt-BR" b="1" i="1" dirty="0"/>
              <a:t>design</a:t>
            </a:r>
            <a:r>
              <a:rPr lang="pt-BR" dirty="0"/>
              <a:t> de sistemas artificias e sociotécnicos em qualquer escala – que consistam de hardware, software, dados, pessoas e processos. </a:t>
            </a:r>
          </a:p>
          <a:p>
            <a:pPr lvl="1"/>
            <a:r>
              <a:rPr lang="pt-BR" dirty="0"/>
              <a:t>Não explicita como a modelagem deve ser conduzida </a:t>
            </a:r>
          </a:p>
          <a:p>
            <a:pPr lvl="1"/>
            <a:r>
              <a:rPr lang="pt-BR" dirty="0"/>
              <a:t>Permite a modelagem através de diferentes perspectivas</a:t>
            </a:r>
          </a:p>
          <a:p>
            <a:endParaRPr lang="pt-BR" sz="900" dirty="0"/>
          </a:p>
          <a:p>
            <a:pPr>
              <a:defRPr/>
            </a:pPr>
            <a:r>
              <a:rPr lang="pt-BR" altLang="pt-BR" dirty="0"/>
              <a:t>A palavra </a:t>
            </a:r>
            <a:r>
              <a:rPr lang="pt-BR" altLang="pt-BR" b="1" i="1" dirty="0"/>
              <a:t>design</a:t>
            </a:r>
            <a:r>
              <a:rPr lang="pt-BR" altLang="pt-BR" dirty="0"/>
              <a:t> é aplicada sentido de designar, ou seja, dar significado a algo, no nosso caso um sistema, por meio de modelos. </a:t>
            </a:r>
            <a:endParaRPr lang="pt-BR" altLang="pt-BR" sz="1000" i="1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FontTx/>
              <a:buNone/>
              <a:defRPr/>
            </a:pPr>
            <a:endParaRPr lang="pt-BR" altLang="pt-BR" b="1" i="1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FontTx/>
              <a:buNone/>
              <a:defRPr/>
            </a:pPr>
            <a:r>
              <a:rPr lang="pt-BR" altLang="pt-BR" b="1" i="1" dirty="0">
                <a:solidFill>
                  <a:srgbClr val="222222"/>
                </a:solidFill>
                <a:cs typeface="Arial" panose="020B0604020202020204" pitchFamily="34" charset="0"/>
              </a:rPr>
              <a:t>Design</a:t>
            </a:r>
            <a:r>
              <a:rPr lang="pt-BR" altLang="pt-BR" i="1" dirty="0">
                <a:solidFill>
                  <a:srgbClr val="222222"/>
                </a:solidFill>
                <a:cs typeface="Arial" panose="020B0604020202020204" pitchFamily="34" charset="0"/>
              </a:rPr>
              <a:t>, substantivo masculino</a:t>
            </a:r>
            <a:endParaRPr lang="pt-BR" altLang="pt-BR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1 A concepção de um produto (m</a:t>
            </a:r>
            <a:r>
              <a:rPr lang="pt-BR" altLang="pt-BR" dirty="0">
                <a:solidFill>
                  <a:srgbClr val="22222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á</a:t>
            </a: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quina, utens</a:t>
            </a:r>
            <a:r>
              <a:rPr lang="pt-BR" altLang="pt-BR" dirty="0">
                <a:solidFill>
                  <a:srgbClr val="22222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lio, mobili</a:t>
            </a:r>
            <a:r>
              <a:rPr lang="pt-BR" altLang="pt-BR" dirty="0">
                <a:solidFill>
                  <a:srgbClr val="22222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á</a:t>
            </a: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rio, embalagem, etc.), esp. no que se refere </a:t>
            </a:r>
            <a:r>
              <a:rPr lang="pt-BR" altLang="pt-BR" dirty="0">
                <a:solidFill>
                  <a:srgbClr val="22222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à</a:t>
            </a: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 sua forma f</a:t>
            </a:r>
            <a:r>
              <a:rPr lang="pt-BR" altLang="pt-BR" dirty="0">
                <a:solidFill>
                  <a:srgbClr val="22222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í</a:t>
            </a: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sica e funcionalidade.</a:t>
            </a:r>
          </a:p>
          <a:p>
            <a:pPr marL="0" indent="0">
              <a:spcBef>
                <a:spcPct val="0"/>
              </a:spcBef>
              <a:buFontTx/>
              <a:buAutoNum type="arabicPeriod" startAt="2"/>
              <a:defRPr/>
            </a:pPr>
            <a:r>
              <a:rPr lang="pt-BR" altLang="pt-BR" dirty="0">
                <a:solidFill>
                  <a:srgbClr val="222222"/>
                </a:solidFill>
                <a:cs typeface="Arial" panose="020B0604020202020204" pitchFamily="34" charset="0"/>
              </a:rPr>
              <a:t> o produto desta concepção</a:t>
            </a:r>
          </a:p>
          <a:p>
            <a:pPr>
              <a:defRPr/>
            </a:pPr>
            <a:endParaRPr lang="pt-BR" altLang="pt-BR" dirty="0"/>
          </a:p>
          <a:p>
            <a:pPr>
              <a:defRPr/>
            </a:pPr>
            <a:r>
              <a:rPr lang="pt-BR" altLang="pt-BR" dirty="0"/>
              <a:t>Não é uma ferramenta, método (ou metodologia). É uma linguagem.</a:t>
            </a:r>
          </a:p>
          <a:p>
            <a:pPr>
              <a:defRPr/>
            </a:pPr>
            <a:endParaRPr lang="pt-BR" alt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1033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ABD09-FC8C-419C-AA7B-CAD8E65F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15" y="101202"/>
            <a:ext cx="6477000" cy="1325563"/>
          </a:xfrm>
        </p:spPr>
        <p:txBody>
          <a:bodyPr/>
          <a:lstStyle/>
          <a:p>
            <a:r>
              <a:rPr lang="pt-BR" dirty="0"/>
              <a:t>3 Tipos Diagramas </a:t>
            </a:r>
            <a:r>
              <a:rPr lang="pt-BR" dirty="0" err="1"/>
              <a:t>SySML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828B52-59A7-4A14-9118-9B1AF4A6C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033" y="1426765"/>
            <a:ext cx="11245949" cy="5170983"/>
          </a:xfrm>
        </p:spPr>
        <p:txBody>
          <a:bodyPr>
            <a:normAutofit/>
          </a:bodyPr>
          <a:lstStyle/>
          <a:p>
            <a:r>
              <a:rPr lang="pt-BR" b="1" dirty="0"/>
              <a:t>Comportamentais</a:t>
            </a:r>
          </a:p>
          <a:p>
            <a:pPr lvl="1"/>
            <a:r>
              <a:rPr lang="pt-BR" dirty="0"/>
              <a:t>Modelam e representam as características e aspectos dinâmicos do sistema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Interações Provocadas Externamente, Fluxo de um processo interno ao sistema, Colaboração entre partes do sistema e Estados representativos das partes do sistema, bem como as regras de transição de estados</a:t>
            </a:r>
          </a:p>
          <a:p>
            <a:r>
              <a:rPr lang="pt-BR" b="1" dirty="0"/>
              <a:t>De Requisitos</a:t>
            </a:r>
          </a:p>
          <a:p>
            <a:pPr lvl="1"/>
            <a:r>
              <a:rPr lang="pt-BR" dirty="0"/>
              <a:t>Capturam as necessidades de um sistema. </a:t>
            </a:r>
            <a:r>
              <a:rPr lang="pt-BR" u="sng" dirty="0"/>
              <a:t>Aborda conceitos similares </a:t>
            </a:r>
            <a:r>
              <a:rPr lang="pt-BR" dirty="0"/>
              <a:t>aos que estão sendo estudados na disciplina de Engenharia e </a:t>
            </a:r>
            <a:r>
              <a:rPr lang="pt-BR" dirty="0" err="1"/>
              <a:t>Elicitação</a:t>
            </a:r>
            <a:r>
              <a:rPr lang="pt-BR" dirty="0"/>
              <a:t> de Requisitos</a:t>
            </a:r>
          </a:p>
          <a:p>
            <a:r>
              <a:rPr lang="pt-BR" b="1" dirty="0"/>
              <a:t>Estruturais</a:t>
            </a:r>
          </a:p>
          <a:p>
            <a:pPr lvl="1"/>
            <a:r>
              <a:rPr lang="pt-BR" dirty="0"/>
              <a:t>utilizados para visualizar, especificar, construir e documentar os aspectos estruturais e estáticos de um sistema.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Hierarquia de sistemas e subsistemas, partes do sistema e as relações de composição entre si, valores, restrições, operações executadas </a:t>
            </a:r>
          </a:p>
        </p:txBody>
      </p:sp>
    </p:spTree>
    <p:extLst>
      <p:ext uri="{BB962C8B-B14F-4D97-AF65-F5344CB8AC3E}">
        <p14:creationId xmlns:p14="http://schemas.microsoft.com/office/powerpoint/2010/main" val="4153904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ABD09-FC8C-419C-AA7B-CAD8E65F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15" y="101202"/>
            <a:ext cx="6477000" cy="1325563"/>
          </a:xfrm>
        </p:spPr>
        <p:txBody>
          <a:bodyPr/>
          <a:lstStyle/>
          <a:p>
            <a:r>
              <a:rPr lang="pt-BR" dirty="0"/>
              <a:t>3 Tipos Diagramas </a:t>
            </a:r>
            <a:r>
              <a:rPr lang="pt-BR" dirty="0" err="1"/>
              <a:t>SySML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828B52-59A7-4A14-9118-9B1AF4A6C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14" y="1670879"/>
            <a:ext cx="4324643" cy="4940935"/>
          </a:xfrm>
        </p:spPr>
        <p:txBody>
          <a:bodyPr>
            <a:normAutofit/>
          </a:bodyPr>
          <a:lstStyle/>
          <a:p>
            <a:r>
              <a:rPr lang="pt-BR" dirty="0"/>
              <a:t>Comportamentais</a:t>
            </a:r>
          </a:p>
          <a:p>
            <a:pPr lvl="1"/>
            <a:r>
              <a:rPr lang="pt-BR" dirty="0"/>
              <a:t>Atividades </a:t>
            </a:r>
            <a:r>
              <a:rPr lang="pt-BR" b="1" dirty="0"/>
              <a:t>(</a:t>
            </a:r>
            <a:r>
              <a:rPr lang="pt-BR" b="1" dirty="0" err="1"/>
              <a:t>act</a:t>
            </a:r>
            <a:r>
              <a:rPr lang="pt-BR" b="1" dirty="0"/>
              <a:t>)</a:t>
            </a:r>
          </a:p>
          <a:p>
            <a:pPr lvl="1"/>
            <a:r>
              <a:rPr lang="pt-BR" dirty="0"/>
              <a:t>Sequencia </a:t>
            </a:r>
            <a:r>
              <a:rPr lang="pt-BR" b="1" dirty="0"/>
              <a:t>(</a:t>
            </a:r>
            <a:r>
              <a:rPr lang="pt-BR" b="1" dirty="0" err="1"/>
              <a:t>seq</a:t>
            </a:r>
            <a:r>
              <a:rPr lang="pt-BR" b="1" dirty="0"/>
              <a:t>)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Casos de Uso </a:t>
            </a:r>
            <a:r>
              <a:rPr lang="pt-BR" b="1" dirty="0"/>
              <a:t>(</a:t>
            </a:r>
            <a:r>
              <a:rPr lang="pt-BR" b="1" dirty="0" err="1"/>
              <a:t>uc</a:t>
            </a:r>
            <a:r>
              <a:rPr lang="pt-BR" b="1" dirty="0"/>
              <a:t>)</a:t>
            </a:r>
            <a:endParaRPr lang="pt-BR" dirty="0"/>
          </a:p>
          <a:p>
            <a:pPr lvl="1"/>
            <a:r>
              <a:rPr lang="pt-BR" dirty="0"/>
              <a:t>Maquinas de Estados </a:t>
            </a:r>
            <a:r>
              <a:rPr lang="pt-BR" b="1" dirty="0"/>
              <a:t>(</a:t>
            </a:r>
            <a:r>
              <a:rPr lang="pt-BR" b="1" dirty="0" err="1"/>
              <a:t>stm</a:t>
            </a:r>
            <a:r>
              <a:rPr lang="pt-BR" b="1" dirty="0"/>
              <a:t>)</a:t>
            </a:r>
            <a:endParaRPr lang="pt-BR" dirty="0"/>
          </a:p>
          <a:p>
            <a:r>
              <a:rPr lang="pt-BR" dirty="0"/>
              <a:t>De Requisitos </a:t>
            </a:r>
            <a:r>
              <a:rPr lang="pt-BR" b="1" dirty="0"/>
              <a:t>(</a:t>
            </a:r>
            <a:r>
              <a:rPr lang="pt-BR" b="1" dirty="0" err="1"/>
              <a:t>req</a:t>
            </a:r>
            <a:r>
              <a:rPr lang="pt-BR" b="1" dirty="0"/>
              <a:t>)</a:t>
            </a:r>
            <a:endParaRPr lang="pt-BR" dirty="0"/>
          </a:p>
          <a:p>
            <a:r>
              <a:rPr lang="pt-BR" dirty="0"/>
              <a:t>Estruturais</a:t>
            </a:r>
          </a:p>
          <a:p>
            <a:pPr lvl="1"/>
            <a:r>
              <a:rPr lang="pt-BR" dirty="0"/>
              <a:t>Pacotes </a:t>
            </a:r>
            <a:r>
              <a:rPr lang="pt-BR" b="1" dirty="0"/>
              <a:t>(</a:t>
            </a:r>
            <a:r>
              <a:rPr lang="pt-BR" b="1" dirty="0" err="1"/>
              <a:t>pct</a:t>
            </a:r>
            <a:r>
              <a:rPr lang="pt-BR" b="1" dirty="0"/>
              <a:t>)</a:t>
            </a:r>
            <a:endParaRPr lang="pt-BR" dirty="0"/>
          </a:p>
          <a:p>
            <a:pPr lvl="1"/>
            <a:r>
              <a:rPr lang="pt-BR" dirty="0"/>
              <a:t>Definição de Blocos </a:t>
            </a:r>
            <a:r>
              <a:rPr lang="pt-BR" b="1" dirty="0"/>
              <a:t>(</a:t>
            </a:r>
            <a:r>
              <a:rPr lang="pt-BR" b="1" dirty="0" err="1"/>
              <a:t>bdd</a:t>
            </a:r>
            <a:r>
              <a:rPr lang="pt-BR" b="1" dirty="0"/>
              <a:t>)</a:t>
            </a:r>
            <a:endParaRPr lang="pt-BR" dirty="0"/>
          </a:p>
          <a:p>
            <a:pPr lvl="1"/>
            <a:r>
              <a:rPr lang="pt-BR" dirty="0"/>
              <a:t>De Blocos Internos </a:t>
            </a:r>
            <a:r>
              <a:rPr lang="pt-BR" b="1" dirty="0"/>
              <a:t>(</a:t>
            </a:r>
            <a:r>
              <a:rPr lang="pt-BR" b="1" dirty="0" err="1"/>
              <a:t>ibd</a:t>
            </a:r>
            <a:r>
              <a:rPr lang="pt-BR" b="1" dirty="0"/>
              <a:t>)</a:t>
            </a:r>
            <a:endParaRPr lang="pt-BR" dirty="0"/>
          </a:p>
          <a:p>
            <a:pPr lvl="1"/>
            <a:r>
              <a:rPr lang="pt-BR" dirty="0"/>
              <a:t>Paramétricos </a:t>
            </a:r>
            <a:r>
              <a:rPr lang="pt-BR" b="1" dirty="0"/>
              <a:t>(par)</a:t>
            </a:r>
          </a:p>
          <a:p>
            <a:pPr marL="457200" lvl="1" indent="0">
              <a:buNone/>
            </a:pPr>
            <a:endParaRPr lang="pt-BR" dirty="0"/>
          </a:p>
        </p:txBody>
      </p:sp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F4676ECB-4EEA-406D-8688-6BD5B2821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573" y="1027906"/>
            <a:ext cx="7381521" cy="45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6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CCA9C-7CAB-418D-9B36-86787090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Antes da Modelagem.... O Método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A20C5E-6AA4-45EC-896D-10CD4E63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936458" cy="5380539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Identificar o sistema, seus limites, ambiente e interações com o meio</a:t>
            </a:r>
          </a:p>
          <a:p>
            <a:pPr marL="514350" indent="-514350">
              <a:buFont typeface="+mj-lt"/>
              <a:buAutoNum type="arabicPeriod"/>
            </a:pPr>
            <a:r>
              <a:rPr lang="pt-BR" altLang="pt-BR" dirty="0"/>
              <a:t>Analisar e identificar os subsistemas, seus limites, interações com os outros subsistemas e com o supersistema e seu meio</a:t>
            </a:r>
          </a:p>
          <a:p>
            <a:pPr marL="514350" indent="-514350">
              <a:buFont typeface="+mj-lt"/>
              <a:buAutoNum type="arabicPeriod"/>
            </a:pPr>
            <a:r>
              <a:rPr lang="pt-BR" altLang="pt-BR" dirty="0"/>
              <a:t>Modelar o sistema e os subsistemas, inicialmente identificando e tipificando os blocos que o compõe </a:t>
            </a:r>
          </a:p>
          <a:p>
            <a:pPr lvl="1">
              <a:defRPr/>
            </a:pPr>
            <a:r>
              <a:rPr lang="pt-BR" altLang="pt-BR" dirty="0"/>
              <a:t>Sistema / Subsistema</a:t>
            </a:r>
          </a:p>
          <a:p>
            <a:pPr lvl="1">
              <a:defRPr/>
            </a:pPr>
            <a:r>
              <a:rPr lang="pt-BR" altLang="pt-BR" dirty="0"/>
              <a:t>Hardware</a:t>
            </a:r>
          </a:p>
          <a:p>
            <a:pPr lvl="1">
              <a:defRPr/>
            </a:pPr>
            <a:r>
              <a:rPr lang="pt-BR" altLang="pt-BR" dirty="0"/>
              <a:t>Software</a:t>
            </a:r>
          </a:p>
          <a:p>
            <a:pPr lvl="1">
              <a:defRPr/>
            </a:pPr>
            <a:r>
              <a:rPr lang="pt-BR" altLang="pt-BR" dirty="0"/>
              <a:t>Instalação (Predial)</a:t>
            </a:r>
          </a:p>
          <a:p>
            <a:pPr lvl="1">
              <a:defRPr/>
            </a:pPr>
            <a:r>
              <a:rPr lang="pt-BR" altLang="pt-BR" dirty="0"/>
              <a:t>Dados</a:t>
            </a:r>
          </a:p>
          <a:p>
            <a:pPr lvl="1">
              <a:defRPr/>
            </a:pPr>
            <a:r>
              <a:rPr lang="pt-BR" altLang="pt-BR" dirty="0"/>
              <a:t>Pessoas</a:t>
            </a:r>
          </a:p>
          <a:p>
            <a:pPr lvl="1">
              <a:defRPr/>
            </a:pPr>
            <a:r>
              <a:rPr lang="pt-BR" altLang="pt-BR" dirty="0"/>
              <a:t>Procedimentos</a:t>
            </a:r>
          </a:p>
          <a:p>
            <a:pPr marL="457200" lvl="1" indent="0">
              <a:buNone/>
              <a:defRPr/>
            </a:pPr>
            <a:r>
              <a:rPr lang="pt-BR" altLang="pt-BR" dirty="0"/>
              <a:t>Ou qualquer parte relevante de um sistema que mereça ser modelado.</a:t>
            </a:r>
          </a:p>
          <a:p>
            <a:pPr>
              <a:defRPr/>
            </a:pPr>
            <a:r>
              <a:rPr lang="pt-BR" altLang="pt-BR" dirty="0"/>
              <a:t>Iniciaremos pelos aspectos relevantes da modelagem Estática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675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82574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/>
              <a:t>Modelagem de Sistemas - usando </a:t>
            </a:r>
            <a:r>
              <a:rPr lang="pt-BR" dirty="0" err="1"/>
              <a:t>SysML</a:t>
            </a:r>
            <a:br>
              <a:rPr lang="pt-BR" dirty="0"/>
            </a:br>
            <a:br>
              <a:rPr lang="pt-BR" dirty="0"/>
            </a:br>
            <a:r>
              <a:rPr lang="pt-BR" dirty="0"/>
              <a:t>Modelagem Estática - Blocos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689453"/>
            <a:ext cx="9144000" cy="1655762"/>
          </a:xfrm>
        </p:spPr>
        <p:txBody>
          <a:bodyPr>
            <a:normAutofit/>
          </a:bodyPr>
          <a:lstStyle/>
          <a:p>
            <a:r>
              <a:rPr lang="pt-BR" sz="3200" dirty="0"/>
              <a:t>Prof. Ivan Granja</a:t>
            </a:r>
          </a:p>
          <a:p>
            <a:r>
              <a:rPr lang="pt-BR" sz="3200" dirty="0"/>
              <a:t>PUC-Campinas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75940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4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3A00E3F8-6F55-42BA-9EBE-CEB1388D6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090" y="3629466"/>
            <a:ext cx="9312195" cy="332700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6389253-6FBD-4A4F-9188-00A2858B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178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Todo Diagrama </a:t>
            </a:r>
            <a:r>
              <a:rPr lang="pt-BR" dirty="0" err="1"/>
              <a:t>SysML</a:t>
            </a:r>
            <a:r>
              <a:rPr lang="pt-BR" dirty="0"/>
              <a:t> deve estar acondicionado em um frame (quadro)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4718715-8674-4700-B8A9-E94F2180C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72984"/>
          </a:xfrm>
        </p:spPr>
        <p:txBody>
          <a:bodyPr>
            <a:normAutofit/>
          </a:bodyPr>
          <a:lstStyle/>
          <a:p>
            <a:r>
              <a:rPr lang="pt-BR" b="1" dirty="0"/>
              <a:t>Cabeçalho (Header)</a:t>
            </a:r>
          </a:p>
          <a:p>
            <a:pPr lvl="1"/>
            <a:r>
              <a:rPr lang="pt-BR" dirty="0"/>
              <a:t>Tipo (</a:t>
            </a:r>
            <a:r>
              <a:rPr lang="pt-BR" dirty="0" err="1"/>
              <a:t>bdd</a:t>
            </a:r>
            <a:r>
              <a:rPr lang="pt-BR" dirty="0"/>
              <a:t>, </a:t>
            </a:r>
            <a:r>
              <a:rPr lang="pt-BR" dirty="0" err="1"/>
              <a:t>act</a:t>
            </a:r>
            <a:r>
              <a:rPr lang="pt-BR" dirty="0"/>
              <a:t>, etc..)</a:t>
            </a:r>
          </a:p>
          <a:p>
            <a:pPr lvl="1"/>
            <a:r>
              <a:rPr lang="pt-BR" dirty="0"/>
              <a:t>Nome e tipo do elementos</a:t>
            </a:r>
          </a:p>
          <a:p>
            <a:pPr lvl="1"/>
            <a:r>
              <a:rPr lang="pt-BR" dirty="0"/>
              <a:t>Nome do Diagrama</a:t>
            </a:r>
          </a:p>
          <a:p>
            <a:pPr marL="0" indent="0">
              <a:buNone/>
            </a:pPr>
            <a:r>
              <a:rPr lang="pt-BR" b="1" dirty="0"/>
              <a:t>E seu conteúdo (</a:t>
            </a:r>
            <a:r>
              <a:rPr lang="pt-BR" b="1" dirty="0" err="1"/>
              <a:t>Contents</a:t>
            </a:r>
            <a:r>
              <a:rPr lang="pt-B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4084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4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3A00E3F8-6F55-42BA-9EBE-CEB1388D6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090" y="3629466"/>
            <a:ext cx="9312195" cy="332700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6389253-6FBD-4A4F-9188-00A2858B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178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Todo Diagrama </a:t>
            </a:r>
            <a:r>
              <a:rPr lang="pt-BR" dirty="0" err="1"/>
              <a:t>SysML</a:t>
            </a:r>
            <a:r>
              <a:rPr lang="pt-BR" dirty="0"/>
              <a:t> deve estar acondicionado em um frame (quadro)</a:t>
            </a:r>
          </a:p>
        </p:txBody>
      </p:sp>
      <p:sp>
        <p:nvSpPr>
          <p:cNvPr id="7" name="Espaço Reservado para Conteúdo 6" descr="sdsds&#10;">
            <a:extLst>
              <a:ext uri="{FF2B5EF4-FFF2-40B4-BE49-F238E27FC236}">
                <a16:creationId xmlns:a16="http://schemas.microsoft.com/office/drawing/2014/main" id="{04718715-8674-4700-B8A9-E94F2180C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72984"/>
          </a:xfrm>
        </p:spPr>
        <p:txBody>
          <a:bodyPr>
            <a:normAutofit/>
          </a:bodyPr>
          <a:lstStyle/>
          <a:p>
            <a:r>
              <a:rPr lang="pt-BR" b="1" dirty="0"/>
              <a:t>Cabeçalho (Header)</a:t>
            </a:r>
          </a:p>
          <a:p>
            <a:pPr lvl="1"/>
            <a:r>
              <a:rPr lang="pt-BR" dirty="0"/>
              <a:t>Tipo (</a:t>
            </a:r>
            <a:r>
              <a:rPr lang="pt-BR" dirty="0" err="1"/>
              <a:t>bdd</a:t>
            </a:r>
            <a:r>
              <a:rPr lang="pt-BR" dirty="0"/>
              <a:t>, </a:t>
            </a:r>
            <a:r>
              <a:rPr lang="pt-BR" dirty="0" err="1"/>
              <a:t>act</a:t>
            </a:r>
            <a:r>
              <a:rPr lang="pt-BR" dirty="0"/>
              <a:t>, etc..)</a:t>
            </a:r>
          </a:p>
          <a:p>
            <a:pPr lvl="1"/>
            <a:r>
              <a:rPr lang="pt-BR" dirty="0"/>
              <a:t>Nome e tipo do elementos</a:t>
            </a:r>
          </a:p>
          <a:p>
            <a:pPr lvl="1"/>
            <a:r>
              <a:rPr lang="pt-BR" dirty="0"/>
              <a:t>Nome do Diagrama</a:t>
            </a:r>
          </a:p>
          <a:p>
            <a:pPr marL="0" indent="0">
              <a:buNone/>
            </a:pPr>
            <a:r>
              <a:rPr lang="pt-BR" b="1" dirty="0"/>
              <a:t>E seu conteúdo (</a:t>
            </a:r>
            <a:r>
              <a:rPr lang="pt-BR" b="1" dirty="0" err="1"/>
              <a:t>Contents</a:t>
            </a:r>
            <a:r>
              <a:rPr lang="pt-BR" b="1" dirty="0"/>
              <a:t>)</a:t>
            </a:r>
          </a:p>
        </p:txBody>
      </p:sp>
      <p:sp>
        <p:nvSpPr>
          <p:cNvPr id="3" name="Explosão: 8 Pontos 2" descr="sdsds&#10;">
            <a:extLst>
              <a:ext uri="{FF2B5EF4-FFF2-40B4-BE49-F238E27FC236}">
                <a16:creationId xmlns:a16="http://schemas.microsoft.com/office/drawing/2014/main" id="{3E375C61-FA53-4EC1-8493-CCFEA1B85CA8}"/>
              </a:ext>
            </a:extLst>
          </p:cNvPr>
          <p:cNvSpPr/>
          <p:nvPr/>
        </p:nvSpPr>
        <p:spPr>
          <a:xfrm>
            <a:off x="4628272" y="928468"/>
            <a:ext cx="5500468" cy="3511209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Vamos Começar pelo Conteúdo do</a:t>
            </a:r>
            <a:r>
              <a:rPr lang="pt-BR" sz="2400" dirty="0"/>
              <a:t> </a:t>
            </a:r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bdd</a:t>
            </a:r>
            <a:r>
              <a:rPr lang="pt-BR" b="1" dirty="0"/>
              <a:t>, sem maiores preocupações com o FRAME por enquanto</a:t>
            </a:r>
          </a:p>
        </p:txBody>
      </p:sp>
    </p:spTree>
    <p:extLst>
      <p:ext uri="{BB962C8B-B14F-4D97-AF65-F5344CB8AC3E}">
        <p14:creationId xmlns:p14="http://schemas.microsoft.com/office/powerpoint/2010/main" val="2106278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C2E4D-DEE0-41A4-97C3-D71B35DD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pt-BR" dirty="0"/>
              <a:t>O Conceito de Bloco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35CA13-95EE-48EC-A02B-8519D23C0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50" y="1325563"/>
            <a:ext cx="11816861" cy="5167312"/>
          </a:xfrm>
        </p:spPr>
        <p:txBody>
          <a:bodyPr>
            <a:normAutofit/>
          </a:bodyPr>
          <a:lstStyle/>
          <a:p>
            <a:r>
              <a:rPr lang="pt-BR" b="1" dirty="0"/>
              <a:t>Bloco</a:t>
            </a:r>
            <a:r>
              <a:rPr lang="pt-BR" dirty="0"/>
              <a:t> é um elemento estrutural Básico em </a:t>
            </a:r>
            <a:r>
              <a:rPr lang="pt-BR" dirty="0" err="1"/>
              <a:t>SysML</a:t>
            </a:r>
            <a:r>
              <a:rPr lang="pt-BR" dirty="0"/>
              <a:t> (Conteúdo no Diagrama BDD)</a:t>
            </a:r>
          </a:p>
          <a:p>
            <a:r>
              <a:rPr lang="pt-BR" dirty="0"/>
              <a:t>É flexível, super genérico e adaptável a vários fins.</a:t>
            </a:r>
          </a:p>
          <a:p>
            <a:r>
              <a:rPr lang="pt-BR" dirty="0"/>
              <a:t>Um bloco é usado para modelar qualquer </a:t>
            </a:r>
            <a:r>
              <a:rPr lang="pt-BR" b="1" dirty="0"/>
              <a:t>tipo</a:t>
            </a:r>
            <a:r>
              <a:rPr lang="pt-BR" dirty="0"/>
              <a:t> de entidade, interna ao seu sistema ou mesmo no ambiente (externa)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6EF2507F-3406-4C0F-86FE-CD2B66EEC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119" y="3840480"/>
            <a:ext cx="9289732" cy="277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06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C2E4D-DEE0-41A4-97C3-D71B35DD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80" y="0"/>
            <a:ext cx="10515600" cy="1325563"/>
          </a:xfrm>
        </p:spPr>
        <p:txBody>
          <a:bodyPr/>
          <a:lstStyle/>
          <a:p>
            <a:r>
              <a:rPr lang="pt-BR" dirty="0"/>
              <a:t>O Conceito de Bloco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35CA13-95EE-48EC-A02B-8519D23C0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50" y="1325563"/>
            <a:ext cx="11816861" cy="5167312"/>
          </a:xfrm>
        </p:spPr>
        <p:txBody>
          <a:bodyPr>
            <a:normAutofit/>
          </a:bodyPr>
          <a:lstStyle/>
          <a:p>
            <a:r>
              <a:rPr lang="pt-BR" dirty="0"/>
              <a:t>Nos nível mais altos, pode ser usado p/ representar sistema e subsistemas</a:t>
            </a:r>
          </a:p>
          <a:p>
            <a:r>
              <a:rPr lang="pt-BR" dirty="0"/>
              <a:t>A medida que desce o nível hierárquico do bloco na composição, passa a representar ou qualquer </a:t>
            </a:r>
            <a:r>
              <a:rPr lang="pt-BR" b="1" dirty="0"/>
              <a:t>tipo</a:t>
            </a:r>
            <a:r>
              <a:rPr lang="pt-BR" dirty="0"/>
              <a:t> de componente (parte) de outro </a:t>
            </a:r>
            <a:r>
              <a:rPr lang="pt-BR" b="1" dirty="0"/>
              <a:t>tipo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um equipamento, hardware, software, uma pessoa, etc..</a:t>
            </a:r>
          </a:p>
          <a:p>
            <a:endParaRPr lang="pt-BR" dirty="0"/>
          </a:p>
          <a:p>
            <a:r>
              <a:rPr lang="pt-BR" dirty="0"/>
              <a:t>Sistema de </a:t>
            </a:r>
            <a:r>
              <a:rPr lang="pt-BR" b="1" dirty="0"/>
              <a:t>Estacionamento de Shopping </a:t>
            </a:r>
            <a:r>
              <a:rPr lang="pt-BR" dirty="0"/>
              <a:t>pode ter subsistemas....:</a:t>
            </a:r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F4BF3FD9-363F-4D64-BEC0-A76F05F93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125747"/>
              </p:ext>
            </p:extLst>
          </p:nvPr>
        </p:nvGraphicFramePr>
        <p:xfrm>
          <a:off x="239150" y="4199987"/>
          <a:ext cx="1130515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5127">
                  <a:extLst>
                    <a:ext uri="{9D8B030D-6E8A-4147-A177-3AD203B41FA5}">
                      <a16:colId xmlns:a16="http://schemas.microsoft.com/office/drawing/2014/main" val="3631786993"/>
                    </a:ext>
                  </a:extLst>
                </a:gridCol>
                <a:gridCol w="1521069">
                  <a:extLst>
                    <a:ext uri="{9D8B030D-6E8A-4147-A177-3AD203B41FA5}">
                      <a16:colId xmlns:a16="http://schemas.microsoft.com/office/drawing/2014/main" val="1856923619"/>
                    </a:ext>
                  </a:extLst>
                </a:gridCol>
                <a:gridCol w="3938954">
                  <a:extLst>
                    <a:ext uri="{9D8B030D-6E8A-4147-A177-3AD203B41FA5}">
                      <a16:colId xmlns:a16="http://schemas.microsoft.com/office/drawing/2014/main" val="1611365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Bloco (Tipo)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Quantidade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Parte 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78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Controle de Entrada </a:t>
                      </a:r>
                      <a:r>
                        <a:rPr lang="pt-BR" b="1" dirty="0"/>
                        <a:t>(subsistema)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1..N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Estacionamento de Shopping 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413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Configuração e Monitoramento  </a:t>
                      </a:r>
                      <a:r>
                        <a:rPr lang="pt-BR" b="1" dirty="0"/>
                        <a:t>(subsistema)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Estacionamento de Shopping 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31197"/>
                  </a:ext>
                </a:extLst>
              </a:tr>
              <a:tr h="2000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Controle e Recebimento de Pagamentos </a:t>
                      </a:r>
                      <a:r>
                        <a:rPr lang="pt-BR" b="1" dirty="0"/>
                        <a:t>(subsistema)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1..N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Estacionamento de Shopping 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33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Controle de Saída </a:t>
                      </a:r>
                      <a:r>
                        <a:rPr lang="pt-BR" b="1" dirty="0"/>
                        <a:t>(subsistema)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1..N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Estacionamento de Shopping 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345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888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C2E4D-DEE0-41A4-97C3-D71B35DD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"/>
            <a:ext cx="10515600" cy="1325563"/>
          </a:xfrm>
        </p:spPr>
        <p:txBody>
          <a:bodyPr/>
          <a:lstStyle/>
          <a:p>
            <a:r>
              <a:rPr lang="pt-BR" dirty="0"/>
              <a:t>O Conceito de Bloco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35CA13-95EE-48EC-A02B-8519D23C0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139" y="1223889"/>
            <a:ext cx="11816861" cy="4903226"/>
          </a:xfrm>
        </p:spPr>
        <p:txBody>
          <a:bodyPr>
            <a:normAutofit/>
          </a:bodyPr>
          <a:lstStyle/>
          <a:p>
            <a:r>
              <a:rPr lang="pt-BR" dirty="0"/>
              <a:t>Bloco modela um </a:t>
            </a:r>
            <a:r>
              <a:rPr lang="pt-BR" b="1" dirty="0"/>
              <a:t>tipo (categoria)</a:t>
            </a:r>
            <a:r>
              <a:rPr lang="pt-BR" dirty="0"/>
              <a:t> de entidade presente no sistema modelado, não uma </a:t>
            </a:r>
            <a:r>
              <a:rPr lang="pt-BR" b="1" dirty="0"/>
              <a:t>instância (objeto) </a:t>
            </a:r>
            <a:r>
              <a:rPr lang="pt-BR" dirty="0"/>
              <a:t>deste tipo. </a:t>
            </a:r>
          </a:p>
          <a:p>
            <a:pPr lvl="1"/>
            <a:r>
              <a:rPr lang="pt-BR" b="1" dirty="0"/>
              <a:t>Professor</a:t>
            </a:r>
            <a:r>
              <a:rPr lang="pt-BR" dirty="0"/>
              <a:t> é um tipo e cada professor da PUC é uma instância deste tipo</a:t>
            </a:r>
          </a:p>
          <a:p>
            <a:pPr lvl="1"/>
            <a:r>
              <a:rPr lang="pt-BR" b="1" dirty="0"/>
              <a:t>Shopping</a:t>
            </a:r>
            <a:r>
              <a:rPr lang="pt-BR" dirty="0"/>
              <a:t> é um tipo, ao passo que </a:t>
            </a:r>
            <a:r>
              <a:rPr lang="pt-BR" b="1" dirty="0">
                <a:solidFill>
                  <a:srgbClr val="FF0000"/>
                </a:solidFill>
              </a:rPr>
              <a:t>Iguatemi Campinas </a:t>
            </a:r>
            <a:r>
              <a:rPr lang="pt-BR" dirty="0"/>
              <a:t>e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b="1" dirty="0">
                <a:solidFill>
                  <a:srgbClr val="FF0000"/>
                </a:solidFill>
              </a:rPr>
              <a:t>Galleria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são instâncias do tipo</a:t>
            </a:r>
          </a:p>
          <a:p>
            <a:r>
              <a:rPr lang="pt-BR" dirty="0" err="1"/>
              <a:t>Ex</a:t>
            </a:r>
            <a:r>
              <a:rPr lang="pt-BR" dirty="0"/>
              <a:t>: Nos subsistemas de </a:t>
            </a:r>
            <a:r>
              <a:rPr lang="pt-BR" b="1" dirty="0" err="1"/>
              <a:t>ControleDeEntrada</a:t>
            </a:r>
            <a:r>
              <a:rPr lang="pt-BR" dirty="0"/>
              <a:t> e </a:t>
            </a:r>
            <a:r>
              <a:rPr lang="pt-BR" b="1" dirty="0" err="1"/>
              <a:t>ControleDeSaída</a:t>
            </a:r>
            <a:r>
              <a:rPr lang="pt-BR" dirty="0"/>
              <a:t> um componente importante (parte do subsistema) é o </a:t>
            </a:r>
            <a:r>
              <a:rPr lang="pt-BR" b="1" dirty="0" err="1"/>
              <a:t>PortãoDeAcesso</a:t>
            </a:r>
            <a:r>
              <a:rPr lang="pt-BR" dirty="0"/>
              <a:t> </a:t>
            </a:r>
          </a:p>
          <a:p>
            <a:r>
              <a:rPr lang="pt-BR" b="1" dirty="0" err="1"/>
              <a:t>PortãoDeAcesso</a:t>
            </a:r>
            <a:r>
              <a:rPr lang="pt-BR" dirty="0"/>
              <a:t> é o tipo (bloco), enquanto </a:t>
            </a:r>
            <a:r>
              <a:rPr lang="pt-BR" b="1" dirty="0" err="1"/>
              <a:t>portãoSul</a:t>
            </a:r>
            <a:r>
              <a:rPr lang="pt-BR" dirty="0"/>
              <a:t>, </a:t>
            </a:r>
            <a:r>
              <a:rPr lang="pt-BR" b="1" dirty="0" err="1"/>
              <a:t>PortãoNorte</a:t>
            </a:r>
            <a:r>
              <a:rPr lang="pt-BR" dirty="0"/>
              <a:t> são instâncias deste tipo em um Shopping específico.</a:t>
            </a:r>
          </a:p>
          <a:p>
            <a:r>
              <a:rPr lang="pt-BR" dirty="0"/>
              <a:t>O tipo </a:t>
            </a:r>
            <a:r>
              <a:rPr lang="pt-BR" b="1" dirty="0" err="1"/>
              <a:t>PortãoDeAcesso</a:t>
            </a:r>
            <a:r>
              <a:rPr lang="pt-BR" dirty="0"/>
              <a:t> é um bloco composto por Instâncias de outros tipos (Blocos), compostos em uma estrutura de Todo e Parte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50BE8009-E62E-4415-BF93-5A1DD638B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422643"/>
              </p:ext>
            </p:extLst>
          </p:nvPr>
        </p:nvGraphicFramePr>
        <p:xfrm>
          <a:off x="1230922" y="5634111"/>
          <a:ext cx="972898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4216">
                  <a:extLst>
                    <a:ext uri="{9D8B030D-6E8A-4147-A177-3AD203B41FA5}">
                      <a16:colId xmlns:a16="http://schemas.microsoft.com/office/drawing/2014/main" val="3609353988"/>
                    </a:ext>
                  </a:extLst>
                </a:gridCol>
                <a:gridCol w="3409013">
                  <a:extLst>
                    <a:ext uri="{9D8B030D-6E8A-4147-A177-3AD203B41FA5}">
                      <a16:colId xmlns:a16="http://schemas.microsoft.com/office/drawing/2014/main" val="4284866468"/>
                    </a:ext>
                  </a:extLst>
                </a:gridCol>
                <a:gridCol w="3365753">
                  <a:extLst>
                    <a:ext uri="{9D8B030D-6E8A-4147-A177-3AD203B41FA5}">
                      <a16:colId xmlns:a16="http://schemas.microsoft.com/office/drawing/2014/main" val="1243199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2400" dirty="0"/>
                        <a:t>Bloco (Tipo)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Quantidade de Instâncias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Parte(s )de...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98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PistaDeAcesso</a:t>
                      </a:r>
                      <a:r>
                        <a:rPr lang="pt-BR" sz="2400" dirty="0"/>
                        <a:t> (parte)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[1..N]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b="1" dirty="0" err="1"/>
                        <a:t>PortãoDeAcesso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932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331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C2E4D-DEE0-41A4-97C3-D71B35DD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110"/>
            <a:ext cx="10515600" cy="1325563"/>
          </a:xfrm>
        </p:spPr>
        <p:txBody>
          <a:bodyPr/>
          <a:lstStyle/>
          <a:p>
            <a:r>
              <a:rPr lang="pt-BR" dirty="0"/>
              <a:t>O Conceito de Bloco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35CA13-95EE-48EC-A02B-8519D23C0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834" y="1220713"/>
            <a:ext cx="11568332" cy="5398135"/>
          </a:xfrm>
        </p:spPr>
        <p:txBody>
          <a:bodyPr>
            <a:normAutofit/>
          </a:bodyPr>
          <a:lstStyle/>
          <a:p>
            <a:r>
              <a:rPr lang="pt-BR" dirty="0"/>
              <a:t>E assim cada bloco é composto por outros blocos, até um bloco (tipo) ser atômico (não possuir outras partes)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C7A7E7B4-2704-4D6F-A43E-597A6B7DD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050298"/>
              </p:ext>
            </p:extLst>
          </p:nvPr>
        </p:nvGraphicFramePr>
        <p:xfrm>
          <a:off x="623668" y="2157890"/>
          <a:ext cx="10944664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7025">
                  <a:extLst>
                    <a:ext uri="{9D8B030D-6E8A-4147-A177-3AD203B41FA5}">
                      <a16:colId xmlns:a16="http://schemas.microsoft.com/office/drawing/2014/main" val="694946249"/>
                    </a:ext>
                  </a:extLst>
                </a:gridCol>
                <a:gridCol w="2767153">
                  <a:extLst>
                    <a:ext uri="{9D8B030D-6E8A-4147-A177-3AD203B41FA5}">
                      <a16:colId xmlns:a16="http://schemas.microsoft.com/office/drawing/2014/main" val="1329552929"/>
                    </a:ext>
                  </a:extLst>
                </a:gridCol>
                <a:gridCol w="3010486">
                  <a:extLst>
                    <a:ext uri="{9D8B030D-6E8A-4147-A177-3AD203B41FA5}">
                      <a16:colId xmlns:a16="http://schemas.microsoft.com/office/drawing/2014/main" val="407102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200" dirty="0"/>
                        <a:t>Bloco (Tipo)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200" dirty="0" err="1"/>
                        <a:t>Qtd</a:t>
                      </a:r>
                      <a:r>
                        <a:rPr lang="pt-BR" sz="2200" dirty="0"/>
                        <a:t> de Instâncias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200" dirty="0"/>
                        <a:t>Parte(s )de...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518192"/>
                  </a:ext>
                </a:extLst>
              </a:tr>
              <a:tr h="40911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Totem </a:t>
                      </a:r>
                      <a:r>
                        <a:rPr lang="pt-BR" sz="2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(parte)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kumimoji="0" lang="pt-BR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kumimoji="0" lang="pt-BR" sz="2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BloqueioDeChegadas</a:t>
                      </a:r>
                      <a:endParaRPr kumimoji="0" lang="pt-BR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448824"/>
                  </a:ext>
                </a:extLst>
              </a:tr>
              <a:tr h="36491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Cancela </a:t>
                      </a:r>
                      <a:r>
                        <a:rPr lang="pt-BR" sz="2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(parte)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kumimoji="0" lang="pt-BR" sz="2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PistaDeAcesso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26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Bloco (Tipo)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2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Qtd</a:t>
                      </a:r>
                      <a:r>
                        <a:rPr lang="pt-BR" sz="2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de Instâncias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Parte(s )de...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1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BotãoDePressionamento</a:t>
                      </a:r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2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(parte)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/>
                      <a:endParaRPr kumimoji="0" lang="pt-BR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algn="ctr"/>
                      <a:endParaRPr kumimoji="0" lang="pt-BR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algn="ctr"/>
                      <a:endParaRPr kumimoji="0" lang="pt-BR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kumimoji="0" lang="pt-BR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Totem</a:t>
                      </a:r>
                      <a:endParaRPr kumimoji="0" lang="pt-BR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585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DispositivoManipuladorDeCartão</a:t>
                      </a:r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2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(parte)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760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PlacaControladora</a:t>
                      </a:r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2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(parte)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03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Microfone Embutido </a:t>
                      </a:r>
                      <a:r>
                        <a:rPr lang="pt-BR" sz="2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(parte)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98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2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ServiçosDeEstadia</a:t>
                      </a:r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2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(referência)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kumimoji="0" lang="pt-BR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06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Etc..</a:t>
                      </a:r>
                      <a:r>
                        <a:rPr lang="pt-BR" sz="2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BR" sz="2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kumimoji="0" lang="pt-BR" sz="2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942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075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0515600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endParaRPr lang="pt-BR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33846" y="1592728"/>
            <a:ext cx="4783016" cy="51597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É formado por:</a:t>
            </a:r>
          </a:p>
          <a:p>
            <a:endParaRPr lang="pt-BR" sz="900" dirty="0"/>
          </a:p>
          <a:p>
            <a:r>
              <a:rPr lang="pt-BR" dirty="0"/>
              <a:t>Nome e Estereótipo</a:t>
            </a:r>
          </a:p>
          <a:p>
            <a:r>
              <a:rPr lang="pt-BR" dirty="0"/>
              <a:t>Porta(s) de Comunicação</a:t>
            </a:r>
          </a:p>
          <a:p>
            <a:endParaRPr lang="pt-BR" dirty="0"/>
          </a:p>
          <a:p>
            <a:r>
              <a:rPr lang="pt-BR" dirty="0"/>
              <a:t>6 Compartimentos de características (todos opcionais, conforme o que se deseja modelar)</a:t>
            </a:r>
          </a:p>
          <a:p>
            <a:r>
              <a:rPr lang="pt-BR" dirty="0"/>
              <a:t>O modelador por usar e omitir os compartimentos de </a:t>
            </a:r>
            <a:r>
              <a:rPr lang="pt-BR" dirty="0" err="1"/>
              <a:t>acorco</a:t>
            </a:r>
            <a:r>
              <a:rPr lang="pt-BR" dirty="0"/>
              <a:t> com o valor que eles adicionam no modelo</a:t>
            </a:r>
          </a:p>
        </p:txBody>
      </p:sp>
    </p:spTree>
    <p:extLst>
      <p:ext uri="{BB962C8B-B14F-4D97-AF65-F5344CB8AC3E}">
        <p14:creationId xmlns:p14="http://schemas.microsoft.com/office/powerpoint/2010/main" val="4064283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0515600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endParaRPr lang="pt-BR" dirty="0"/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D5F03521-56FB-4A87-B3D6-30A409F3E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31586" y="1041010"/>
            <a:ext cx="5743135" cy="5112728"/>
          </a:xfrm>
        </p:spPr>
        <p:txBody>
          <a:bodyPr/>
          <a:lstStyle/>
          <a:p>
            <a:pPr marL="0" indent="0" algn="r">
              <a:buNone/>
            </a:pPr>
            <a:r>
              <a:rPr lang="pt-BR" dirty="0"/>
              <a:t>&lt;&lt;</a:t>
            </a:r>
            <a:r>
              <a:rPr lang="pt-BR" dirty="0" err="1"/>
              <a:t>Esterótipo</a:t>
            </a:r>
            <a:r>
              <a:rPr lang="pt-BR" dirty="0"/>
              <a:t>&gt;&gt; e Nome do Bloco</a:t>
            </a:r>
          </a:p>
          <a:p>
            <a:pPr marL="0" indent="0" algn="r">
              <a:buNone/>
            </a:pPr>
            <a:r>
              <a:rPr lang="pt-BR" dirty="0"/>
              <a:t>Porta (elemento de comunicação)</a:t>
            </a:r>
          </a:p>
          <a:p>
            <a:pPr marL="0" indent="0" algn="r">
              <a:buNone/>
            </a:pPr>
            <a:endParaRPr lang="pt-BR" dirty="0"/>
          </a:p>
          <a:p>
            <a:pPr marL="0" indent="0" algn="r">
              <a:buNone/>
            </a:pPr>
            <a:endParaRPr lang="pt-BR" dirty="0"/>
          </a:p>
          <a:p>
            <a:pPr marL="0" indent="0" algn="r">
              <a:buNone/>
            </a:pPr>
            <a:r>
              <a:rPr lang="pt-BR" dirty="0"/>
              <a:t>Compartimentos de características </a:t>
            </a:r>
          </a:p>
          <a:p>
            <a:pPr marL="0" indent="0" algn="r">
              <a:buNone/>
            </a:pPr>
            <a:r>
              <a:rPr lang="pt-BR" dirty="0"/>
              <a:t>(ou propriedades) estruturais</a:t>
            </a:r>
          </a:p>
          <a:p>
            <a:pPr marL="0" indent="0" algn="r">
              <a:buNone/>
            </a:pPr>
            <a:endParaRPr lang="pt-BR" dirty="0"/>
          </a:p>
          <a:p>
            <a:pPr marL="0" indent="0" algn="r">
              <a:buNone/>
            </a:pPr>
            <a:endParaRPr lang="pt-BR" dirty="0"/>
          </a:p>
          <a:p>
            <a:pPr marL="0" indent="0" algn="r">
              <a:buNone/>
            </a:pPr>
            <a:r>
              <a:rPr lang="pt-BR" dirty="0"/>
              <a:t>Compartimentos de características</a:t>
            </a:r>
          </a:p>
          <a:p>
            <a:pPr marL="0" indent="0" algn="r">
              <a:buNone/>
            </a:pPr>
            <a:r>
              <a:rPr lang="pt-BR" dirty="0"/>
              <a:t>(ou propriedades) comportamentais</a:t>
            </a:r>
          </a:p>
          <a:p>
            <a:pPr marL="0" indent="0" algn="r">
              <a:buNone/>
            </a:pPr>
            <a:endParaRPr lang="pt-BR" dirty="0"/>
          </a:p>
          <a:p>
            <a:pPr marL="0" indent="0" algn="r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75372E71-E940-482B-8FF2-FCBEACD1F5E9}"/>
              </a:ext>
            </a:extLst>
          </p:cNvPr>
          <p:cNvCxnSpPr>
            <a:cxnSpLocks/>
          </p:cNvCxnSpPr>
          <p:nvPr/>
        </p:nvCxnSpPr>
        <p:spPr>
          <a:xfrm flipH="1" flipV="1">
            <a:off x="6431586" y="1688123"/>
            <a:ext cx="757005" cy="126609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4C2C605-6C99-4CC1-A82B-F6B0356F0306}"/>
              </a:ext>
            </a:extLst>
          </p:cNvPr>
          <p:cNvCxnSpPr>
            <a:cxnSpLocks/>
          </p:cNvCxnSpPr>
          <p:nvPr/>
        </p:nvCxnSpPr>
        <p:spPr>
          <a:xfrm flipH="1">
            <a:off x="3819684" y="1325561"/>
            <a:ext cx="3368907" cy="289879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have Direita 8">
            <a:extLst>
              <a:ext uri="{FF2B5EF4-FFF2-40B4-BE49-F238E27FC236}">
                <a16:creationId xmlns:a16="http://schemas.microsoft.com/office/drawing/2014/main" id="{C55903EE-3C96-4999-9222-0CAA96C06D85}"/>
              </a:ext>
            </a:extLst>
          </p:cNvPr>
          <p:cNvSpPr/>
          <p:nvPr/>
        </p:nvSpPr>
        <p:spPr>
          <a:xfrm>
            <a:off x="6367568" y="2023333"/>
            <a:ext cx="489719" cy="256032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have Direita 13">
            <a:extLst>
              <a:ext uri="{FF2B5EF4-FFF2-40B4-BE49-F238E27FC236}">
                <a16:creationId xmlns:a16="http://schemas.microsoft.com/office/drawing/2014/main" id="{A3960A3D-1BC4-4D8D-B43E-AB594038472D}"/>
              </a:ext>
            </a:extLst>
          </p:cNvPr>
          <p:cNvSpPr/>
          <p:nvPr/>
        </p:nvSpPr>
        <p:spPr>
          <a:xfrm>
            <a:off x="6431586" y="4645416"/>
            <a:ext cx="438444" cy="133642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4121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0515600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endParaRPr lang="pt-BR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79103" y="1592728"/>
            <a:ext cx="4951826" cy="45969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&lt;&lt;</a:t>
            </a:r>
            <a:r>
              <a:rPr lang="pt-BR" b="1" dirty="0" err="1"/>
              <a:t>esterótipo</a:t>
            </a:r>
            <a:r>
              <a:rPr lang="pt-BR" b="1" dirty="0"/>
              <a:t>&gt;&gt; </a:t>
            </a:r>
            <a:r>
              <a:rPr lang="pt-BR" dirty="0"/>
              <a:t>pode ser usado para detalhar informação-chave adicional sobre o papel do bloco no modelo, se o modelador desejar.</a:t>
            </a:r>
          </a:p>
          <a:p>
            <a:pPr marL="0" indent="0">
              <a:buNone/>
            </a:pPr>
            <a:r>
              <a:rPr lang="pt-BR" dirty="0" err="1"/>
              <a:t>Ex</a:t>
            </a:r>
            <a:r>
              <a:rPr lang="pt-BR" dirty="0"/>
              <a:t>: &lt;&lt;subsistema&gt;&gt; ou &lt;&lt;controlador&gt;&gt;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b="1" dirty="0"/>
              <a:t>Nome</a:t>
            </a:r>
            <a:r>
              <a:rPr lang="pt-BR" dirty="0"/>
              <a:t> indica o nome do Bloco, ou seja o </a:t>
            </a:r>
            <a:r>
              <a:rPr lang="pt-BR" b="1" dirty="0"/>
              <a:t>Tipo</a:t>
            </a:r>
            <a:r>
              <a:rPr lang="pt-BR" dirty="0"/>
              <a:t> que está sendo modelado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98474" y="1441182"/>
            <a:ext cx="5997526" cy="514227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499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Texto, Carta&#10;&#10;Descrição gerada automaticamente">
            <a:extLst>
              <a:ext uri="{FF2B5EF4-FFF2-40B4-BE49-F238E27FC236}">
                <a16:creationId xmlns:a16="http://schemas.microsoft.com/office/drawing/2014/main" id="{9798AC27-D7EC-4F04-90AC-AF4972CE0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9046"/>
            <a:ext cx="11878107" cy="2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77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0515600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r>
              <a:rPr lang="pt-BR" dirty="0"/>
              <a:t> - </a:t>
            </a:r>
            <a:r>
              <a:rPr lang="pt-BR" b="1" dirty="0" err="1"/>
              <a:t>parts</a:t>
            </a:r>
            <a:endParaRPr lang="pt-BR" b="1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79102" y="1441182"/>
            <a:ext cx="5214423" cy="51847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i="1" dirty="0" err="1"/>
              <a:t>parts</a:t>
            </a:r>
            <a:r>
              <a:rPr lang="pt-BR" b="1" dirty="0"/>
              <a:t> </a:t>
            </a:r>
            <a:r>
              <a:rPr lang="pt-BR" dirty="0"/>
              <a:t>descreve propriedades estruturais do bloco, indicando do que ele é composto. Denota relação todo (</a:t>
            </a:r>
            <a:r>
              <a:rPr lang="pt-BR" b="1" dirty="0"/>
              <a:t>bloco</a:t>
            </a:r>
            <a:r>
              <a:rPr lang="pt-BR" dirty="0"/>
              <a:t>) e parte (</a:t>
            </a:r>
            <a:r>
              <a:rPr lang="pt-BR" b="1" i="1" dirty="0" err="1"/>
              <a:t>parts</a:t>
            </a:r>
            <a:r>
              <a:rPr lang="pt-BR" dirty="0"/>
              <a:t>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&lt;nome&gt; </a:t>
            </a:r>
            <a:r>
              <a:rPr lang="pt-BR" dirty="0"/>
              <a:t>é definido pelo modelador</a:t>
            </a:r>
          </a:p>
          <a:p>
            <a:pPr marL="0" indent="0">
              <a:buNone/>
            </a:pPr>
            <a:r>
              <a:rPr lang="pt-BR" b="1" dirty="0"/>
              <a:t>&lt;tipo&gt; </a:t>
            </a:r>
            <a:r>
              <a:rPr lang="pt-BR" dirty="0"/>
              <a:t>é, em geral, o nome de algum outro bloco componente do bloco modelado.</a:t>
            </a:r>
          </a:p>
          <a:p>
            <a:pPr marL="0" indent="0">
              <a:buNone/>
            </a:pPr>
            <a:r>
              <a:rPr lang="pt-BR" b="1" dirty="0"/>
              <a:t>&lt;[multiplicidade]&gt; </a:t>
            </a:r>
            <a:r>
              <a:rPr lang="pt-BR" dirty="0"/>
              <a:t>mostra, se necessário, a quantidade de instâncias daquele tipo que o bloco contém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98474" y="1955409"/>
            <a:ext cx="5997526" cy="647114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428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Tabela&#10;&#10;Descrição gerada automaticamente">
            <a:extLst>
              <a:ext uri="{FF2B5EF4-FFF2-40B4-BE49-F238E27FC236}">
                <a16:creationId xmlns:a16="http://schemas.microsoft.com/office/drawing/2014/main" id="{93B73DF7-31BF-4A10-B9F3-BAA216924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049"/>
            <a:ext cx="8689551" cy="168504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A5BF6E2-4E95-4209-BCF1-CB66098CA4A2}"/>
              </a:ext>
            </a:extLst>
          </p:cNvPr>
          <p:cNvSpPr/>
          <p:nvPr/>
        </p:nvSpPr>
        <p:spPr>
          <a:xfrm>
            <a:off x="196950" y="2194560"/>
            <a:ext cx="8299935" cy="942535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7371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1091154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r>
              <a:rPr lang="pt-BR" dirty="0"/>
              <a:t> - </a:t>
            </a:r>
            <a:r>
              <a:rPr lang="pt-BR" b="1" dirty="0" err="1"/>
              <a:t>references</a:t>
            </a:r>
            <a:endParaRPr lang="pt-BR" b="1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79103" y="1441182"/>
            <a:ext cx="4951826" cy="54168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i="1" dirty="0" err="1"/>
              <a:t>rerferences</a:t>
            </a:r>
            <a:r>
              <a:rPr lang="pt-BR" b="1" dirty="0"/>
              <a:t> </a:t>
            </a:r>
            <a:r>
              <a:rPr lang="pt-BR" dirty="0"/>
              <a:t>descreve propriedade de um outro bloco (externo ao bloco que está sendo modelado)</a:t>
            </a:r>
          </a:p>
          <a:p>
            <a:pPr marL="0" indent="0">
              <a:buNone/>
            </a:pPr>
            <a:r>
              <a:rPr lang="pt-BR" dirty="0"/>
              <a:t>Ao contrário de </a:t>
            </a:r>
            <a:r>
              <a:rPr lang="pt-BR" b="1" i="1" dirty="0" err="1"/>
              <a:t>parts</a:t>
            </a:r>
            <a:r>
              <a:rPr lang="pt-BR" dirty="0"/>
              <a:t> não denota relação de todo-parte, mas sim um  relacionamento externo e necessário (</a:t>
            </a:r>
            <a:r>
              <a:rPr lang="pt-BR" dirty="0" err="1"/>
              <a:t>ex</a:t>
            </a:r>
            <a:r>
              <a:rPr lang="pt-BR" dirty="0"/>
              <a:t>: para de troca de matéria, energia ou dados).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&lt;nome&gt; </a:t>
            </a:r>
            <a:r>
              <a:rPr lang="pt-BR" dirty="0"/>
              <a:t>é definido pelo modelador</a:t>
            </a:r>
          </a:p>
          <a:p>
            <a:pPr marL="0" indent="0">
              <a:buNone/>
            </a:pPr>
            <a:r>
              <a:rPr lang="pt-BR" b="1" dirty="0"/>
              <a:t>&lt;tipo&gt; </a:t>
            </a:r>
            <a:r>
              <a:rPr lang="pt-BR" dirty="0"/>
              <a:t>é, em geral, o nome de algum outro bloco componente</a:t>
            </a:r>
          </a:p>
          <a:p>
            <a:pPr marL="0" indent="0">
              <a:buNone/>
            </a:pPr>
            <a:r>
              <a:rPr lang="pt-BR" b="1" dirty="0"/>
              <a:t>&lt;[multiplicidade]&gt; </a:t>
            </a:r>
            <a:r>
              <a:rPr lang="pt-BR" dirty="0"/>
              <a:t>mostra, se necessário, quantidade de instâncias que o bloco contém, daquele tipo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98474" y="2644726"/>
            <a:ext cx="6189784" cy="647114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269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abela&#10;&#10;Descrição gerada automaticamente">
            <a:extLst>
              <a:ext uri="{FF2B5EF4-FFF2-40B4-BE49-F238E27FC236}">
                <a16:creationId xmlns:a16="http://schemas.microsoft.com/office/drawing/2014/main" id="{0FE57739-027F-4DE0-8026-07F4C0DE3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97" y="1269459"/>
            <a:ext cx="7512108" cy="2757791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2574CBF-585F-4A9B-BE7A-65956C314A18}"/>
              </a:ext>
            </a:extLst>
          </p:cNvPr>
          <p:cNvSpPr/>
          <p:nvPr/>
        </p:nvSpPr>
        <p:spPr>
          <a:xfrm>
            <a:off x="835673" y="3439551"/>
            <a:ext cx="2574388" cy="1969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Controlador do Totem [1]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A61EE4-11B9-4239-86F0-20E28D01F47C}"/>
              </a:ext>
            </a:extLst>
          </p:cNvPr>
          <p:cNvSpPr/>
          <p:nvPr/>
        </p:nvSpPr>
        <p:spPr>
          <a:xfrm>
            <a:off x="258897" y="2680117"/>
            <a:ext cx="7225116" cy="1378896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1076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1091154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r>
              <a:rPr lang="pt-BR" dirty="0"/>
              <a:t> – </a:t>
            </a:r>
            <a:r>
              <a:rPr lang="pt-BR" b="1" dirty="0" err="1"/>
              <a:t>values</a:t>
            </a:r>
            <a:endParaRPr lang="pt-BR" b="1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79102" y="1441182"/>
            <a:ext cx="5217329" cy="54168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i="1" dirty="0" err="1"/>
              <a:t>values</a:t>
            </a:r>
            <a:r>
              <a:rPr lang="pt-BR" b="1" dirty="0"/>
              <a:t> </a:t>
            </a:r>
            <a:r>
              <a:rPr lang="pt-BR" dirty="0"/>
              <a:t>pode representar dados numéricos, valores </a:t>
            </a:r>
            <a:r>
              <a:rPr lang="pt-BR" dirty="0" err="1"/>
              <a:t>string</a:t>
            </a:r>
            <a:r>
              <a:rPr lang="pt-BR" dirty="0"/>
              <a:t> ou mesmo um valor booleano relativo ao bloco</a:t>
            </a:r>
          </a:p>
          <a:p>
            <a:pPr marL="0" indent="0">
              <a:buNone/>
            </a:pPr>
            <a:r>
              <a:rPr lang="pt-BR" dirty="0"/>
              <a:t>Em geral, algum atributo do bloco  para o qual você denota um valor. Muito usado junto com as restrições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&lt;nome&gt; </a:t>
            </a:r>
            <a:r>
              <a:rPr lang="pt-BR" dirty="0"/>
              <a:t>é definido pelo modelador</a:t>
            </a:r>
          </a:p>
          <a:p>
            <a:pPr marL="0" indent="0">
              <a:buNone/>
            </a:pPr>
            <a:r>
              <a:rPr lang="pt-BR" b="1" dirty="0"/>
              <a:t>&lt;tipo&gt; </a:t>
            </a:r>
            <a:r>
              <a:rPr lang="pt-BR" dirty="0"/>
              <a:t>é, em geral, o nome de algum outro bloco componente</a:t>
            </a:r>
          </a:p>
          <a:p>
            <a:pPr marL="0" indent="0">
              <a:buNone/>
            </a:pPr>
            <a:r>
              <a:rPr lang="pt-BR" b="1" dirty="0"/>
              <a:t>&lt;[multiplicidade]&gt; </a:t>
            </a:r>
            <a:r>
              <a:rPr lang="pt-BR" dirty="0"/>
              <a:t>mostra, se necessário, quantidade de instâncias que o bloco contém, daquele tipo</a:t>
            </a:r>
          </a:p>
          <a:p>
            <a:pPr marL="0" indent="0">
              <a:buNone/>
            </a:pPr>
            <a:r>
              <a:rPr lang="pt-BR" b="1" dirty="0"/>
              <a:t>&lt;valor padrão&gt; </a:t>
            </a:r>
            <a:r>
              <a:rPr lang="pt-BR" dirty="0"/>
              <a:t>valor inicial, opcional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95568" y="3263704"/>
            <a:ext cx="6189784" cy="689317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685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abela&#10;&#10;Descrição gerada automaticamente com confiança média">
            <a:extLst>
              <a:ext uri="{FF2B5EF4-FFF2-40B4-BE49-F238E27FC236}">
                <a16:creationId xmlns:a16="http://schemas.microsoft.com/office/drawing/2014/main" id="{317FBE5C-C7C2-47D8-9D3C-B645A99E1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6" y="1392676"/>
            <a:ext cx="7481869" cy="3762983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B8DC59C-3907-417C-AD04-61069264B156}"/>
              </a:ext>
            </a:extLst>
          </p:cNvPr>
          <p:cNvSpPr/>
          <p:nvPr/>
        </p:nvSpPr>
        <p:spPr>
          <a:xfrm>
            <a:off x="168816" y="4093698"/>
            <a:ext cx="7371470" cy="1061961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0384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1091154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r>
              <a:rPr lang="pt-BR" dirty="0"/>
              <a:t> – </a:t>
            </a:r>
            <a:r>
              <a:rPr lang="pt-BR" b="1" dirty="0" err="1"/>
              <a:t>constraints</a:t>
            </a:r>
            <a:endParaRPr lang="pt-BR" b="1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79102" y="1441182"/>
            <a:ext cx="5217329" cy="5416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i="1" dirty="0" err="1"/>
              <a:t>constraints</a:t>
            </a:r>
            <a:r>
              <a:rPr lang="pt-BR" b="1" dirty="0"/>
              <a:t> </a:t>
            </a:r>
            <a:r>
              <a:rPr lang="pt-BR" dirty="0"/>
              <a:t>representam em geral funções ou relações matemáticas que impõe regras ou limites aos atributos representados em </a:t>
            </a:r>
            <a:r>
              <a:rPr lang="pt-BR" b="1" dirty="0" err="1"/>
              <a:t>values</a:t>
            </a:r>
            <a:endParaRPr lang="pt-BR" b="1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&lt;nome restrição&gt; </a:t>
            </a:r>
            <a:r>
              <a:rPr lang="pt-BR" dirty="0"/>
              <a:t>é definido pelo modelador</a:t>
            </a:r>
          </a:p>
          <a:p>
            <a:pPr marL="0" indent="0">
              <a:buNone/>
            </a:pPr>
            <a:r>
              <a:rPr lang="pt-BR" b="1" dirty="0"/>
              <a:t>&lt;tipo&gt; </a:t>
            </a:r>
            <a:r>
              <a:rPr lang="pt-BR" dirty="0"/>
              <a:t>é, em geral, o nome de algum outro bloco componente</a:t>
            </a:r>
          </a:p>
          <a:p>
            <a:pPr marL="0" indent="0">
              <a:buNone/>
            </a:pPr>
            <a:r>
              <a:rPr lang="pt-BR" b="1" dirty="0"/>
              <a:t>{&lt;expressão&gt;} </a:t>
            </a:r>
            <a:r>
              <a:rPr lang="pt-BR" dirty="0"/>
              <a:t>valor inicial opcional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95568" y="3924886"/>
            <a:ext cx="6189784" cy="689317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091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Tabela&#10;&#10;Descrição gerada automaticamente">
            <a:extLst>
              <a:ext uri="{FF2B5EF4-FFF2-40B4-BE49-F238E27FC236}">
                <a16:creationId xmlns:a16="http://schemas.microsoft.com/office/drawing/2014/main" id="{E1B91DC7-A91E-45F8-B626-F56263605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324"/>
            <a:ext cx="7047914" cy="431616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D569EFB-7BC9-4F32-B2AC-9095B56CF1C7}"/>
              </a:ext>
            </a:extLst>
          </p:cNvPr>
          <p:cNvSpPr/>
          <p:nvPr/>
        </p:nvSpPr>
        <p:spPr>
          <a:xfrm>
            <a:off x="98470" y="4656406"/>
            <a:ext cx="6808766" cy="794373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389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1091154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r>
              <a:rPr lang="pt-BR" dirty="0"/>
              <a:t> – </a:t>
            </a:r>
            <a:r>
              <a:rPr lang="pt-BR" b="1" dirty="0" err="1"/>
              <a:t>operations</a:t>
            </a:r>
            <a:endParaRPr lang="pt-BR" b="1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79102" y="1441182"/>
            <a:ext cx="5217329" cy="5416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i="1" dirty="0" err="1"/>
              <a:t>operation</a:t>
            </a:r>
            <a:r>
              <a:rPr lang="pt-BR" b="1" i="1" dirty="0"/>
              <a:t> </a:t>
            </a:r>
            <a:r>
              <a:rPr lang="pt-BR" dirty="0"/>
              <a:t>representa um comportamento (operação) executado pelo bloco quando é chamado (por um evento de um bloco externo) </a:t>
            </a:r>
          </a:p>
          <a:p>
            <a:pPr marL="0" indent="0">
              <a:buNone/>
            </a:pPr>
            <a:r>
              <a:rPr lang="pt-BR" b="1" dirty="0"/>
              <a:t>&lt;nome operação&gt; </a:t>
            </a:r>
            <a:r>
              <a:rPr lang="pt-BR" dirty="0"/>
              <a:t>é definido pelo modelador</a:t>
            </a:r>
          </a:p>
          <a:p>
            <a:pPr marL="0" indent="0">
              <a:buNone/>
            </a:pPr>
            <a:r>
              <a:rPr lang="pt-BR" b="1" dirty="0"/>
              <a:t>&lt;lista de parâmetros&gt; </a:t>
            </a:r>
            <a:r>
              <a:rPr lang="pt-BR" dirty="0"/>
              <a:t>dados que são transferidos à operação no momento da chamada</a:t>
            </a:r>
          </a:p>
          <a:p>
            <a:pPr marL="0" indent="0">
              <a:buNone/>
            </a:pPr>
            <a:r>
              <a:rPr lang="pt-BR" b="1" dirty="0"/>
              <a:t>&lt;tipo retorno&gt; </a:t>
            </a:r>
            <a:r>
              <a:rPr lang="pt-BR" dirty="0"/>
              <a:t>Tipo de retorno que a operação produz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95568" y="4614203"/>
            <a:ext cx="6189784" cy="689317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9409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Descrição gerada automaticamente com confiança média">
            <a:extLst>
              <a:ext uri="{FF2B5EF4-FFF2-40B4-BE49-F238E27FC236}">
                <a16:creationId xmlns:a16="http://schemas.microsoft.com/office/drawing/2014/main" id="{F985E99E-6372-417E-ABB2-7F343146D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06" y="422836"/>
            <a:ext cx="6705967" cy="504568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B06815E-3FD6-48A6-8679-7BAF24D445FB}"/>
              </a:ext>
            </a:extLst>
          </p:cNvPr>
          <p:cNvSpPr/>
          <p:nvPr/>
        </p:nvSpPr>
        <p:spPr>
          <a:xfrm>
            <a:off x="337625" y="4501662"/>
            <a:ext cx="6443003" cy="966863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445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1091154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r>
              <a:rPr lang="pt-BR" dirty="0"/>
              <a:t> – </a:t>
            </a:r>
            <a:r>
              <a:rPr lang="pt-BR" b="1" dirty="0" err="1"/>
              <a:t>recpetions</a:t>
            </a:r>
            <a:endParaRPr lang="pt-BR" b="1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96222" y="1441182"/>
            <a:ext cx="5400210" cy="5416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i="1" dirty="0" err="1"/>
              <a:t>reception</a:t>
            </a:r>
            <a:r>
              <a:rPr lang="pt-BR" b="1" i="1" dirty="0"/>
              <a:t> </a:t>
            </a:r>
            <a:r>
              <a:rPr lang="pt-BR" dirty="0"/>
              <a:t>representa um comportamento de recepção (um receptor) desempenhado pelo bloco quando é chamado (pela chegada de algum sinal de controle) </a:t>
            </a:r>
          </a:p>
          <a:p>
            <a:pPr marL="0" indent="0">
              <a:buNone/>
            </a:pPr>
            <a:r>
              <a:rPr lang="pt-BR" b="1" dirty="0"/>
              <a:t>&lt;&lt;sinal&gt;&gt; </a:t>
            </a:r>
            <a:r>
              <a:rPr lang="pt-BR" dirty="0"/>
              <a:t>estereótipo</a:t>
            </a:r>
          </a:p>
          <a:p>
            <a:pPr marL="0" indent="0">
              <a:buNone/>
            </a:pPr>
            <a:r>
              <a:rPr lang="pt-BR" b="1" dirty="0"/>
              <a:t>&lt;nome sinal&gt; </a:t>
            </a:r>
            <a:r>
              <a:rPr lang="pt-BR" dirty="0"/>
              <a:t>definido pelo modelador</a:t>
            </a:r>
          </a:p>
          <a:p>
            <a:pPr marL="0" indent="0">
              <a:buNone/>
            </a:pPr>
            <a:r>
              <a:rPr lang="pt-BR" b="1" dirty="0"/>
              <a:t>&lt;lista de parâmetros&gt; </a:t>
            </a:r>
            <a:r>
              <a:rPr lang="pt-BR" dirty="0"/>
              <a:t>dados que são transferidos ao receptor no momento da chamada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95568" y="5289454"/>
            <a:ext cx="6189784" cy="689317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7745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Tabela&#10;&#10;Descrição gerada automaticamente">
            <a:extLst>
              <a:ext uri="{FF2B5EF4-FFF2-40B4-BE49-F238E27FC236}">
                <a16:creationId xmlns:a16="http://schemas.microsoft.com/office/drawing/2014/main" id="{30864B90-6219-4680-ABC5-0ECC27D84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9" y="39696"/>
            <a:ext cx="7087313" cy="641947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13DC704-EF4B-40D7-B572-0BCBD6FD53EC}"/>
              </a:ext>
            </a:extLst>
          </p:cNvPr>
          <p:cNvSpPr/>
          <p:nvPr/>
        </p:nvSpPr>
        <p:spPr>
          <a:xfrm>
            <a:off x="675246" y="5345725"/>
            <a:ext cx="6808766" cy="966863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440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1091154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r>
              <a:rPr lang="pt-BR" dirty="0"/>
              <a:t> – </a:t>
            </a:r>
            <a:r>
              <a:rPr lang="pt-BR" b="1" dirty="0" err="1"/>
              <a:t>ports</a:t>
            </a:r>
            <a:endParaRPr lang="pt-BR" b="1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96222" y="1441182"/>
            <a:ext cx="5400210" cy="54168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i="1" dirty="0" err="1"/>
              <a:t>port</a:t>
            </a:r>
            <a:r>
              <a:rPr lang="pt-BR" b="1" i="1" dirty="0"/>
              <a:t> </a:t>
            </a:r>
            <a:r>
              <a:rPr lang="pt-BR" dirty="0"/>
              <a:t>representa um ponto onde ocorre uma interação na fronteira da estrutura do bloco, meio pelo qual outras estruturas (blocos externos) podem interagir com o bloco.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Representam interfaces bem definidas como caixa preta para que haja pontos bem definidos para as que ocorram as interações entre blocos.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Veremos mais adiante os dois tipos de portas (full e proxy) que podem ser representadas e suas diferenças.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6016283" y="1441182"/>
            <a:ext cx="447260" cy="528295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82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Tabela&#10;&#10;Descrição gerada automaticamente">
            <a:extLst>
              <a:ext uri="{FF2B5EF4-FFF2-40B4-BE49-F238E27FC236}">
                <a16:creationId xmlns:a16="http://schemas.microsoft.com/office/drawing/2014/main" id="{30864B90-6219-4680-ABC5-0ECC27D84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9" y="39696"/>
            <a:ext cx="7087313" cy="641947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13DC704-EF4B-40D7-B572-0BCBD6FD53EC}"/>
              </a:ext>
            </a:extLst>
          </p:cNvPr>
          <p:cNvSpPr/>
          <p:nvPr/>
        </p:nvSpPr>
        <p:spPr>
          <a:xfrm>
            <a:off x="7188591" y="196949"/>
            <a:ext cx="534572" cy="520503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Conteúdo 14">
            <a:extLst>
              <a:ext uri="{FF2B5EF4-FFF2-40B4-BE49-F238E27FC236}">
                <a16:creationId xmlns:a16="http://schemas.microsoft.com/office/drawing/2014/main" id="{F95D5272-D498-4186-9185-8AAF3071F27E}"/>
              </a:ext>
            </a:extLst>
          </p:cNvPr>
          <p:cNvSpPr txBox="1">
            <a:spLocks/>
          </p:cNvSpPr>
          <p:nvPr/>
        </p:nvSpPr>
        <p:spPr>
          <a:xfrm>
            <a:off x="8229600" y="1441182"/>
            <a:ext cx="3713871" cy="32011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Exploraremos nos próximos slides a modelagem das portas</a:t>
            </a:r>
          </a:p>
        </p:txBody>
      </p:sp>
    </p:spTree>
    <p:extLst>
      <p:ext uri="{BB962C8B-B14F-4D97-AF65-F5344CB8AC3E}">
        <p14:creationId xmlns:p14="http://schemas.microsoft.com/office/powerpoint/2010/main" val="2476567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82574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/>
              <a:t>Modelagem de Sistemas - usando </a:t>
            </a:r>
            <a:r>
              <a:rPr lang="pt-BR" dirty="0" err="1"/>
              <a:t>SysML</a:t>
            </a:r>
            <a:br>
              <a:rPr lang="pt-BR" dirty="0"/>
            </a:br>
            <a:br>
              <a:rPr lang="pt-BR" dirty="0"/>
            </a:br>
            <a:r>
              <a:rPr lang="pt-BR" dirty="0"/>
              <a:t>Portas, Operações, Recepções e Fluxos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689453"/>
            <a:ext cx="9144000" cy="1655762"/>
          </a:xfrm>
        </p:spPr>
        <p:txBody>
          <a:bodyPr>
            <a:normAutofit/>
          </a:bodyPr>
          <a:lstStyle/>
          <a:p>
            <a:r>
              <a:rPr lang="pt-BR" sz="3200" dirty="0"/>
              <a:t>Prof. Ivan Granja</a:t>
            </a:r>
          </a:p>
          <a:p>
            <a:r>
              <a:rPr lang="pt-BR" sz="3200" dirty="0"/>
              <a:t>PUC-Campinas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431277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1091154" cy="1325563"/>
          </a:xfrm>
        </p:spPr>
        <p:txBody>
          <a:bodyPr/>
          <a:lstStyle/>
          <a:p>
            <a:r>
              <a:rPr lang="pt-BR" dirty="0"/>
              <a:t>Representação de Bloco em </a:t>
            </a:r>
            <a:r>
              <a:rPr lang="pt-BR" dirty="0" err="1"/>
              <a:t>sysML</a:t>
            </a:r>
            <a:r>
              <a:rPr lang="pt-BR" dirty="0"/>
              <a:t> – </a:t>
            </a:r>
            <a:r>
              <a:rPr lang="pt-BR" b="1" dirty="0" err="1"/>
              <a:t>ports</a:t>
            </a:r>
            <a:endParaRPr lang="pt-BR" b="1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96222" y="1441182"/>
            <a:ext cx="5400210" cy="54168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i="1" dirty="0" err="1"/>
              <a:t>port</a:t>
            </a:r>
            <a:r>
              <a:rPr lang="pt-BR" b="1" i="1" dirty="0"/>
              <a:t> </a:t>
            </a:r>
            <a:r>
              <a:rPr lang="pt-BR" dirty="0"/>
              <a:t>representam um ponto onde ocorre uma interação na fronteira da estrutura do bloco, meio pelo qual outras estruturas (blocos externos) podem interagir com o bloco.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Representam interfaces bem definidas como caixas-pretas para que haja pontos bem conhecidos para as que ocorram as interações entre blocos.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Veremos mais adiante os dois tipos de portas (full e proxy) que podem ser representadas e suas diferenças.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6016283" y="1441182"/>
            <a:ext cx="447260" cy="528295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2713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4416D810-3FF2-466E-90F2-8BC1F46B0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8" y="432251"/>
            <a:ext cx="6704396" cy="559984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12DA2FA3-3DD4-4D60-9C4A-A57C94A13DE3}"/>
              </a:ext>
            </a:extLst>
          </p:cNvPr>
          <p:cNvSpPr/>
          <p:nvPr/>
        </p:nvSpPr>
        <p:spPr>
          <a:xfrm>
            <a:off x="112542" y="5141968"/>
            <a:ext cx="6420993" cy="786883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Conteúdo 14">
            <a:extLst>
              <a:ext uri="{FF2B5EF4-FFF2-40B4-BE49-F238E27FC236}">
                <a16:creationId xmlns:a16="http://schemas.microsoft.com/office/drawing/2014/main" id="{F95D5272-D498-4186-9185-8AAF3071F27E}"/>
              </a:ext>
            </a:extLst>
          </p:cNvPr>
          <p:cNvSpPr txBox="1">
            <a:spLocks/>
          </p:cNvSpPr>
          <p:nvPr/>
        </p:nvSpPr>
        <p:spPr>
          <a:xfrm>
            <a:off x="8032652" y="126609"/>
            <a:ext cx="4159348" cy="631639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As portas podem ser modeladas em qualquer ponto limite do bloco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O Bloco é o “dono” da porta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sz="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As propriedades de fluxo detalham as entrada e saídas (sejam energia, matéria ou dados) que fluem pelas portas:</a:t>
            </a:r>
          </a:p>
          <a:p>
            <a:pPr marL="0" indent="0">
              <a:buNone/>
            </a:pPr>
            <a:r>
              <a:rPr lang="pt-BR" b="1" dirty="0"/>
              <a:t>{IN, OUT} </a:t>
            </a:r>
            <a:r>
              <a:rPr lang="pt-BR" dirty="0"/>
              <a:t>entrada ou saída</a:t>
            </a:r>
          </a:p>
          <a:p>
            <a:pPr marL="0" indent="0">
              <a:buNone/>
            </a:pPr>
            <a:r>
              <a:rPr lang="pt-BR" b="1" dirty="0"/>
              <a:t>&lt;nome da propriedade&gt; </a:t>
            </a:r>
            <a:r>
              <a:rPr lang="pt-BR" dirty="0"/>
              <a:t>é o nome da propriedade que flui pela porta</a:t>
            </a:r>
          </a:p>
          <a:p>
            <a:pPr marL="0" indent="0">
              <a:buNone/>
            </a:pPr>
            <a:r>
              <a:rPr lang="pt-BR" b="1" dirty="0"/>
              <a:t>&lt;tipo&gt;: </a:t>
            </a:r>
            <a:r>
              <a:rPr lang="pt-BR" dirty="0"/>
              <a:t>o tipo do que flui pela porta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8C1FD59-AFE1-40F4-8209-5FFBBA613275}"/>
              </a:ext>
            </a:extLst>
          </p:cNvPr>
          <p:cNvCxnSpPr>
            <a:cxnSpLocks/>
          </p:cNvCxnSpPr>
          <p:nvPr/>
        </p:nvCxnSpPr>
        <p:spPr>
          <a:xfrm flipH="1" flipV="1">
            <a:off x="6787944" y="759656"/>
            <a:ext cx="1244708" cy="77372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A8D710B-C81E-4AAB-B416-C40F49C74058}"/>
              </a:ext>
            </a:extLst>
          </p:cNvPr>
          <p:cNvCxnSpPr>
            <a:cxnSpLocks/>
          </p:cNvCxnSpPr>
          <p:nvPr/>
        </p:nvCxnSpPr>
        <p:spPr>
          <a:xfrm flipH="1">
            <a:off x="6787944" y="1533378"/>
            <a:ext cx="1244708" cy="223676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ângulo 22">
            <a:extLst>
              <a:ext uri="{FF2B5EF4-FFF2-40B4-BE49-F238E27FC236}">
                <a16:creationId xmlns:a16="http://schemas.microsoft.com/office/drawing/2014/main" id="{3320FE2C-1E6C-49FB-9DEB-D264B987B587}"/>
              </a:ext>
            </a:extLst>
          </p:cNvPr>
          <p:cNvSpPr/>
          <p:nvPr/>
        </p:nvSpPr>
        <p:spPr>
          <a:xfrm>
            <a:off x="7863840" y="2284238"/>
            <a:ext cx="4328160" cy="4288142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5083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4">
            <a:extLst>
              <a:ext uri="{FF2B5EF4-FFF2-40B4-BE49-F238E27FC236}">
                <a16:creationId xmlns:a16="http://schemas.microsoft.com/office/drawing/2014/main" id="{41B7F912-5114-4228-A481-9A3403F62E07}"/>
              </a:ext>
            </a:extLst>
          </p:cNvPr>
          <p:cNvSpPr txBox="1">
            <a:spLocks/>
          </p:cNvSpPr>
          <p:nvPr/>
        </p:nvSpPr>
        <p:spPr>
          <a:xfrm>
            <a:off x="7374195" y="98474"/>
            <a:ext cx="4597412" cy="675952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Para focar na modelagem das portas de um bloco e no fluxo entre as portas, </a:t>
            </a:r>
            <a:r>
              <a:rPr lang="pt-BR" dirty="0"/>
              <a:t>os compartimentos internos do bloco podem ser integralmente ou parcialmente suprimidos do modelo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A Sintaxe da porta é:</a:t>
            </a:r>
          </a:p>
          <a:p>
            <a:pPr marL="0" indent="0">
              <a:buNone/>
            </a:pPr>
            <a:r>
              <a:rPr lang="pt-BR" b="1" dirty="0"/>
              <a:t>&lt;nome da porta&gt; </a:t>
            </a:r>
            <a:r>
              <a:rPr lang="pt-BR" dirty="0"/>
              <a:t>é definida pelo modelador</a:t>
            </a:r>
          </a:p>
          <a:p>
            <a:pPr marL="0" indent="0">
              <a:buNone/>
            </a:pPr>
            <a:r>
              <a:rPr lang="pt-BR" b="1" dirty="0"/>
              <a:t>&lt;tipo&gt; </a:t>
            </a:r>
            <a:r>
              <a:rPr lang="pt-BR" dirty="0"/>
              <a:t>é o nome do tipo de Porta – </a:t>
            </a:r>
            <a:r>
              <a:rPr lang="pt-BR" b="1" dirty="0">
                <a:solidFill>
                  <a:srgbClr val="FF0000"/>
                </a:solidFill>
              </a:rPr>
              <a:t>Como todo Tipo em </a:t>
            </a:r>
            <a:r>
              <a:rPr lang="pt-BR" b="1" dirty="0" err="1">
                <a:solidFill>
                  <a:srgbClr val="FF0000"/>
                </a:solidFill>
              </a:rPr>
              <a:t>SysML</a:t>
            </a:r>
            <a:r>
              <a:rPr lang="pt-BR" b="1" dirty="0">
                <a:solidFill>
                  <a:srgbClr val="FF0000"/>
                </a:solidFill>
              </a:rPr>
              <a:t> deve também ser modelada em detalhes por um Bloco</a:t>
            </a:r>
          </a:p>
          <a:p>
            <a:pPr marL="0" indent="0">
              <a:buNone/>
            </a:pPr>
            <a:r>
              <a:rPr lang="pt-BR" b="1" dirty="0"/>
              <a:t>&lt;[multiplicidade]&gt; </a:t>
            </a:r>
            <a:r>
              <a:rPr lang="pt-BR" dirty="0"/>
              <a:t>mostra, se necessário, quantidade de instâncias daquele tipo existem naquela porta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5029189-32AF-4BF8-A65A-C9D370E37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89" y="692454"/>
            <a:ext cx="6917341" cy="541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172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DD0DAED5-B991-4125-B579-BBDAB60DE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067385"/>
            <a:ext cx="9411286" cy="2621804"/>
          </a:xfrm>
          <a:prstGeom prst="rect">
            <a:avLst/>
          </a:prstGeom>
        </p:spPr>
      </p:pic>
      <p:sp>
        <p:nvSpPr>
          <p:cNvPr id="2" name="Espaço Reservado para Conteúdo 14">
            <a:extLst>
              <a:ext uri="{FF2B5EF4-FFF2-40B4-BE49-F238E27FC236}">
                <a16:creationId xmlns:a16="http://schemas.microsoft.com/office/drawing/2014/main" id="{41B7F912-5114-4228-A481-9A3403F62E07}"/>
              </a:ext>
            </a:extLst>
          </p:cNvPr>
          <p:cNvSpPr txBox="1">
            <a:spLocks/>
          </p:cNvSpPr>
          <p:nvPr/>
        </p:nvSpPr>
        <p:spPr>
          <a:xfrm>
            <a:off x="7801897" y="168811"/>
            <a:ext cx="4390103" cy="35860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Exemplos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Cancela</a:t>
            </a:r>
            <a:r>
              <a:rPr lang="pt-BR" dirty="0"/>
              <a:t> à esquerda está modelada apenas com os compartimentos de:</a:t>
            </a:r>
          </a:p>
          <a:p>
            <a:pPr lvl="1"/>
            <a:r>
              <a:rPr lang="pt-BR" dirty="0"/>
              <a:t> nome do Bloco</a:t>
            </a:r>
          </a:p>
          <a:p>
            <a:pPr lvl="1"/>
            <a:r>
              <a:rPr lang="pt-BR" dirty="0"/>
              <a:t>Operações</a:t>
            </a:r>
          </a:p>
          <a:p>
            <a:pPr lvl="1"/>
            <a:r>
              <a:rPr lang="pt-BR" dirty="0"/>
              <a:t>Recepções</a:t>
            </a:r>
          </a:p>
          <a:p>
            <a:pPr lvl="1"/>
            <a:r>
              <a:rPr lang="pt-BR" dirty="0"/>
              <a:t>Propriedades de Fluxo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A974D8-CCC5-4F8C-A561-2D06770F6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7667421" cy="3429000"/>
          </a:xfrm>
          <a:prstGeom prst="rect">
            <a:avLst/>
          </a:prstGeom>
        </p:spPr>
      </p:pic>
      <p:sp>
        <p:nvSpPr>
          <p:cNvPr id="14" name="Espaço Reservado para Conteúdo 14">
            <a:extLst>
              <a:ext uri="{FF2B5EF4-FFF2-40B4-BE49-F238E27FC236}">
                <a16:creationId xmlns:a16="http://schemas.microsoft.com/office/drawing/2014/main" id="{DB0358BB-2665-4D15-853B-F1E3A01062F1}"/>
              </a:ext>
            </a:extLst>
          </p:cNvPr>
          <p:cNvSpPr txBox="1">
            <a:spLocks/>
          </p:cNvSpPr>
          <p:nvPr/>
        </p:nvSpPr>
        <p:spPr>
          <a:xfrm>
            <a:off x="9411287" y="4067385"/>
            <a:ext cx="2780714" cy="277482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Neste outro modelo parcial, apenas o nome de cada bloco e as portas que cada um é ‘dono’ estão modeladas</a:t>
            </a:r>
          </a:p>
        </p:txBody>
      </p:sp>
    </p:spTree>
    <p:extLst>
      <p:ext uri="{BB962C8B-B14F-4D97-AF65-F5344CB8AC3E}">
        <p14:creationId xmlns:p14="http://schemas.microsoft.com/office/powerpoint/2010/main" val="3960445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F4FB02E3-B5FD-4998-AD05-AD84CCADBC5F}"/>
              </a:ext>
            </a:extLst>
          </p:cNvPr>
          <p:cNvGrpSpPr/>
          <p:nvPr/>
        </p:nvGrpSpPr>
        <p:grpSpPr>
          <a:xfrm>
            <a:off x="956374" y="4339677"/>
            <a:ext cx="9411286" cy="2621804"/>
            <a:chOff x="882632" y="3669181"/>
            <a:chExt cx="9411286" cy="2621804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7DB97BBD-15E7-41A0-8A51-0141371E9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2632" y="3669181"/>
              <a:ext cx="9411286" cy="2621804"/>
            </a:xfrm>
            <a:prstGeom prst="rect">
              <a:avLst/>
            </a:prstGeom>
          </p:spPr>
        </p:pic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7722CAD9-D349-4519-84CC-0E85832622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6578" y="5711482"/>
              <a:ext cx="2655164" cy="1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7409AFFE-D792-4669-8E3B-7BEDC1646F43}"/>
                </a:ext>
              </a:extLst>
            </p:cNvPr>
            <p:cNvSpPr/>
            <p:nvPr/>
          </p:nvSpPr>
          <p:spPr>
            <a:xfrm rot="16200000">
              <a:off x="5948496" y="5564363"/>
              <a:ext cx="295009" cy="294238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D614FD0E-9C12-4F45-B8C6-BCF1E8D7B65F}"/>
                </a:ext>
              </a:extLst>
            </p:cNvPr>
            <p:cNvSpPr/>
            <p:nvPr/>
          </p:nvSpPr>
          <p:spPr>
            <a:xfrm>
              <a:off x="5758375" y="5875373"/>
              <a:ext cx="956603" cy="178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Boolean</a:t>
              </a:r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Título 12">
            <a:extLst>
              <a:ext uri="{FF2B5EF4-FFF2-40B4-BE49-F238E27FC236}">
                <a16:creationId xmlns:a16="http://schemas.microsoft.com/office/drawing/2014/main" id="{329EDF63-EFA0-4DF0-8EF8-AAFC400E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752"/>
            <a:ext cx="10515600" cy="1325563"/>
          </a:xfrm>
        </p:spPr>
        <p:txBody>
          <a:bodyPr/>
          <a:lstStyle/>
          <a:p>
            <a:r>
              <a:rPr lang="pt-BR" dirty="0"/>
              <a:t>Modelagem de Fluxo entre Portas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97561DF-D2E3-4453-ACF5-631959B0A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5123"/>
            <a:ext cx="12084147" cy="293731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 linha representa um conector entre as portas </a:t>
            </a:r>
            <a:r>
              <a:rPr lang="pt-BR" dirty="0" err="1"/>
              <a:t>crtl</a:t>
            </a:r>
            <a:r>
              <a:rPr lang="pt-BR" dirty="0"/>
              <a:t> do tipo </a:t>
            </a:r>
            <a:r>
              <a:rPr lang="pt-BR" b="1" dirty="0" err="1"/>
              <a:t>ControladorDoTotem</a:t>
            </a:r>
            <a:r>
              <a:rPr lang="pt-BR" dirty="0"/>
              <a:t> e com1 do tipo </a:t>
            </a:r>
            <a:r>
              <a:rPr lang="pt-BR" b="1" dirty="0" err="1"/>
              <a:t>PlacaDeComunicação</a:t>
            </a:r>
            <a:r>
              <a:rPr lang="pt-BR" dirty="0"/>
              <a:t>, cujos respectivos ‘donos’ são os bloco Totem e Cancela (que são os que efetivamente precisam se comunicar) </a:t>
            </a:r>
          </a:p>
          <a:p>
            <a:r>
              <a:rPr lang="pt-BR" dirty="0"/>
              <a:t>A seta em formato de triângulo representa que um fluxo (neste caso um dado do tipo </a:t>
            </a:r>
            <a:r>
              <a:rPr lang="pt-BR" dirty="0" err="1"/>
              <a:t>Boolean</a:t>
            </a:r>
            <a:r>
              <a:rPr lang="pt-BR" dirty="0"/>
              <a:t> – uma flag) pode fluir do </a:t>
            </a:r>
            <a:r>
              <a:rPr lang="pt-BR" b="1" dirty="0" err="1"/>
              <a:t>ControladorDoTotem</a:t>
            </a:r>
            <a:r>
              <a:rPr lang="pt-BR" dirty="0"/>
              <a:t> para a </a:t>
            </a:r>
            <a:r>
              <a:rPr lang="pt-BR" b="1" dirty="0" err="1"/>
              <a:t>PlacaDeComunicação</a:t>
            </a:r>
            <a:r>
              <a:rPr lang="pt-BR" b="1" dirty="0"/>
              <a:t> </a:t>
            </a:r>
          </a:p>
          <a:p>
            <a:r>
              <a:rPr lang="pt-BR" dirty="0"/>
              <a:t>Juntas, a linha e a seta representam um </a:t>
            </a:r>
            <a:r>
              <a:rPr lang="pt-BR" b="1" dirty="0"/>
              <a:t>Item de fluxo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27712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4">
            <a:extLst>
              <a:ext uri="{FF2B5EF4-FFF2-40B4-BE49-F238E27FC236}">
                <a16:creationId xmlns:a16="http://schemas.microsoft.com/office/drawing/2014/main" id="{41B7F912-5114-4228-A481-9A3403F62E07}"/>
              </a:ext>
            </a:extLst>
          </p:cNvPr>
          <p:cNvSpPr txBox="1">
            <a:spLocks/>
          </p:cNvSpPr>
          <p:nvPr/>
        </p:nvSpPr>
        <p:spPr>
          <a:xfrm>
            <a:off x="7667421" y="168811"/>
            <a:ext cx="4524580" cy="35860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Observe que deve haver consistência de </a:t>
            </a:r>
            <a:r>
              <a:rPr lang="pt-BR" b="1" dirty="0"/>
              <a:t>sentido</a:t>
            </a:r>
            <a:r>
              <a:rPr lang="pt-BR" dirty="0"/>
              <a:t> e </a:t>
            </a:r>
            <a:r>
              <a:rPr lang="pt-BR" b="1" dirty="0"/>
              <a:t>tipo</a:t>
            </a:r>
            <a:r>
              <a:rPr lang="pt-BR" dirty="0"/>
              <a:t> do item de fluxo entre as portas com a propriedade de fluxo (dentro do bloco)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Sentido</a:t>
            </a:r>
            <a:r>
              <a:rPr lang="pt-BR" dirty="0"/>
              <a:t>:        e IN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Tipo</a:t>
            </a:r>
            <a:r>
              <a:rPr lang="pt-BR" dirty="0"/>
              <a:t>: </a:t>
            </a:r>
            <a:r>
              <a:rPr lang="pt-BR" dirty="0" err="1"/>
              <a:t>Boolean</a:t>
            </a:r>
            <a:r>
              <a:rPr lang="pt-BR" dirty="0"/>
              <a:t> em ambas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A974D8-CCC5-4F8C-A561-2D06770F6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667421" cy="3429000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83D3A083-18E9-431B-85EE-D6545ED16A93}"/>
              </a:ext>
            </a:extLst>
          </p:cNvPr>
          <p:cNvGrpSpPr/>
          <p:nvPr/>
        </p:nvGrpSpPr>
        <p:grpSpPr>
          <a:xfrm>
            <a:off x="1" y="4067385"/>
            <a:ext cx="9411286" cy="2621804"/>
            <a:chOff x="882632" y="3669181"/>
            <a:chExt cx="9411286" cy="2621804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8D575D5-8090-4537-B0E5-4C0AA6976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632" y="3669181"/>
              <a:ext cx="9411286" cy="2621804"/>
            </a:xfrm>
            <a:prstGeom prst="rect">
              <a:avLst/>
            </a:prstGeom>
          </p:spPr>
        </p:pic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AB99A589-F2CF-44CE-BDBF-EF5A45C66D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6578" y="5711482"/>
              <a:ext cx="2655164" cy="1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iângulo isósceles 8">
              <a:extLst>
                <a:ext uri="{FF2B5EF4-FFF2-40B4-BE49-F238E27FC236}">
                  <a16:creationId xmlns:a16="http://schemas.microsoft.com/office/drawing/2014/main" id="{5144D7A5-3895-4197-9376-A4DDF31199A6}"/>
                </a:ext>
              </a:extLst>
            </p:cNvPr>
            <p:cNvSpPr/>
            <p:nvPr/>
          </p:nvSpPr>
          <p:spPr>
            <a:xfrm rot="16200000">
              <a:off x="5948496" y="5564363"/>
              <a:ext cx="295009" cy="294238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511D5016-55D9-4359-A960-3F09EAD9C53D}"/>
                </a:ext>
              </a:extLst>
            </p:cNvPr>
            <p:cNvSpPr/>
            <p:nvPr/>
          </p:nvSpPr>
          <p:spPr>
            <a:xfrm>
              <a:off x="5758375" y="5875373"/>
              <a:ext cx="956603" cy="178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Boolean</a:t>
              </a:r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59B17EAF-7D85-44AF-8331-C29E705DBEE3}"/>
              </a:ext>
            </a:extLst>
          </p:cNvPr>
          <p:cNvSpPr/>
          <p:nvPr/>
        </p:nvSpPr>
        <p:spPr>
          <a:xfrm>
            <a:off x="132734" y="2457523"/>
            <a:ext cx="7344697" cy="786883"/>
          </a:xfrm>
          <a:prstGeom prst="rect">
            <a:avLst/>
          </a:prstGeom>
          <a:solidFill>
            <a:srgbClr val="92D05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E9CAE8B-D587-4005-977E-AFF5A4798A93}"/>
              </a:ext>
            </a:extLst>
          </p:cNvPr>
          <p:cNvSpPr/>
          <p:nvPr/>
        </p:nvSpPr>
        <p:spPr>
          <a:xfrm>
            <a:off x="3393947" y="5713343"/>
            <a:ext cx="2549653" cy="786883"/>
          </a:xfrm>
          <a:prstGeom prst="rect">
            <a:avLst/>
          </a:prstGeom>
          <a:solidFill>
            <a:srgbClr val="92D05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riângulo isósceles 14">
            <a:extLst>
              <a:ext uri="{FF2B5EF4-FFF2-40B4-BE49-F238E27FC236}">
                <a16:creationId xmlns:a16="http://schemas.microsoft.com/office/drawing/2014/main" id="{44683A52-E109-479B-B607-2A3FA815D696}"/>
              </a:ext>
            </a:extLst>
          </p:cNvPr>
          <p:cNvSpPr/>
          <p:nvPr/>
        </p:nvSpPr>
        <p:spPr>
          <a:xfrm rot="16200000">
            <a:off x="9116664" y="2310403"/>
            <a:ext cx="295009" cy="29423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392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4">
            <a:extLst>
              <a:ext uri="{FF2B5EF4-FFF2-40B4-BE49-F238E27FC236}">
                <a16:creationId xmlns:a16="http://schemas.microsoft.com/office/drawing/2014/main" id="{41B7F912-5114-4228-A481-9A3403F62E07}"/>
              </a:ext>
            </a:extLst>
          </p:cNvPr>
          <p:cNvSpPr txBox="1">
            <a:spLocks/>
          </p:cNvSpPr>
          <p:nvPr/>
        </p:nvSpPr>
        <p:spPr>
          <a:xfrm>
            <a:off x="7669163" y="0"/>
            <a:ext cx="4522837" cy="358606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Observe que a propriedade de fluxo </a:t>
            </a:r>
            <a:r>
              <a:rPr lang="pt-BR" dirty="0" err="1"/>
              <a:t>CartãoRetidado</a:t>
            </a:r>
            <a:r>
              <a:rPr lang="pt-BR" dirty="0"/>
              <a:t> (IN e </a:t>
            </a:r>
            <a:r>
              <a:rPr lang="pt-BR" dirty="0" err="1"/>
              <a:t>Boolean</a:t>
            </a:r>
            <a:r>
              <a:rPr lang="pt-BR" dirty="0"/>
              <a:t>) foi modelada como parâmetro para o sinal </a:t>
            </a:r>
            <a:r>
              <a:rPr lang="pt-BR" dirty="0" err="1"/>
              <a:t>CartãoRetiradoPeloCliente</a:t>
            </a:r>
            <a:r>
              <a:rPr lang="pt-BR" dirty="0"/>
              <a:t> que é uma </a:t>
            </a:r>
            <a:r>
              <a:rPr lang="pt-BR" dirty="0" err="1"/>
              <a:t>Reception</a:t>
            </a: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A974D8-CCC5-4F8C-A561-2D06770F6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667421" cy="3429000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83D3A083-18E9-431B-85EE-D6545ED16A93}"/>
              </a:ext>
            </a:extLst>
          </p:cNvPr>
          <p:cNvGrpSpPr/>
          <p:nvPr/>
        </p:nvGrpSpPr>
        <p:grpSpPr>
          <a:xfrm>
            <a:off x="1" y="4067385"/>
            <a:ext cx="9411286" cy="2621804"/>
            <a:chOff x="882632" y="3669181"/>
            <a:chExt cx="9411286" cy="2621804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8D575D5-8090-4537-B0E5-4C0AA6976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632" y="3669181"/>
              <a:ext cx="9411286" cy="2621804"/>
            </a:xfrm>
            <a:prstGeom prst="rect">
              <a:avLst/>
            </a:prstGeom>
          </p:spPr>
        </p:pic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AB99A589-F2CF-44CE-BDBF-EF5A45C66D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6578" y="5711482"/>
              <a:ext cx="2655164" cy="1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iângulo isósceles 8">
              <a:extLst>
                <a:ext uri="{FF2B5EF4-FFF2-40B4-BE49-F238E27FC236}">
                  <a16:creationId xmlns:a16="http://schemas.microsoft.com/office/drawing/2014/main" id="{5144D7A5-3895-4197-9376-A4DDF31199A6}"/>
                </a:ext>
              </a:extLst>
            </p:cNvPr>
            <p:cNvSpPr/>
            <p:nvPr/>
          </p:nvSpPr>
          <p:spPr>
            <a:xfrm rot="16200000">
              <a:off x="5948496" y="5564363"/>
              <a:ext cx="295009" cy="294238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511D5016-55D9-4359-A960-3F09EAD9C53D}"/>
                </a:ext>
              </a:extLst>
            </p:cNvPr>
            <p:cNvSpPr/>
            <p:nvPr/>
          </p:nvSpPr>
          <p:spPr>
            <a:xfrm>
              <a:off x="5758375" y="5875373"/>
              <a:ext cx="956603" cy="1783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Boolean</a:t>
              </a:r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5A727677-CE6C-4383-BF7F-5D1F2C216CFF}"/>
              </a:ext>
            </a:extLst>
          </p:cNvPr>
          <p:cNvSpPr/>
          <p:nvPr/>
        </p:nvSpPr>
        <p:spPr>
          <a:xfrm>
            <a:off x="164050" y="3023419"/>
            <a:ext cx="2549653" cy="250723"/>
          </a:xfrm>
          <a:prstGeom prst="rect">
            <a:avLst/>
          </a:prstGeom>
          <a:solidFill>
            <a:srgbClr val="92D05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91C8218-C96C-45EC-9A3A-CDDF2925D644}"/>
              </a:ext>
            </a:extLst>
          </p:cNvPr>
          <p:cNvSpPr/>
          <p:nvPr/>
        </p:nvSpPr>
        <p:spPr>
          <a:xfrm>
            <a:off x="3162889" y="2231923"/>
            <a:ext cx="2549653" cy="245806"/>
          </a:xfrm>
          <a:prstGeom prst="rect">
            <a:avLst/>
          </a:prstGeom>
          <a:solidFill>
            <a:srgbClr val="92D050">
              <a:alpha val="4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56896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1091154" cy="1325563"/>
          </a:xfrm>
        </p:spPr>
        <p:txBody>
          <a:bodyPr/>
          <a:lstStyle/>
          <a:p>
            <a:r>
              <a:rPr lang="pt-BR" b="1" dirty="0" err="1"/>
              <a:t>Operations</a:t>
            </a:r>
            <a:r>
              <a:rPr lang="pt-BR" b="1" dirty="0"/>
              <a:t> - </a:t>
            </a:r>
            <a:r>
              <a:rPr lang="pt-BR" dirty="0"/>
              <a:t>Característica comportamental de um Bloco</a:t>
            </a:r>
            <a:endParaRPr lang="pt-BR" b="1" dirty="0"/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79102" y="1441182"/>
            <a:ext cx="5217329" cy="54168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i="1" dirty="0" err="1"/>
              <a:t>operation</a:t>
            </a:r>
            <a:r>
              <a:rPr lang="pt-BR" b="1" i="1" dirty="0"/>
              <a:t> </a:t>
            </a:r>
            <a:r>
              <a:rPr lang="pt-BR" dirty="0"/>
              <a:t>representa um comportamento que um bloco executa quando é chamado por um cliente (outro bloco).</a:t>
            </a:r>
          </a:p>
          <a:p>
            <a:pPr marL="0" indent="0">
              <a:buNone/>
            </a:pPr>
            <a:r>
              <a:rPr lang="pt-BR" dirty="0"/>
              <a:t>Formalmente, uma </a:t>
            </a:r>
            <a:r>
              <a:rPr lang="pt-BR" b="1" i="1" dirty="0" err="1"/>
              <a:t>operation</a:t>
            </a:r>
            <a:r>
              <a:rPr lang="pt-BR" dirty="0"/>
              <a:t> é invocada por um </a:t>
            </a:r>
            <a:r>
              <a:rPr lang="pt-BR" u="sng" dirty="0"/>
              <a:t>evento de chamada </a:t>
            </a:r>
            <a:r>
              <a:rPr lang="pt-BR" dirty="0"/>
              <a:t>(</a:t>
            </a:r>
            <a:r>
              <a:rPr lang="pt-BR" dirty="0" err="1"/>
              <a:t>ex</a:t>
            </a:r>
            <a:r>
              <a:rPr lang="pt-BR" dirty="0"/>
              <a:t>: em programação, uma função que chama outra) </a:t>
            </a:r>
          </a:p>
          <a:p>
            <a:pPr marL="0" indent="0">
              <a:buNone/>
            </a:pPr>
            <a:r>
              <a:rPr lang="pt-BR" dirty="0"/>
              <a:t>A maioria das vezes uma operação representa um comportamento síncrono (por isso produz retorno):</a:t>
            </a:r>
          </a:p>
          <a:p>
            <a:pPr lvl="1"/>
            <a:r>
              <a:rPr lang="pt-BR" dirty="0"/>
              <a:t>Depois de enviar a chamada, o cliente para sua execução e aguarda o retorno da operação.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95568" y="4614203"/>
            <a:ext cx="6189784" cy="689317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0424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1B36E-847E-41ED-8FD2-3AE6E9D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0"/>
            <a:ext cx="11091154" cy="1325563"/>
          </a:xfrm>
        </p:spPr>
        <p:txBody>
          <a:bodyPr/>
          <a:lstStyle/>
          <a:p>
            <a:r>
              <a:rPr lang="pt-BR" b="1" dirty="0" err="1"/>
              <a:t>Recepetion</a:t>
            </a:r>
            <a:r>
              <a:rPr lang="pt-BR" b="1" dirty="0"/>
              <a:t> – </a:t>
            </a:r>
            <a:r>
              <a:rPr lang="pt-BR" dirty="0"/>
              <a:t>Característica comportamental de um Bloco</a:t>
            </a:r>
          </a:p>
        </p:txBody>
      </p:sp>
      <p:pic>
        <p:nvPicPr>
          <p:cNvPr id="13" name="Imagem 12" descr="Tabela&#10;&#10;Descrição gerada automaticamente">
            <a:extLst>
              <a:ext uri="{FF2B5EF4-FFF2-40B4-BE49-F238E27FC236}">
                <a16:creationId xmlns:a16="http://schemas.microsoft.com/office/drawing/2014/main" id="{634C9592-3476-451E-B414-D35FC898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182"/>
            <a:ext cx="6431586" cy="4596935"/>
          </a:xfrm>
          <a:prstGeom prst="rect">
            <a:avLst/>
          </a:prstGeo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36E4499C-BC97-4246-8B70-89E9CCB0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96222" y="1441182"/>
            <a:ext cx="5400210" cy="54168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Uma</a:t>
            </a:r>
            <a:r>
              <a:rPr lang="pt-BR" b="1" i="1" dirty="0"/>
              <a:t> </a:t>
            </a:r>
            <a:r>
              <a:rPr lang="pt-BR" b="1" i="1" dirty="0" err="1"/>
              <a:t>reception</a:t>
            </a:r>
            <a:r>
              <a:rPr lang="pt-BR" b="1" i="1" dirty="0"/>
              <a:t> </a:t>
            </a:r>
            <a:r>
              <a:rPr lang="pt-BR" dirty="0"/>
              <a:t>representa um comportamento desempenhado pelo bloco quando um cliente (outro bloco) envia um sinal que dispara sua execução.</a:t>
            </a:r>
          </a:p>
          <a:p>
            <a:pPr marL="0" indent="0">
              <a:buNone/>
            </a:pPr>
            <a:r>
              <a:rPr lang="pt-BR" dirty="0"/>
              <a:t>Formalmente, uma </a:t>
            </a:r>
            <a:r>
              <a:rPr lang="pt-BR" b="1" i="1" dirty="0" err="1"/>
              <a:t>reception</a:t>
            </a:r>
            <a:r>
              <a:rPr lang="pt-BR" dirty="0"/>
              <a:t> é invocada por um </a:t>
            </a:r>
            <a:r>
              <a:rPr lang="pt-BR" u="sng" dirty="0"/>
              <a:t>evento de sinal </a:t>
            </a:r>
            <a:r>
              <a:rPr lang="pt-BR" dirty="0"/>
              <a:t>(pela chegada de algum sinal de controle enviado pelo cliente) </a:t>
            </a:r>
          </a:p>
          <a:p>
            <a:pPr marL="0" indent="0">
              <a:buNone/>
            </a:pPr>
            <a:r>
              <a:rPr lang="pt-BR" dirty="0"/>
              <a:t>Ao contrário de uma </a:t>
            </a:r>
            <a:r>
              <a:rPr lang="pt-BR" b="1" i="1" dirty="0"/>
              <a:t>operação</a:t>
            </a:r>
            <a:r>
              <a:rPr lang="pt-BR" dirty="0"/>
              <a:t> uma </a:t>
            </a:r>
            <a:r>
              <a:rPr lang="pt-BR" b="1" i="1" dirty="0" err="1"/>
              <a:t>reception</a:t>
            </a:r>
            <a:r>
              <a:rPr lang="pt-BR" dirty="0"/>
              <a:t> sempre representa um comportamento assíncrono:</a:t>
            </a:r>
          </a:p>
          <a:p>
            <a:pPr lvl="1"/>
            <a:r>
              <a:rPr lang="pt-BR" dirty="0"/>
              <a:t>Depois de enviar o sinal o cliente continua sua execução e não espera a resposta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377052-707C-4ECF-A4FA-3F3ACA0117FC}"/>
              </a:ext>
            </a:extLst>
          </p:cNvPr>
          <p:cNvSpPr/>
          <p:nvPr/>
        </p:nvSpPr>
        <p:spPr>
          <a:xfrm>
            <a:off x="95568" y="5289454"/>
            <a:ext cx="6189784" cy="689317"/>
          </a:xfrm>
          <a:prstGeom prst="rect">
            <a:avLst/>
          </a:prstGeom>
          <a:solidFill>
            <a:schemeClr val="accent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2711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84A0A064A1DD488C4918ADCD0CD978" ma:contentTypeVersion="14" ma:contentTypeDescription="Crie um novo documento." ma:contentTypeScope="" ma:versionID="b52aec8e348609a18489be47e4694450">
  <xsd:schema xmlns:xsd="http://www.w3.org/2001/XMLSchema" xmlns:xs="http://www.w3.org/2001/XMLSchema" xmlns:p="http://schemas.microsoft.com/office/2006/metadata/properties" xmlns:ns3="4248ab94-e5c4-4b1a-9326-0fe5f26721b8" xmlns:ns4="18401545-53f5-4c12-adac-da39615bf579" targetNamespace="http://schemas.microsoft.com/office/2006/metadata/properties" ma:root="true" ma:fieldsID="dbd9ac869ec311d1312d7177aaf3ceed" ns3:_="" ns4:_="">
    <xsd:import namespace="4248ab94-e5c4-4b1a-9326-0fe5f26721b8"/>
    <xsd:import namespace="18401545-53f5-4c12-adac-da39615bf57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8ab94-e5c4-4b1a-9326-0fe5f2672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01545-53f5-4c12-adac-da39615bf57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8D599F-5F31-4BF2-B92E-38FBEFDCBA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EFD2A2-C3BA-41CA-BE6C-23B30C28969D}">
  <ds:schemaRefs>
    <ds:schemaRef ds:uri="18401545-53f5-4c12-adac-da39615bf579"/>
    <ds:schemaRef ds:uri="http://www.w3.org/XML/1998/namespace"/>
    <ds:schemaRef ds:uri="http://schemas.openxmlformats.org/package/2006/metadata/core-properties"/>
    <ds:schemaRef ds:uri="4248ab94-e5c4-4b1a-9326-0fe5f26721b8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6B0F9DE-B547-40D3-BDCA-69E9AB93FD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48ab94-e5c4-4b1a-9326-0fe5f26721b8"/>
    <ds:schemaRef ds:uri="18401545-53f5-4c12-adac-da39615bf5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4342</TotalTime>
  <Words>2278</Words>
  <Application>Microsoft Macintosh PowerPoint</Application>
  <PresentationFormat>Widescreen</PresentationFormat>
  <Paragraphs>280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Times New Roman</vt:lpstr>
      <vt:lpstr>Tema do Office</vt:lpstr>
      <vt:lpstr>Modelagem de Sistemas usando SysML</vt:lpstr>
      <vt:lpstr>MBSE – Model-Based System Enginnering</vt:lpstr>
      <vt:lpstr>SysML – System Modeling Language</vt:lpstr>
      <vt:lpstr>3 Tipos Diagramas SySML</vt:lpstr>
      <vt:lpstr>3 Tipos Diagramas SySML</vt:lpstr>
      <vt:lpstr>Antes da Modelagem.... O Método</vt:lpstr>
      <vt:lpstr>Modelagem de Sistemas - usando SysML  Modelagem Estática - Blocos</vt:lpstr>
      <vt:lpstr>Todo Diagrama SysML deve estar acondicionado em um frame (quadro)</vt:lpstr>
      <vt:lpstr>Todo Diagrama SysML deve estar acondicionado em um frame (quadro)</vt:lpstr>
      <vt:lpstr>O Conceito de Bloco</vt:lpstr>
      <vt:lpstr>O Conceito de Bloco</vt:lpstr>
      <vt:lpstr>O Conceito de Bloco</vt:lpstr>
      <vt:lpstr>O Conceito de Bloco</vt:lpstr>
      <vt:lpstr>Representação de Bloco em sysML</vt:lpstr>
      <vt:lpstr>Representação de Bloco em sysML</vt:lpstr>
      <vt:lpstr>Representação de Bloco em sysML</vt:lpstr>
      <vt:lpstr>Apresentação do PowerPoint</vt:lpstr>
      <vt:lpstr>Representação de Bloco em sysML - parts</vt:lpstr>
      <vt:lpstr>Apresentação do PowerPoint</vt:lpstr>
      <vt:lpstr>Representação de Bloco em sysML - references</vt:lpstr>
      <vt:lpstr>Apresentação do PowerPoint</vt:lpstr>
      <vt:lpstr>Representação de Bloco em sysML – values</vt:lpstr>
      <vt:lpstr>Apresentação do PowerPoint</vt:lpstr>
      <vt:lpstr>Representação de Bloco em sysML – constraints</vt:lpstr>
      <vt:lpstr>Apresentação do PowerPoint</vt:lpstr>
      <vt:lpstr>Representação de Bloco em sysML – operations</vt:lpstr>
      <vt:lpstr>Apresentação do PowerPoint</vt:lpstr>
      <vt:lpstr>Representação de Bloco em sysML – recpetions</vt:lpstr>
      <vt:lpstr>Apresentação do PowerPoint</vt:lpstr>
      <vt:lpstr>Representação de Bloco em sysML – ports</vt:lpstr>
      <vt:lpstr>Apresentação do PowerPoint</vt:lpstr>
      <vt:lpstr>Modelagem de Sistemas - usando SysML  Portas, Operações, Recepções e Fluxos</vt:lpstr>
      <vt:lpstr>Representação de Bloco em sysML – ports</vt:lpstr>
      <vt:lpstr>Apresentação do PowerPoint</vt:lpstr>
      <vt:lpstr>Apresentação do PowerPoint</vt:lpstr>
      <vt:lpstr>Apresentação do PowerPoint</vt:lpstr>
      <vt:lpstr>Modelagem de Fluxo entre Portas</vt:lpstr>
      <vt:lpstr>Apresentação do PowerPoint</vt:lpstr>
      <vt:lpstr>Apresentação do PowerPoint</vt:lpstr>
      <vt:lpstr>Operations - Característica comportamental de um Bloco</vt:lpstr>
      <vt:lpstr>Recepetion – Característica comportamental de um Bloco</vt:lpstr>
    </vt:vector>
  </TitlesOfParts>
  <Company>PUC-CAMPINAS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A TICs nas Empresas</dc:title>
  <dc:creator>coord.ntic</dc:creator>
  <cp:lastModifiedBy>Sergio Marques</cp:lastModifiedBy>
  <cp:revision>71</cp:revision>
  <dcterms:created xsi:type="dcterms:W3CDTF">2016-02-26T13:12:04Z</dcterms:created>
  <dcterms:modified xsi:type="dcterms:W3CDTF">2024-09-26T02:34:08Z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0x0101006784A0A064A1DD488C4918ADCD0CD978</vt:lpwstr>
  </property>
</Properties>
</file>