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2" r:id="rId3"/>
    <p:sldId id="261" r:id="rId4"/>
    <p:sldId id="263" r:id="rId5"/>
    <p:sldId id="264" r:id="rId6"/>
    <p:sldId id="267" r:id="rId7"/>
    <p:sldId id="265" r:id="rId8"/>
    <p:sldId id="268" r:id="rId9"/>
    <p:sldId id="266" r:id="rId10"/>
    <p:sldId id="269" r:id="rId11"/>
    <p:sldId id="270" r:id="rId12"/>
    <p:sldId id="271" r:id="rId13"/>
    <p:sldId id="273" r:id="rId14"/>
    <p:sldId id="274" r:id="rId15"/>
    <p:sldId id="272" r:id="rId1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776A19-EE11-4685-80BB-3E6D5333E40D}" v="17" dt="2021-11-17T20:30:00.951"/>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Granja" userId="d0a12471-25a3-466a-a647-7cb796ed786c" providerId="ADAL" clId="{4CCD6891-63DB-4998-AA35-CC31E3015B7D}"/>
    <pc:docChg chg="undo custSel addSld delSld modSld">
      <pc:chgData name="Ivan Granja" userId="d0a12471-25a3-466a-a647-7cb796ed786c" providerId="ADAL" clId="{4CCD6891-63DB-4998-AA35-CC31E3015B7D}" dt="2021-10-28T11:03:31.647" v="3191" actId="14100"/>
      <pc:docMkLst>
        <pc:docMk/>
      </pc:docMkLst>
      <pc:sldChg chg="addSp delSp modSp mod">
        <pc:chgData name="Ivan Granja" userId="d0a12471-25a3-466a-a647-7cb796ed786c" providerId="ADAL" clId="{4CCD6891-63DB-4998-AA35-CC31E3015B7D}" dt="2021-10-28T10:50:24.894" v="2223" actId="313"/>
        <pc:sldMkLst>
          <pc:docMk/>
          <pc:sldMk cId="3265140747" sldId="257"/>
        </pc:sldMkLst>
        <pc:spChg chg="mod">
          <ac:chgData name="Ivan Granja" userId="d0a12471-25a3-466a-a647-7cb796ed786c" providerId="ADAL" clId="{4CCD6891-63DB-4998-AA35-CC31E3015B7D}" dt="2021-10-28T10:31:23.954" v="384" actId="313"/>
          <ac:spMkLst>
            <pc:docMk/>
            <pc:sldMk cId="3265140747" sldId="257"/>
            <ac:spMk id="2" creationId="{B8A530BF-CE1F-4241-984E-FA99891DB104}"/>
          </ac:spMkLst>
        </pc:spChg>
        <pc:spChg chg="del">
          <ac:chgData name="Ivan Granja" userId="d0a12471-25a3-466a-a647-7cb796ed786c" providerId="ADAL" clId="{4CCD6891-63DB-4998-AA35-CC31E3015B7D}" dt="2021-10-28T10:26:02.944" v="1" actId="21"/>
          <ac:spMkLst>
            <pc:docMk/>
            <pc:sldMk cId="3265140747" sldId="257"/>
            <ac:spMk id="3" creationId="{C9B5E9A5-0C17-44EE-A2CD-E1B5970EF22C}"/>
          </ac:spMkLst>
        </pc:spChg>
        <pc:spChg chg="del">
          <ac:chgData name="Ivan Granja" userId="d0a12471-25a3-466a-a647-7cb796ed786c" providerId="ADAL" clId="{4CCD6891-63DB-4998-AA35-CC31E3015B7D}" dt="2021-10-28T10:26:32.863" v="48" actId="478"/>
          <ac:spMkLst>
            <pc:docMk/>
            <pc:sldMk cId="3265140747" sldId="257"/>
            <ac:spMk id="4" creationId="{511BBD72-7B34-4C79-A16B-CC74D97A37D7}"/>
          </ac:spMkLst>
        </pc:spChg>
        <pc:spChg chg="add mod">
          <ac:chgData name="Ivan Granja" userId="d0a12471-25a3-466a-a647-7cb796ed786c" providerId="ADAL" clId="{4CCD6891-63DB-4998-AA35-CC31E3015B7D}" dt="2021-10-28T10:50:24.894" v="2223" actId="313"/>
          <ac:spMkLst>
            <pc:docMk/>
            <pc:sldMk cId="3265140747" sldId="257"/>
            <ac:spMk id="6" creationId="{07FBBF4F-2CC0-4606-B574-0107041BCF5B}"/>
          </ac:spMkLst>
        </pc:spChg>
        <pc:picChg chg="mod">
          <ac:chgData name="Ivan Granja" userId="d0a12471-25a3-466a-a647-7cb796ed786c" providerId="ADAL" clId="{4CCD6891-63DB-4998-AA35-CC31E3015B7D}" dt="2021-10-28T10:31:21.417" v="383" actId="167"/>
          <ac:picMkLst>
            <pc:docMk/>
            <pc:sldMk cId="3265140747" sldId="257"/>
            <ac:picMk id="1026" creationId="{5A520B98-0628-47EA-822B-96413C130C97}"/>
          </ac:picMkLst>
        </pc:picChg>
      </pc:sldChg>
      <pc:sldChg chg="modSp mod">
        <pc:chgData name="Ivan Granja" userId="d0a12471-25a3-466a-a647-7cb796ed786c" providerId="ADAL" clId="{4CCD6891-63DB-4998-AA35-CC31E3015B7D}" dt="2021-10-28T10:33:50.694" v="535" actId="113"/>
        <pc:sldMkLst>
          <pc:docMk/>
          <pc:sldMk cId="875119312" sldId="258"/>
        </pc:sldMkLst>
        <pc:spChg chg="mod">
          <ac:chgData name="Ivan Granja" userId="d0a12471-25a3-466a-a647-7cb796ed786c" providerId="ADAL" clId="{4CCD6891-63DB-4998-AA35-CC31E3015B7D}" dt="2021-10-28T10:33:50.694" v="535" actId="113"/>
          <ac:spMkLst>
            <pc:docMk/>
            <pc:sldMk cId="875119312" sldId="258"/>
            <ac:spMk id="2" creationId="{A48F242E-EC2F-41FE-A0D7-29AC1F8EBC37}"/>
          </ac:spMkLst>
        </pc:spChg>
      </pc:sldChg>
      <pc:sldChg chg="del">
        <pc:chgData name="Ivan Granja" userId="d0a12471-25a3-466a-a647-7cb796ed786c" providerId="ADAL" clId="{4CCD6891-63DB-4998-AA35-CC31E3015B7D}" dt="2021-10-28T10:33:52.716" v="536" actId="47"/>
        <pc:sldMkLst>
          <pc:docMk/>
          <pc:sldMk cId="1884075428" sldId="259"/>
        </pc:sldMkLst>
      </pc:sldChg>
      <pc:sldChg chg="modSp add mod">
        <pc:chgData name="Ivan Granja" userId="d0a12471-25a3-466a-a647-7cb796ed786c" providerId="ADAL" clId="{4CCD6891-63DB-4998-AA35-CC31E3015B7D}" dt="2021-10-28T10:33:40.161" v="534" actId="20577"/>
        <pc:sldMkLst>
          <pc:docMk/>
          <pc:sldMk cId="3952435095" sldId="260"/>
        </pc:sldMkLst>
        <pc:spChg chg="mod">
          <ac:chgData name="Ivan Granja" userId="d0a12471-25a3-466a-a647-7cb796ed786c" providerId="ADAL" clId="{4CCD6891-63DB-4998-AA35-CC31E3015B7D}" dt="2021-10-28T10:33:40.161" v="534" actId="20577"/>
          <ac:spMkLst>
            <pc:docMk/>
            <pc:sldMk cId="3952435095" sldId="260"/>
            <ac:spMk id="2" creationId="{B8A530BF-CE1F-4241-984E-FA99891DB104}"/>
          </ac:spMkLst>
        </pc:spChg>
        <pc:spChg chg="mod">
          <ac:chgData name="Ivan Granja" userId="d0a12471-25a3-466a-a647-7cb796ed786c" providerId="ADAL" clId="{4CCD6891-63DB-4998-AA35-CC31E3015B7D}" dt="2021-10-28T10:33:07.580" v="519" actId="20577"/>
          <ac:spMkLst>
            <pc:docMk/>
            <pc:sldMk cId="3952435095" sldId="260"/>
            <ac:spMk id="3" creationId="{C9B5E9A5-0C17-44EE-A2CD-E1B5970EF22C}"/>
          </ac:spMkLst>
        </pc:spChg>
        <pc:spChg chg="mod">
          <ac:chgData name="Ivan Granja" userId="d0a12471-25a3-466a-a647-7cb796ed786c" providerId="ADAL" clId="{4CCD6891-63DB-4998-AA35-CC31E3015B7D}" dt="2021-10-28T10:33:02.845" v="498" actId="1037"/>
          <ac:spMkLst>
            <pc:docMk/>
            <pc:sldMk cId="3952435095" sldId="260"/>
            <ac:spMk id="4" creationId="{511BBD72-7B34-4C79-A16B-CC74D97A37D7}"/>
          </ac:spMkLst>
        </pc:spChg>
        <pc:picChg chg="mod">
          <ac:chgData name="Ivan Granja" userId="d0a12471-25a3-466a-a647-7cb796ed786c" providerId="ADAL" clId="{4CCD6891-63DB-4998-AA35-CC31E3015B7D}" dt="2021-10-28T10:26:53.120" v="70" actId="167"/>
          <ac:picMkLst>
            <pc:docMk/>
            <pc:sldMk cId="3952435095" sldId="260"/>
            <ac:picMk id="1026" creationId="{5A520B98-0628-47EA-822B-96413C130C97}"/>
          </ac:picMkLst>
        </pc:picChg>
      </pc:sldChg>
      <pc:sldChg chg="modSp add mod">
        <pc:chgData name="Ivan Granja" userId="d0a12471-25a3-466a-a647-7cb796ed786c" providerId="ADAL" clId="{4CCD6891-63DB-4998-AA35-CC31E3015B7D}" dt="2021-10-28T10:38:44.999" v="1023" actId="313"/>
        <pc:sldMkLst>
          <pc:docMk/>
          <pc:sldMk cId="1250187864" sldId="261"/>
        </pc:sldMkLst>
        <pc:spChg chg="mod">
          <ac:chgData name="Ivan Granja" userId="d0a12471-25a3-466a-a647-7cb796ed786c" providerId="ADAL" clId="{4CCD6891-63DB-4998-AA35-CC31E3015B7D}" dt="2021-10-28T10:38:44.999" v="1023" actId="313"/>
          <ac:spMkLst>
            <pc:docMk/>
            <pc:sldMk cId="1250187864" sldId="261"/>
            <ac:spMk id="2" creationId="{A48F242E-EC2F-41FE-A0D7-29AC1F8EBC37}"/>
          </ac:spMkLst>
        </pc:spChg>
        <pc:spChg chg="mod">
          <ac:chgData name="Ivan Granja" userId="d0a12471-25a3-466a-a647-7cb796ed786c" providerId="ADAL" clId="{4CCD6891-63DB-4998-AA35-CC31E3015B7D}" dt="2021-10-28T10:37:41.624" v="938" actId="20577"/>
          <ac:spMkLst>
            <pc:docMk/>
            <pc:sldMk cId="1250187864" sldId="261"/>
            <ac:spMk id="3" creationId="{A0D70590-13F5-474B-A0CC-F0589B7A8904}"/>
          </ac:spMkLst>
        </pc:spChg>
      </pc:sldChg>
      <pc:sldChg chg="modSp add mod">
        <pc:chgData name="Ivan Granja" userId="d0a12471-25a3-466a-a647-7cb796ed786c" providerId="ADAL" clId="{4CCD6891-63DB-4998-AA35-CC31E3015B7D}" dt="2021-10-28T10:41:33.435" v="1290" actId="20577"/>
        <pc:sldMkLst>
          <pc:docMk/>
          <pc:sldMk cId="2715249921" sldId="262"/>
        </pc:sldMkLst>
        <pc:spChg chg="mod">
          <ac:chgData name="Ivan Granja" userId="d0a12471-25a3-466a-a647-7cb796ed786c" providerId="ADAL" clId="{4CCD6891-63DB-4998-AA35-CC31E3015B7D}" dt="2021-10-28T10:41:33.435" v="1290" actId="20577"/>
          <ac:spMkLst>
            <pc:docMk/>
            <pc:sldMk cId="2715249921" sldId="262"/>
            <ac:spMk id="2" creationId="{A48F242E-EC2F-41FE-A0D7-29AC1F8EBC37}"/>
          </ac:spMkLst>
        </pc:spChg>
        <pc:spChg chg="mod">
          <ac:chgData name="Ivan Granja" userId="d0a12471-25a3-466a-a647-7cb796ed786c" providerId="ADAL" clId="{4CCD6891-63DB-4998-AA35-CC31E3015B7D}" dt="2021-10-28T10:41:30.628" v="1289" actId="20577"/>
          <ac:spMkLst>
            <pc:docMk/>
            <pc:sldMk cId="2715249921" sldId="262"/>
            <ac:spMk id="3" creationId="{A0D70590-13F5-474B-A0CC-F0589B7A8904}"/>
          </ac:spMkLst>
        </pc:spChg>
      </pc:sldChg>
      <pc:sldChg chg="modSp add mod">
        <pc:chgData name="Ivan Granja" userId="d0a12471-25a3-466a-a647-7cb796ed786c" providerId="ADAL" clId="{4CCD6891-63DB-4998-AA35-CC31E3015B7D}" dt="2021-10-28T10:44:47.842" v="1708" actId="20577"/>
        <pc:sldMkLst>
          <pc:docMk/>
          <pc:sldMk cId="1907271705" sldId="263"/>
        </pc:sldMkLst>
        <pc:spChg chg="mod">
          <ac:chgData name="Ivan Granja" userId="d0a12471-25a3-466a-a647-7cb796ed786c" providerId="ADAL" clId="{4CCD6891-63DB-4998-AA35-CC31E3015B7D}" dt="2021-10-28T10:42:29.322" v="1344" actId="20577"/>
          <ac:spMkLst>
            <pc:docMk/>
            <pc:sldMk cId="1907271705" sldId="263"/>
            <ac:spMk id="2" creationId="{A48F242E-EC2F-41FE-A0D7-29AC1F8EBC37}"/>
          </ac:spMkLst>
        </pc:spChg>
        <pc:spChg chg="mod">
          <ac:chgData name="Ivan Granja" userId="d0a12471-25a3-466a-a647-7cb796ed786c" providerId="ADAL" clId="{4CCD6891-63DB-4998-AA35-CC31E3015B7D}" dt="2021-10-28T10:44:47.842" v="1708" actId="20577"/>
          <ac:spMkLst>
            <pc:docMk/>
            <pc:sldMk cId="1907271705" sldId="263"/>
            <ac:spMk id="3" creationId="{A0D70590-13F5-474B-A0CC-F0589B7A8904}"/>
          </ac:spMkLst>
        </pc:spChg>
      </pc:sldChg>
      <pc:sldChg chg="modSp add mod">
        <pc:chgData name="Ivan Granja" userId="d0a12471-25a3-466a-a647-7cb796ed786c" providerId="ADAL" clId="{4CCD6891-63DB-4998-AA35-CC31E3015B7D}" dt="2021-10-28T10:48:10.609" v="2098" actId="20577"/>
        <pc:sldMkLst>
          <pc:docMk/>
          <pc:sldMk cId="2523321186" sldId="264"/>
        </pc:sldMkLst>
        <pc:spChg chg="mod">
          <ac:chgData name="Ivan Granja" userId="d0a12471-25a3-466a-a647-7cb796ed786c" providerId="ADAL" clId="{4CCD6891-63DB-4998-AA35-CC31E3015B7D}" dt="2021-10-28T10:48:10.609" v="2098" actId="20577"/>
          <ac:spMkLst>
            <pc:docMk/>
            <pc:sldMk cId="2523321186" sldId="264"/>
            <ac:spMk id="2" creationId="{A48F242E-EC2F-41FE-A0D7-29AC1F8EBC37}"/>
          </ac:spMkLst>
        </pc:spChg>
        <pc:spChg chg="mod">
          <ac:chgData name="Ivan Granja" userId="d0a12471-25a3-466a-a647-7cb796ed786c" providerId="ADAL" clId="{4CCD6891-63DB-4998-AA35-CC31E3015B7D}" dt="2021-10-28T10:48:07.146" v="2097" actId="27636"/>
          <ac:spMkLst>
            <pc:docMk/>
            <pc:sldMk cId="2523321186" sldId="264"/>
            <ac:spMk id="3" creationId="{A0D70590-13F5-474B-A0CC-F0589B7A8904}"/>
          </ac:spMkLst>
        </pc:spChg>
      </pc:sldChg>
      <pc:sldChg chg="modSp add mod">
        <pc:chgData name="Ivan Granja" userId="d0a12471-25a3-466a-a647-7cb796ed786c" providerId="ADAL" clId="{4CCD6891-63DB-4998-AA35-CC31E3015B7D}" dt="2021-10-28T10:53:53.794" v="2605" actId="20577"/>
        <pc:sldMkLst>
          <pc:docMk/>
          <pc:sldMk cId="3976056129" sldId="265"/>
        </pc:sldMkLst>
        <pc:spChg chg="mod">
          <ac:chgData name="Ivan Granja" userId="d0a12471-25a3-466a-a647-7cb796ed786c" providerId="ADAL" clId="{4CCD6891-63DB-4998-AA35-CC31E3015B7D}" dt="2021-10-28T10:50:39.696" v="2224" actId="20577"/>
          <ac:spMkLst>
            <pc:docMk/>
            <pc:sldMk cId="3976056129" sldId="265"/>
            <ac:spMk id="2" creationId="{A48F242E-EC2F-41FE-A0D7-29AC1F8EBC37}"/>
          </ac:spMkLst>
        </pc:spChg>
        <pc:spChg chg="mod">
          <ac:chgData name="Ivan Granja" userId="d0a12471-25a3-466a-a647-7cb796ed786c" providerId="ADAL" clId="{4CCD6891-63DB-4998-AA35-CC31E3015B7D}" dt="2021-10-28T10:53:53.794" v="2605" actId="20577"/>
          <ac:spMkLst>
            <pc:docMk/>
            <pc:sldMk cId="3976056129" sldId="265"/>
            <ac:spMk id="3" creationId="{A0D70590-13F5-474B-A0CC-F0589B7A8904}"/>
          </ac:spMkLst>
        </pc:spChg>
      </pc:sldChg>
      <pc:sldChg chg="addSp delSp modSp add mod">
        <pc:chgData name="Ivan Granja" userId="d0a12471-25a3-466a-a647-7cb796ed786c" providerId="ADAL" clId="{4CCD6891-63DB-4998-AA35-CC31E3015B7D}" dt="2021-10-28T11:03:31.647" v="3191" actId="14100"/>
        <pc:sldMkLst>
          <pc:docMk/>
          <pc:sldMk cId="123860163" sldId="266"/>
        </pc:sldMkLst>
        <pc:spChg chg="mod">
          <ac:chgData name="Ivan Granja" userId="d0a12471-25a3-466a-a647-7cb796ed786c" providerId="ADAL" clId="{4CCD6891-63DB-4998-AA35-CC31E3015B7D}" dt="2021-10-28T11:03:03.367" v="3142" actId="6549"/>
          <ac:spMkLst>
            <pc:docMk/>
            <pc:sldMk cId="123860163" sldId="266"/>
            <ac:spMk id="2" creationId="{A48F242E-EC2F-41FE-A0D7-29AC1F8EBC37}"/>
          </ac:spMkLst>
        </pc:spChg>
        <pc:spChg chg="mod">
          <ac:chgData name="Ivan Granja" userId="d0a12471-25a3-466a-a647-7cb796ed786c" providerId="ADAL" clId="{4CCD6891-63DB-4998-AA35-CC31E3015B7D}" dt="2021-10-28T11:03:31.647" v="3191" actId="14100"/>
          <ac:spMkLst>
            <pc:docMk/>
            <pc:sldMk cId="123860163" sldId="266"/>
            <ac:spMk id="3" creationId="{A0D70590-13F5-474B-A0CC-F0589B7A8904}"/>
          </ac:spMkLst>
        </pc:spChg>
        <pc:spChg chg="add del">
          <ac:chgData name="Ivan Granja" userId="d0a12471-25a3-466a-a647-7cb796ed786c" providerId="ADAL" clId="{4CCD6891-63DB-4998-AA35-CC31E3015B7D}" dt="2021-10-28T10:59:42.068" v="3103"/>
          <ac:spMkLst>
            <pc:docMk/>
            <pc:sldMk cId="123860163" sldId="266"/>
            <ac:spMk id="4" creationId="{F2FCCCEF-6570-4C8E-B28D-12931D87C143}"/>
          </ac:spMkLst>
        </pc:spChg>
      </pc:sldChg>
      <pc:sldChg chg="add del">
        <pc:chgData name="Ivan Granja" userId="d0a12471-25a3-466a-a647-7cb796ed786c" providerId="ADAL" clId="{4CCD6891-63DB-4998-AA35-CC31E3015B7D}" dt="2021-10-28T11:02:53.685" v="3141" actId="47"/>
        <pc:sldMkLst>
          <pc:docMk/>
          <pc:sldMk cId="3644265444" sldId="267"/>
        </pc:sldMkLst>
      </pc:sldChg>
    </pc:docChg>
  </pc:docChgLst>
  <pc:docChgLst>
    <pc:chgData name="Ivan Granja" userId="d0a12471-25a3-466a-a647-7cb796ed786c" providerId="ADAL" clId="{9B46356C-5FAD-43E2-AAE9-DBD2E2A15DA7}"/>
    <pc:docChg chg="undo custSel addSld delSld modSld sldOrd">
      <pc:chgData name="Ivan Granja" userId="d0a12471-25a3-466a-a647-7cb796ed786c" providerId="ADAL" clId="{9B46356C-5FAD-43E2-AAE9-DBD2E2A15DA7}" dt="2021-11-11T09:21:19.990" v="5513" actId="20577"/>
      <pc:docMkLst>
        <pc:docMk/>
      </pc:docMkLst>
      <pc:sldChg chg="modSp mod">
        <pc:chgData name="Ivan Granja" userId="d0a12471-25a3-466a-a647-7cb796ed786c" providerId="ADAL" clId="{9B46356C-5FAD-43E2-AAE9-DBD2E2A15DA7}" dt="2021-11-11T08:54:34.358" v="3931" actId="20577"/>
        <pc:sldMkLst>
          <pc:docMk/>
          <pc:sldMk cId="1201363542" sldId="256"/>
        </pc:sldMkLst>
        <pc:spChg chg="mod">
          <ac:chgData name="Ivan Granja" userId="d0a12471-25a3-466a-a647-7cb796ed786c" providerId="ADAL" clId="{9B46356C-5FAD-43E2-AAE9-DBD2E2A15DA7}" dt="2021-11-11T08:54:34.358" v="3931" actId="20577"/>
          <ac:spMkLst>
            <pc:docMk/>
            <pc:sldMk cId="1201363542" sldId="256"/>
            <ac:spMk id="2" creationId="{00000000-0000-0000-0000-000000000000}"/>
          </ac:spMkLst>
        </pc:spChg>
        <pc:spChg chg="mod">
          <ac:chgData name="Ivan Granja" userId="d0a12471-25a3-466a-a647-7cb796ed786c" providerId="ADAL" clId="{9B46356C-5FAD-43E2-AAE9-DBD2E2A15DA7}" dt="2021-11-10T19:57:53.867" v="342" actId="1076"/>
          <ac:spMkLst>
            <pc:docMk/>
            <pc:sldMk cId="1201363542" sldId="256"/>
            <ac:spMk id="3" creationId="{00000000-0000-0000-0000-000000000000}"/>
          </ac:spMkLst>
        </pc:spChg>
      </pc:sldChg>
      <pc:sldChg chg="del">
        <pc:chgData name="Ivan Granja" userId="d0a12471-25a3-466a-a647-7cb796ed786c" providerId="ADAL" clId="{9B46356C-5FAD-43E2-AAE9-DBD2E2A15DA7}" dt="2021-11-10T19:33:53.482" v="31" actId="47"/>
        <pc:sldMkLst>
          <pc:docMk/>
          <pc:sldMk cId="3265140747" sldId="257"/>
        </pc:sldMkLst>
      </pc:sldChg>
      <pc:sldChg chg="addSp delSp modSp mod">
        <pc:chgData name="Ivan Granja" userId="d0a12471-25a3-466a-a647-7cb796ed786c" providerId="ADAL" clId="{9B46356C-5FAD-43E2-AAE9-DBD2E2A15DA7}" dt="2021-11-10T20:16:45.282" v="1392"/>
        <pc:sldMkLst>
          <pc:docMk/>
          <pc:sldMk cId="875119312" sldId="258"/>
        </pc:sldMkLst>
        <pc:spChg chg="mod">
          <ac:chgData name="Ivan Granja" userId="d0a12471-25a3-466a-a647-7cb796ed786c" providerId="ADAL" clId="{9B46356C-5FAD-43E2-AAE9-DBD2E2A15DA7}" dt="2021-11-10T20:16:45.282" v="1392"/>
          <ac:spMkLst>
            <pc:docMk/>
            <pc:sldMk cId="875119312" sldId="258"/>
            <ac:spMk id="2" creationId="{A48F242E-EC2F-41FE-A0D7-29AC1F8EBC37}"/>
          </ac:spMkLst>
        </pc:spChg>
        <pc:spChg chg="del mod">
          <ac:chgData name="Ivan Granja" userId="d0a12471-25a3-466a-a647-7cb796ed786c" providerId="ADAL" clId="{9B46356C-5FAD-43E2-AAE9-DBD2E2A15DA7}" dt="2021-11-10T19:59:50.475" v="420" actId="478"/>
          <ac:spMkLst>
            <pc:docMk/>
            <pc:sldMk cId="875119312" sldId="258"/>
            <ac:spMk id="3" creationId="{A0D70590-13F5-474B-A0CC-F0589B7A8904}"/>
          </ac:spMkLst>
        </pc:spChg>
        <pc:spChg chg="add mod">
          <ac:chgData name="Ivan Granja" userId="d0a12471-25a3-466a-a647-7cb796ed786c" providerId="ADAL" clId="{9B46356C-5FAD-43E2-AAE9-DBD2E2A15DA7}" dt="2021-11-10T20:07:45.261" v="718" actId="27636"/>
          <ac:spMkLst>
            <pc:docMk/>
            <pc:sldMk cId="875119312" sldId="258"/>
            <ac:spMk id="7" creationId="{079CCECC-9A5B-4B4D-83D5-58437092CE0F}"/>
          </ac:spMkLst>
        </pc:spChg>
        <pc:spChg chg="add mod">
          <ac:chgData name="Ivan Granja" userId="d0a12471-25a3-466a-a647-7cb796ed786c" providerId="ADAL" clId="{9B46356C-5FAD-43E2-AAE9-DBD2E2A15DA7}" dt="2021-11-10T20:02:32.398" v="425" actId="1076"/>
          <ac:spMkLst>
            <pc:docMk/>
            <pc:sldMk cId="875119312" sldId="258"/>
            <ac:spMk id="8" creationId="{B1010FC2-733B-4CD8-842D-03FAE86F3671}"/>
          </ac:spMkLst>
        </pc:spChg>
        <pc:picChg chg="add mod">
          <ac:chgData name="Ivan Granja" userId="d0a12471-25a3-466a-a647-7cb796ed786c" providerId="ADAL" clId="{9B46356C-5FAD-43E2-AAE9-DBD2E2A15DA7}" dt="2021-11-10T19:59:57.662" v="423" actId="14100"/>
          <ac:picMkLst>
            <pc:docMk/>
            <pc:sldMk cId="875119312" sldId="258"/>
            <ac:picMk id="5" creationId="{8F4D1D31-6DEB-42A1-B59D-0F91024B03AF}"/>
          </ac:picMkLst>
        </pc:picChg>
      </pc:sldChg>
      <pc:sldChg chg="addSp modSp add mod">
        <pc:chgData name="Ivan Granja" userId="d0a12471-25a3-466a-a647-7cb796ed786c" providerId="ADAL" clId="{9B46356C-5FAD-43E2-AAE9-DBD2E2A15DA7}" dt="2021-11-10T20:21:46.974" v="1553" actId="20577"/>
        <pc:sldMkLst>
          <pc:docMk/>
          <pc:sldMk cId="2917205007" sldId="259"/>
        </pc:sldMkLst>
        <pc:spChg chg="mod">
          <ac:chgData name="Ivan Granja" userId="d0a12471-25a3-466a-a647-7cb796ed786c" providerId="ADAL" clId="{9B46356C-5FAD-43E2-AAE9-DBD2E2A15DA7}" dt="2021-11-10T20:17:01.374" v="1398" actId="1076"/>
          <ac:spMkLst>
            <pc:docMk/>
            <pc:sldMk cId="2917205007" sldId="259"/>
            <ac:spMk id="2" creationId="{A48F242E-EC2F-41FE-A0D7-29AC1F8EBC37}"/>
          </ac:spMkLst>
        </pc:spChg>
        <pc:spChg chg="mod">
          <ac:chgData name="Ivan Granja" userId="d0a12471-25a3-466a-a647-7cb796ed786c" providerId="ADAL" clId="{9B46356C-5FAD-43E2-AAE9-DBD2E2A15DA7}" dt="2021-11-10T20:21:46.974" v="1553" actId="20577"/>
          <ac:spMkLst>
            <pc:docMk/>
            <pc:sldMk cId="2917205007" sldId="259"/>
            <ac:spMk id="3" creationId="{A0D70590-13F5-474B-A0CC-F0589B7A8904}"/>
          </ac:spMkLst>
        </pc:spChg>
        <pc:spChg chg="add mod">
          <ac:chgData name="Ivan Granja" userId="d0a12471-25a3-466a-a647-7cb796ed786c" providerId="ADAL" clId="{9B46356C-5FAD-43E2-AAE9-DBD2E2A15DA7}" dt="2021-11-10T20:21:29.719" v="1551" actId="1076"/>
          <ac:spMkLst>
            <pc:docMk/>
            <pc:sldMk cId="2917205007" sldId="259"/>
            <ac:spMk id="6" creationId="{1254F0CF-7BB1-4B6D-A153-E700D00027CD}"/>
          </ac:spMkLst>
        </pc:spChg>
        <pc:picChg chg="add mod">
          <ac:chgData name="Ivan Granja" userId="d0a12471-25a3-466a-a647-7cb796ed786c" providerId="ADAL" clId="{9B46356C-5FAD-43E2-AAE9-DBD2E2A15DA7}" dt="2021-11-10T20:21:26.871" v="1550" actId="14100"/>
          <ac:picMkLst>
            <pc:docMk/>
            <pc:sldMk cId="2917205007" sldId="259"/>
            <ac:picMk id="5" creationId="{A226B38F-123A-48B3-932A-60C6484F890B}"/>
          </ac:picMkLst>
        </pc:picChg>
      </pc:sldChg>
      <pc:sldChg chg="del">
        <pc:chgData name="Ivan Granja" userId="d0a12471-25a3-466a-a647-7cb796ed786c" providerId="ADAL" clId="{9B46356C-5FAD-43E2-AAE9-DBD2E2A15DA7}" dt="2021-11-10T19:33:53.637" v="32" actId="47"/>
        <pc:sldMkLst>
          <pc:docMk/>
          <pc:sldMk cId="3952435095" sldId="260"/>
        </pc:sldMkLst>
      </pc:sldChg>
      <pc:sldChg chg="modSp add del mod">
        <pc:chgData name="Ivan Granja" userId="d0a12471-25a3-466a-a647-7cb796ed786c" providerId="ADAL" clId="{9B46356C-5FAD-43E2-AAE9-DBD2E2A15DA7}" dt="2021-11-11T08:56:00.617" v="3968" actId="20577"/>
        <pc:sldMkLst>
          <pc:docMk/>
          <pc:sldMk cId="1250187864" sldId="261"/>
        </pc:sldMkLst>
        <pc:spChg chg="mod">
          <ac:chgData name="Ivan Granja" userId="d0a12471-25a3-466a-a647-7cb796ed786c" providerId="ADAL" clId="{9B46356C-5FAD-43E2-AAE9-DBD2E2A15DA7}" dt="2021-11-10T19:56:15.201" v="305" actId="20577"/>
          <ac:spMkLst>
            <pc:docMk/>
            <pc:sldMk cId="1250187864" sldId="261"/>
            <ac:spMk id="2" creationId="{A48F242E-EC2F-41FE-A0D7-29AC1F8EBC37}"/>
          </ac:spMkLst>
        </pc:spChg>
        <pc:spChg chg="mod">
          <ac:chgData name="Ivan Granja" userId="d0a12471-25a3-466a-a647-7cb796ed786c" providerId="ADAL" clId="{9B46356C-5FAD-43E2-AAE9-DBD2E2A15DA7}" dt="2021-11-11T08:56:00.617" v="3968" actId="20577"/>
          <ac:spMkLst>
            <pc:docMk/>
            <pc:sldMk cId="1250187864" sldId="261"/>
            <ac:spMk id="3" creationId="{A0D70590-13F5-474B-A0CC-F0589B7A8904}"/>
          </ac:spMkLst>
        </pc:spChg>
      </pc:sldChg>
      <pc:sldChg chg="del">
        <pc:chgData name="Ivan Granja" userId="d0a12471-25a3-466a-a647-7cb796ed786c" providerId="ADAL" clId="{9B46356C-5FAD-43E2-AAE9-DBD2E2A15DA7}" dt="2021-11-10T19:33:58.892" v="34" actId="47"/>
        <pc:sldMkLst>
          <pc:docMk/>
          <pc:sldMk cId="2715249921" sldId="262"/>
        </pc:sldMkLst>
      </pc:sldChg>
      <pc:sldChg chg="delSp modSp add mod">
        <pc:chgData name="Ivan Granja" userId="d0a12471-25a3-466a-a647-7cb796ed786c" providerId="ADAL" clId="{9B46356C-5FAD-43E2-AAE9-DBD2E2A15DA7}" dt="2021-11-10T20:16:49.755" v="1394"/>
        <pc:sldMkLst>
          <pc:docMk/>
          <pc:sldMk cId="3480330304" sldId="262"/>
        </pc:sldMkLst>
        <pc:spChg chg="mod">
          <ac:chgData name="Ivan Granja" userId="d0a12471-25a3-466a-a647-7cb796ed786c" providerId="ADAL" clId="{9B46356C-5FAD-43E2-AAE9-DBD2E2A15DA7}" dt="2021-11-10T20:16:49.755" v="1394"/>
          <ac:spMkLst>
            <pc:docMk/>
            <pc:sldMk cId="3480330304" sldId="262"/>
            <ac:spMk id="2" creationId="{A48F242E-EC2F-41FE-A0D7-29AC1F8EBC37}"/>
          </ac:spMkLst>
        </pc:spChg>
        <pc:spChg chg="mod">
          <ac:chgData name="Ivan Granja" userId="d0a12471-25a3-466a-a647-7cb796ed786c" providerId="ADAL" clId="{9B46356C-5FAD-43E2-AAE9-DBD2E2A15DA7}" dt="2021-11-10T20:11:55.562" v="1052" actId="20577"/>
          <ac:spMkLst>
            <pc:docMk/>
            <pc:sldMk cId="3480330304" sldId="262"/>
            <ac:spMk id="7" creationId="{079CCECC-9A5B-4B4D-83D5-58437092CE0F}"/>
          </ac:spMkLst>
        </pc:spChg>
        <pc:spChg chg="del">
          <ac:chgData name="Ivan Granja" userId="d0a12471-25a3-466a-a647-7cb796ed786c" providerId="ADAL" clId="{9B46356C-5FAD-43E2-AAE9-DBD2E2A15DA7}" dt="2021-11-10T20:08:29.058" v="721" actId="478"/>
          <ac:spMkLst>
            <pc:docMk/>
            <pc:sldMk cId="3480330304" sldId="262"/>
            <ac:spMk id="8" creationId="{B1010FC2-733B-4CD8-842D-03FAE86F3671}"/>
          </ac:spMkLst>
        </pc:spChg>
        <pc:picChg chg="del">
          <ac:chgData name="Ivan Granja" userId="d0a12471-25a3-466a-a647-7cb796ed786c" providerId="ADAL" clId="{9B46356C-5FAD-43E2-AAE9-DBD2E2A15DA7}" dt="2021-11-10T20:08:26.769" v="720" actId="478"/>
          <ac:picMkLst>
            <pc:docMk/>
            <pc:sldMk cId="3480330304" sldId="262"/>
            <ac:picMk id="5" creationId="{8F4D1D31-6DEB-42A1-B59D-0F91024B03AF}"/>
          </ac:picMkLst>
        </pc:picChg>
      </pc:sldChg>
      <pc:sldChg chg="addSp delSp modSp add mod ord">
        <pc:chgData name="Ivan Granja" userId="d0a12471-25a3-466a-a647-7cb796ed786c" providerId="ADAL" clId="{9B46356C-5FAD-43E2-AAE9-DBD2E2A15DA7}" dt="2021-11-10T20:16:53.037" v="1397" actId="27636"/>
        <pc:sldMkLst>
          <pc:docMk/>
          <pc:sldMk cId="1235932044" sldId="263"/>
        </pc:sldMkLst>
        <pc:spChg chg="mod">
          <ac:chgData name="Ivan Granja" userId="d0a12471-25a3-466a-a647-7cb796ed786c" providerId="ADAL" clId="{9B46356C-5FAD-43E2-AAE9-DBD2E2A15DA7}" dt="2021-11-10T20:16:53.037" v="1397" actId="27636"/>
          <ac:spMkLst>
            <pc:docMk/>
            <pc:sldMk cId="1235932044" sldId="263"/>
            <ac:spMk id="2" creationId="{A48F242E-EC2F-41FE-A0D7-29AC1F8EBC37}"/>
          </ac:spMkLst>
        </pc:spChg>
        <pc:spChg chg="mod">
          <ac:chgData name="Ivan Granja" userId="d0a12471-25a3-466a-a647-7cb796ed786c" providerId="ADAL" clId="{9B46356C-5FAD-43E2-AAE9-DBD2E2A15DA7}" dt="2021-11-10T20:16:03.058" v="1383" actId="20577"/>
          <ac:spMkLst>
            <pc:docMk/>
            <pc:sldMk cId="1235932044" sldId="263"/>
            <ac:spMk id="7" creationId="{079CCECC-9A5B-4B4D-83D5-58437092CE0F}"/>
          </ac:spMkLst>
        </pc:spChg>
        <pc:picChg chg="add mod">
          <ac:chgData name="Ivan Granja" userId="d0a12471-25a3-466a-a647-7cb796ed786c" providerId="ADAL" clId="{9B46356C-5FAD-43E2-AAE9-DBD2E2A15DA7}" dt="2021-11-10T20:13:51.999" v="1058" actId="1076"/>
          <ac:picMkLst>
            <pc:docMk/>
            <pc:sldMk cId="1235932044" sldId="263"/>
            <ac:picMk id="4" creationId="{0167717C-7E82-4435-911B-6B65AB1E4D9E}"/>
          </ac:picMkLst>
        </pc:picChg>
        <pc:picChg chg="del">
          <ac:chgData name="Ivan Granja" userId="d0a12471-25a3-466a-a647-7cb796ed786c" providerId="ADAL" clId="{9B46356C-5FAD-43E2-AAE9-DBD2E2A15DA7}" dt="2021-11-10T20:13:48.663" v="1056" actId="478"/>
          <ac:picMkLst>
            <pc:docMk/>
            <pc:sldMk cId="1235932044" sldId="263"/>
            <ac:picMk id="5" creationId="{8F4D1D31-6DEB-42A1-B59D-0F91024B03AF}"/>
          </ac:picMkLst>
        </pc:picChg>
      </pc:sldChg>
      <pc:sldChg chg="del">
        <pc:chgData name="Ivan Granja" userId="d0a12471-25a3-466a-a647-7cb796ed786c" providerId="ADAL" clId="{9B46356C-5FAD-43E2-AAE9-DBD2E2A15DA7}" dt="2021-11-10T19:33:59.262" v="35" actId="47"/>
        <pc:sldMkLst>
          <pc:docMk/>
          <pc:sldMk cId="1907271705" sldId="263"/>
        </pc:sldMkLst>
      </pc:sldChg>
      <pc:sldChg chg="del">
        <pc:chgData name="Ivan Granja" userId="d0a12471-25a3-466a-a647-7cb796ed786c" providerId="ADAL" clId="{9B46356C-5FAD-43E2-AAE9-DBD2E2A15DA7}" dt="2021-11-10T19:33:59.610" v="36" actId="47"/>
        <pc:sldMkLst>
          <pc:docMk/>
          <pc:sldMk cId="2523321186" sldId="264"/>
        </pc:sldMkLst>
      </pc:sldChg>
      <pc:sldChg chg="addSp delSp modSp add mod">
        <pc:chgData name="Ivan Granja" userId="d0a12471-25a3-466a-a647-7cb796ed786c" providerId="ADAL" clId="{9B46356C-5FAD-43E2-AAE9-DBD2E2A15DA7}" dt="2021-11-10T20:22:50.271" v="1588" actId="1076"/>
        <pc:sldMkLst>
          <pc:docMk/>
          <pc:sldMk cId="3262604049" sldId="264"/>
        </pc:sldMkLst>
        <pc:spChg chg="mod">
          <ac:chgData name="Ivan Granja" userId="d0a12471-25a3-466a-a647-7cb796ed786c" providerId="ADAL" clId="{9B46356C-5FAD-43E2-AAE9-DBD2E2A15DA7}" dt="2021-11-10T20:22:37.621" v="1584" actId="14100"/>
          <ac:spMkLst>
            <pc:docMk/>
            <pc:sldMk cId="3262604049" sldId="264"/>
            <ac:spMk id="2" creationId="{A48F242E-EC2F-41FE-A0D7-29AC1F8EBC37}"/>
          </ac:spMkLst>
        </pc:spChg>
        <pc:spChg chg="del">
          <ac:chgData name="Ivan Granja" userId="d0a12471-25a3-466a-a647-7cb796ed786c" providerId="ADAL" clId="{9B46356C-5FAD-43E2-AAE9-DBD2E2A15DA7}" dt="2021-11-10T20:22:08.838" v="1555" actId="478"/>
          <ac:spMkLst>
            <pc:docMk/>
            <pc:sldMk cId="3262604049" sldId="264"/>
            <ac:spMk id="3" creationId="{A0D70590-13F5-474B-A0CC-F0589B7A8904}"/>
          </ac:spMkLst>
        </pc:spChg>
        <pc:spChg chg="mod">
          <ac:chgData name="Ivan Granja" userId="d0a12471-25a3-466a-a647-7cb796ed786c" providerId="ADAL" clId="{9B46356C-5FAD-43E2-AAE9-DBD2E2A15DA7}" dt="2021-11-10T20:22:20.066" v="1558" actId="1076"/>
          <ac:spMkLst>
            <pc:docMk/>
            <pc:sldMk cId="3262604049" sldId="264"/>
            <ac:spMk id="6" creationId="{1254F0CF-7BB1-4B6D-A153-E700D00027CD}"/>
          </ac:spMkLst>
        </pc:spChg>
        <pc:spChg chg="add del mod">
          <ac:chgData name="Ivan Granja" userId="d0a12471-25a3-466a-a647-7cb796ed786c" providerId="ADAL" clId="{9B46356C-5FAD-43E2-AAE9-DBD2E2A15DA7}" dt="2021-11-10T20:22:13.928" v="1556" actId="478"/>
          <ac:spMkLst>
            <pc:docMk/>
            <pc:sldMk cId="3262604049" sldId="264"/>
            <ac:spMk id="7" creationId="{8E309C25-E5AD-4E69-8D4E-A75D41218C44}"/>
          </ac:spMkLst>
        </pc:spChg>
        <pc:picChg chg="mod">
          <ac:chgData name="Ivan Granja" userId="d0a12471-25a3-466a-a647-7cb796ed786c" providerId="ADAL" clId="{9B46356C-5FAD-43E2-AAE9-DBD2E2A15DA7}" dt="2021-11-10T20:22:50.271" v="1588" actId="1076"/>
          <ac:picMkLst>
            <pc:docMk/>
            <pc:sldMk cId="3262604049" sldId="264"/>
            <ac:picMk id="5" creationId="{A226B38F-123A-48B3-932A-60C6484F890B}"/>
          </ac:picMkLst>
        </pc:picChg>
      </pc:sldChg>
      <pc:sldChg chg="addSp delSp modSp add mod">
        <pc:chgData name="Ivan Granja" userId="d0a12471-25a3-466a-a647-7cb796ed786c" providerId="ADAL" clId="{9B46356C-5FAD-43E2-AAE9-DBD2E2A15DA7}" dt="2021-11-10T20:23:42.392" v="1594" actId="1076"/>
        <pc:sldMkLst>
          <pc:docMk/>
          <pc:sldMk cId="923329233" sldId="265"/>
        </pc:sldMkLst>
        <pc:picChg chg="del">
          <ac:chgData name="Ivan Granja" userId="d0a12471-25a3-466a-a647-7cb796ed786c" providerId="ADAL" clId="{9B46356C-5FAD-43E2-AAE9-DBD2E2A15DA7}" dt="2021-11-10T20:23:03.413" v="1590" actId="478"/>
          <ac:picMkLst>
            <pc:docMk/>
            <pc:sldMk cId="923329233" sldId="265"/>
            <ac:picMk id="5" creationId="{A226B38F-123A-48B3-932A-60C6484F890B}"/>
          </ac:picMkLst>
        </pc:picChg>
        <pc:picChg chg="add mod">
          <ac:chgData name="Ivan Granja" userId="d0a12471-25a3-466a-a647-7cb796ed786c" providerId="ADAL" clId="{9B46356C-5FAD-43E2-AAE9-DBD2E2A15DA7}" dt="2021-11-10T20:23:42.392" v="1594" actId="1076"/>
          <ac:picMkLst>
            <pc:docMk/>
            <pc:sldMk cId="923329233" sldId="265"/>
            <ac:picMk id="7" creationId="{C6074BCB-8D63-40D6-B5E7-E207534CEA9F}"/>
          </ac:picMkLst>
        </pc:picChg>
      </pc:sldChg>
      <pc:sldChg chg="del">
        <pc:chgData name="Ivan Granja" userId="d0a12471-25a3-466a-a647-7cb796ed786c" providerId="ADAL" clId="{9B46356C-5FAD-43E2-AAE9-DBD2E2A15DA7}" dt="2021-11-10T19:33:59.796" v="37" actId="47"/>
        <pc:sldMkLst>
          <pc:docMk/>
          <pc:sldMk cId="3976056129" sldId="265"/>
        </pc:sldMkLst>
      </pc:sldChg>
      <pc:sldChg chg="del">
        <pc:chgData name="Ivan Granja" userId="d0a12471-25a3-466a-a647-7cb796ed786c" providerId="ADAL" clId="{9B46356C-5FAD-43E2-AAE9-DBD2E2A15DA7}" dt="2021-11-10T19:34:00.631" v="38" actId="47"/>
        <pc:sldMkLst>
          <pc:docMk/>
          <pc:sldMk cId="123860163" sldId="266"/>
        </pc:sldMkLst>
      </pc:sldChg>
      <pc:sldChg chg="addSp delSp modSp add mod">
        <pc:chgData name="Ivan Granja" userId="d0a12471-25a3-466a-a647-7cb796ed786c" providerId="ADAL" clId="{9B46356C-5FAD-43E2-AAE9-DBD2E2A15DA7}" dt="2021-11-10T20:24:26.984" v="1605" actId="167"/>
        <pc:sldMkLst>
          <pc:docMk/>
          <pc:sldMk cId="2730426318" sldId="266"/>
        </pc:sldMkLst>
        <pc:spChg chg="mod">
          <ac:chgData name="Ivan Granja" userId="d0a12471-25a3-466a-a647-7cb796ed786c" providerId="ADAL" clId="{9B46356C-5FAD-43E2-AAE9-DBD2E2A15DA7}" dt="2021-11-10T20:24:12.891" v="1602" actId="1076"/>
          <ac:spMkLst>
            <pc:docMk/>
            <pc:sldMk cId="2730426318" sldId="266"/>
            <ac:spMk id="6" creationId="{1254F0CF-7BB1-4B6D-A153-E700D00027CD}"/>
          </ac:spMkLst>
        </pc:spChg>
        <pc:picChg chg="add mod ord">
          <ac:chgData name="Ivan Granja" userId="d0a12471-25a3-466a-a647-7cb796ed786c" providerId="ADAL" clId="{9B46356C-5FAD-43E2-AAE9-DBD2E2A15DA7}" dt="2021-11-10T20:24:26.984" v="1605" actId="167"/>
          <ac:picMkLst>
            <pc:docMk/>
            <pc:sldMk cId="2730426318" sldId="266"/>
            <ac:picMk id="5" creationId="{F96B5E9A-CC46-4CDE-B0F6-AE382BF0D731}"/>
          </ac:picMkLst>
        </pc:picChg>
        <pc:picChg chg="del">
          <ac:chgData name="Ivan Granja" userId="d0a12471-25a3-466a-a647-7cb796ed786c" providerId="ADAL" clId="{9B46356C-5FAD-43E2-AAE9-DBD2E2A15DA7}" dt="2021-11-10T20:23:50.156" v="1596" actId="478"/>
          <ac:picMkLst>
            <pc:docMk/>
            <pc:sldMk cId="2730426318" sldId="266"/>
            <ac:picMk id="7" creationId="{C6074BCB-8D63-40D6-B5E7-E207534CEA9F}"/>
          </ac:picMkLst>
        </pc:picChg>
      </pc:sldChg>
      <pc:sldChg chg="modSp add mod ord">
        <pc:chgData name="Ivan Granja" userId="d0a12471-25a3-466a-a647-7cb796ed786c" providerId="ADAL" clId="{9B46356C-5FAD-43E2-AAE9-DBD2E2A15DA7}" dt="2021-11-10T20:36:40.655" v="2647" actId="20577"/>
        <pc:sldMkLst>
          <pc:docMk/>
          <pc:sldMk cId="1770951868" sldId="267"/>
        </pc:sldMkLst>
        <pc:spChg chg="mod">
          <ac:chgData name="Ivan Granja" userId="d0a12471-25a3-466a-a647-7cb796ed786c" providerId="ADAL" clId="{9B46356C-5FAD-43E2-AAE9-DBD2E2A15DA7}" dt="2021-11-10T20:25:23.304" v="1613" actId="27636"/>
          <ac:spMkLst>
            <pc:docMk/>
            <pc:sldMk cId="1770951868" sldId="267"/>
            <ac:spMk id="2" creationId="{A48F242E-EC2F-41FE-A0D7-29AC1F8EBC37}"/>
          </ac:spMkLst>
        </pc:spChg>
        <pc:spChg chg="mod">
          <ac:chgData name="Ivan Granja" userId="d0a12471-25a3-466a-a647-7cb796ed786c" providerId="ADAL" clId="{9B46356C-5FAD-43E2-AAE9-DBD2E2A15DA7}" dt="2021-11-10T20:36:40.655" v="2647" actId="20577"/>
          <ac:spMkLst>
            <pc:docMk/>
            <pc:sldMk cId="1770951868" sldId="267"/>
            <ac:spMk id="7" creationId="{079CCECC-9A5B-4B4D-83D5-58437092CE0F}"/>
          </ac:spMkLst>
        </pc:spChg>
      </pc:sldChg>
      <pc:sldChg chg="modSp add mod">
        <pc:chgData name="Ivan Granja" userId="d0a12471-25a3-466a-a647-7cb796ed786c" providerId="ADAL" clId="{9B46356C-5FAD-43E2-AAE9-DBD2E2A15DA7}" dt="2021-11-10T20:54:28" v="3485" actId="20577"/>
        <pc:sldMkLst>
          <pc:docMk/>
          <pc:sldMk cId="2963753794" sldId="268"/>
        </pc:sldMkLst>
        <pc:spChg chg="mod">
          <ac:chgData name="Ivan Granja" userId="d0a12471-25a3-466a-a647-7cb796ed786c" providerId="ADAL" clId="{9B46356C-5FAD-43E2-AAE9-DBD2E2A15DA7}" dt="2021-11-10T20:49:19.977" v="3223"/>
          <ac:spMkLst>
            <pc:docMk/>
            <pc:sldMk cId="2963753794" sldId="268"/>
            <ac:spMk id="2" creationId="{A48F242E-EC2F-41FE-A0D7-29AC1F8EBC37}"/>
          </ac:spMkLst>
        </pc:spChg>
        <pc:spChg chg="mod">
          <ac:chgData name="Ivan Granja" userId="d0a12471-25a3-466a-a647-7cb796ed786c" providerId="ADAL" clId="{9B46356C-5FAD-43E2-AAE9-DBD2E2A15DA7}" dt="2021-11-10T20:54:28" v="3485" actId="20577"/>
          <ac:spMkLst>
            <pc:docMk/>
            <pc:sldMk cId="2963753794" sldId="268"/>
            <ac:spMk id="7" creationId="{079CCECC-9A5B-4B4D-83D5-58437092CE0F}"/>
          </ac:spMkLst>
        </pc:spChg>
      </pc:sldChg>
      <pc:sldChg chg="modSp add mod ord">
        <pc:chgData name="Ivan Granja" userId="d0a12471-25a3-466a-a647-7cb796ed786c" providerId="ADAL" clId="{9B46356C-5FAD-43E2-AAE9-DBD2E2A15DA7}" dt="2021-11-10T20:44:05.935" v="3054"/>
        <pc:sldMkLst>
          <pc:docMk/>
          <pc:sldMk cId="3410182695" sldId="269"/>
        </pc:sldMkLst>
        <pc:spChg chg="mod">
          <ac:chgData name="Ivan Granja" userId="d0a12471-25a3-466a-a647-7cb796ed786c" providerId="ADAL" clId="{9B46356C-5FAD-43E2-AAE9-DBD2E2A15DA7}" dt="2021-11-10T20:43:59.592" v="3052" actId="20577"/>
          <ac:spMkLst>
            <pc:docMk/>
            <pc:sldMk cId="3410182695" sldId="269"/>
            <ac:spMk id="7" creationId="{079CCECC-9A5B-4B4D-83D5-58437092CE0F}"/>
          </ac:spMkLst>
        </pc:spChg>
      </pc:sldChg>
      <pc:sldChg chg="addSp delSp modSp add mod ord">
        <pc:chgData name="Ivan Granja" userId="d0a12471-25a3-466a-a647-7cb796ed786c" providerId="ADAL" clId="{9B46356C-5FAD-43E2-AAE9-DBD2E2A15DA7}" dt="2021-11-11T09:00:24.111" v="4126"/>
        <pc:sldMkLst>
          <pc:docMk/>
          <pc:sldMk cId="861341698" sldId="270"/>
        </pc:sldMkLst>
        <pc:spChg chg="mod">
          <ac:chgData name="Ivan Granja" userId="d0a12471-25a3-466a-a647-7cb796ed786c" providerId="ADAL" clId="{9B46356C-5FAD-43E2-AAE9-DBD2E2A15DA7}" dt="2021-11-10T20:49:01.287" v="3222" actId="14100"/>
          <ac:spMkLst>
            <pc:docMk/>
            <pc:sldMk cId="861341698" sldId="270"/>
            <ac:spMk id="2" creationId="{A48F242E-EC2F-41FE-A0D7-29AC1F8EBC37}"/>
          </ac:spMkLst>
        </pc:spChg>
        <pc:spChg chg="mod">
          <ac:chgData name="Ivan Granja" userId="d0a12471-25a3-466a-a647-7cb796ed786c" providerId="ADAL" clId="{9B46356C-5FAD-43E2-AAE9-DBD2E2A15DA7}" dt="2021-11-11T08:59:30.595" v="4106" actId="113"/>
          <ac:spMkLst>
            <pc:docMk/>
            <pc:sldMk cId="861341698" sldId="270"/>
            <ac:spMk id="7" creationId="{079CCECC-9A5B-4B4D-83D5-58437092CE0F}"/>
          </ac:spMkLst>
        </pc:spChg>
        <pc:spChg chg="add mod">
          <ac:chgData name="Ivan Granja" userId="d0a12471-25a3-466a-a647-7cb796ed786c" providerId="ADAL" clId="{9B46356C-5FAD-43E2-AAE9-DBD2E2A15DA7}" dt="2021-11-11T09:00:24.111" v="4126"/>
          <ac:spMkLst>
            <pc:docMk/>
            <pc:sldMk cId="861341698" sldId="270"/>
            <ac:spMk id="9" creationId="{BC40C9D7-B496-486F-8D0C-89CC89FBDC1D}"/>
          </ac:spMkLst>
        </pc:spChg>
        <pc:picChg chg="del">
          <ac:chgData name="Ivan Granja" userId="d0a12471-25a3-466a-a647-7cb796ed786c" providerId="ADAL" clId="{9B46356C-5FAD-43E2-AAE9-DBD2E2A15DA7}" dt="2021-11-10T20:44:37.739" v="3074" actId="478"/>
          <ac:picMkLst>
            <pc:docMk/>
            <pc:sldMk cId="861341698" sldId="270"/>
            <ac:picMk id="4" creationId="{0167717C-7E82-4435-911B-6B65AB1E4D9E}"/>
          </ac:picMkLst>
        </pc:picChg>
        <pc:picChg chg="add mod">
          <ac:chgData name="Ivan Granja" userId="d0a12471-25a3-466a-a647-7cb796ed786c" providerId="ADAL" clId="{9B46356C-5FAD-43E2-AAE9-DBD2E2A15DA7}" dt="2021-11-10T20:44:40.650" v="3076" actId="1076"/>
          <ac:picMkLst>
            <pc:docMk/>
            <pc:sldMk cId="861341698" sldId="270"/>
            <ac:picMk id="5" creationId="{FD2C7C8F-E9FE-4970-A630-6B95AC730FCC}"/>
          </ac:picMkLst>
        </pc:picChg>
        <pc:cxnChg chg="add mod">
          <ac:chgData name="Ivan Granja" userId="d0a12471-25a3-466a-a647-7cb796ed786c" providerId="ADAL" clId="{9B46356C-5FAD-43E2-AAE9-DBD2E2A15DA7}" dt="2021-11-11T09:00:03.856" v="4124" actId="692"/>
          <ac:cxnSpMkLst>
            <pc:docMk/>
            <pc:sldMk cId="861341698" sldId="270"/>
            <ac:cxnSpMk id="4" creationId="{E6504912-AF2A-4498-9F20-6D54BE9CE8FE}"/>
          </ac:cxnSpMkLst>
        </pc:cxnChg>
      </pc:sldChg>
      <pc:sldChg chg="modSp add mod">
        <pc:chgData name="Ivan Granja" userId="d0a12471-25a3-466a-a647-7cb796ed786c" providerId="ADAL" clId="{9B46356C-5FAD-43E2-AAE9-DBD2E2A15DA7}" dt="2021-11-10T20:48:30.866" v="3221" actId="113"/>
        <pc:sldMkLst>
          <pc:docMk/>
          <pc:sldMk cId="2652833985" sldId="271"/>
        </pc:sldMkLst>
        <pc:spChg chg="mod">
          <ac:chgData name="Ivan Granja" userId="d0a12471-25a3-466a-a647-7cb796ed786c" providerId="ADAL" clId="{9B46356C-5FAD-43E2-AAE9-DBD2E2A15DA7}" dt="2021-11-10T20:48:30.866" v="3221" actId="113"/>
          <ac:spMkLst>
            <pc:docMk/>
            <pc:sldMk cId="2652833985" sldId="271"/>
            <ac:spMk id="7" creationId="{079CCECC-9A5B-4B4D-83D5-58437092CE0F}"/>
          </ac:spMkLst>
        </pc:spChg>
      </pc:sldChg>
      <pc:sldChg chg="modSp add mod">
        <pc:chgData name="Ivan Granja" userId="d0a12471-25a3-466a-a647-7cb796ed786c" providerId="ADAL" clId="{9B46356C-5FAD-43E2-AAE9-DBD2E2A15DA7}" dt="2021-11-10T21:04:01.132" v="3928" actId="20577"/>
        <pc:sldMkLst>
          <pc:docMk/>
          <pc:sldMk cId="1042735503" sldId="272"/>
        </pc:sldMkLst>
        <pc:spChg chg="mod">
          <ac:chgData name="Ivan Granja" userId="d0a12471-25a3-466a-a647-7cb796ed786c" providerId="ADAL" clId="{9B46356C-5FAD-43E2-AAE9-DBD2E2A15DA7}" dt="2021-11-10T21:04:01.132" v="3928" actId="20577"/>
          <ac:spMkLst>
            <pc:docMk/>
            <pc:sldMk cId="1042735503" sldId="272"/>
            <ac:spMk id="7" creationId="{079CCECC-9A5B-4B4D-83D5-58437092CE0F}"/>
          </ac:spMkLst>
        </pc:spChg>
      </pc:sldChg>
      <pc:sldChg chg="addSp delSp modSp add mod">
        <pc:chgData name="Ivan Granja" userId="d0a12471-25a3-466a-a647-7cb796ed786c" providerId="ADAL" clId="{9B46356C-5FAD-43E2-AAE9-DBD2E2A15DA7}" dt="2021-11-11T09:02:23.398" v="4220" actId="27636"/>
        <pc:sldMkLst>
          <pc:docMk/>
          <pc:sldMk cId="2285211416" sldId="273"/>
        </pc:sldMkLst>
        <pc:spChg chg="mod">
          <ac:chgData name="Ivan Granja" userId="d0a12471-25a3-466a-a647-7cb796ed786c" providerId="ADAL" clId="{9B46356C-5FAD-43E2-AAE9-DBD2E2A15DA7}" dt="2021-11-11T08:55:49.268" v="3953" actId="20577"/>
          <ac:spMkLst>
            <pc:docMk/>
            <pc:sldMk cId="2285211416" sldId="273"/>
            <ac:spMk id="2" creationId="{A48F242E-EC2F-41FE-A0D7-29AC1F8EBC37}"/>
          </ac:spMkLst>
        </pc:spChg>
        <pc:spChg chg="add mod">
          <ac:chgData name="Ivan Granja" userId="d0a12471-25a3-466a-a647-7cb796ed786c" providerId="ADAL" clId="{9B46356C-5FAD-43E2-AAE9-DBD2E2A15DA7}" dt="2021-11-11T08:58:06.093" v="4097" actId="14100"/>
          <ac:spMkLst>
            <pc:docMk/>
            <pc:sldMk cId="2285211416" sldId="273"/>
            <ac:spMk id="3" creationId="{7D338098-F121-4AD6-AC49-E664EC57CC46}"/>
          </ac:spMkLst>
        </pc:spChg>
        <pc:spChg chg="add mod">
          <ac:chgData name="Ivan Granja" userId="d0a12471-25a3-466a-a647-7cb796ed786c" providerId="ADAL" clId="{9B46356C-5FAD-43E2-AAE9-DBD2E2A15DA7}" dt="2021-11-11T08:57:12.272" v="4005"/>
          <ac:spMkLst>
            <pc:docMk/>
            <pc:sldMk cId="2285211416" sldId="273"/>
            <ac:spMk id="4" creationId="{E471D695-8BB8-4CDA-AD62-82E1DD740296}"/>
          </ac:spMkLst>
        </pc:spChg>
        <pc:spChg chg="mod">
          <ac:chgData name="Ivan Granja" userId="d0a12471-25a3-466a-a647-7cb796ed786c" providerId="ADAL" clId="{9B46356C-5FAD-43E2-AAE9-DBD2E2A15DA7}" dt="2021-11-11T09:02:23.398" v="4220" actId="27636"/>
          <ac:spMkLst>
            <pc:docMk/>
            <pc:sldMk cId="2285211416" sldId="273"/>
            <ac:spMk id="7" creationId="{079CCECC-9A5B-4B4D-83D5-58437092CE0F}"/>
          </ac:spMkLst>
        </pc:spChg>
        <pc:spChg chg="add del mod">
          <ac:chgData name="Ivan Granja" userId="d0a12471-25a3-466a-a647-7cb796ed786c" providerId="ADAL" clId="{9B46356C-5FAD-43E2-AAE9-DBD2E2A15DA7}" dt="2021-11-11T09:00:20.998" v="4125" actId="21"/>
          <ac:spMkLst>
            <pc:docMk/>
            <pc:sldMk cId="2285211416" sldId="273"/>
            <ac:spMk id="8" creationId="{5EA20F29-A169-4F86-BFA1-983771287E31}"/>
          </ac:spMkLst>
        </pc:spChg>
        <pc:picChg chg="add mod">
          <ac:chgData name="Ivan Granja" userId="d0a12471-25a3-466a-a647-7cb796ed786c" providerId="ADAL" clId="{9B46356C-5FAD-43E2-AAE9-DBD2E2A15DA7}" dt="2021-11-11T08:57:12.272" v="4005"/>
          <ac:picMkLst>
            <pc:docMk/>
            <pc:sldMk cId="2285211416" sldId="273"/>
            <ac:picMk id="5" creationId="{2D650A97-B534-470D-B2B0-CEBE00DFA1EA}"/>
          </ac:picMkLst>
        </pc:picChg>
      </pc:sldChg>
      <pc:sldChg chg="modSp add mod ord">
        <pc:chgData name="Ivan Granja" userId="d0a12471-25a3-466a-a647-7cb796ed786c" providerId="ADAL" clId="{9B46356C-5FAD-43E2-AAE9-DBD2E2A15DA7}" dt="2021-11-11T09:07:22.492" v="4656" actId="20577"/>
        <pc:sldMkLst>
          <pc:docMk/>
          <pc:sldMk cId="2309941182" sldId="274"/>
        </pc:sldMkLst>
        <pc:spChg chg="mod">
          <ac:chgData name="Ivan Granja" userId="d0a12471-25a3-466a-a647-7cb796ed786c" providerId="ADAL" clId="{9B46356C-5FAD-43E2-AAE9-DBD2E2A15DA7}" dt="2021-11-11T09:03:37.003" v="4252" actId="20577"/>
          <ac:spMkLst>
            <pc:docMk/>
            <pc:sldMk cId="2309941182" sldId="274"/>
            <ac:spMk id="2" creationId="{A48F242E-EC2F-41FE-A0D7-29AC1F8EBC37}"/>
          </ac:spMkLst>
        </pc:spChg>
        <pc:spChg chg="mod">
          <ac:chgData name="Ivan Granja" userId="d0a12471-25a3-466a-a647-7cb796ed786c" providerId="ADAL" clId="{9B46356C-5FAD-43E2-AAE9-DBD2E2A15DA7}" dt="2021-11-11T09:07:22.492" v="4656" actId="20577"/>
          <ac:spMkLst>
            <pc:docMk/>
            <pc:sldMk cId="2309941182" sldId="274"/>
            <ac:spMk id="7" creationId="{079CCECC-9A5B-4B4D-83D5-58437092CE0F}"/>
          </ac:spMkLst>
        </pc:spChg>
      </pc:sldChg>
      <pc:sldChg chg="modSp add mod">
        <pc:chgData name="Ivan Granja" userId="d0a12471-25a3-466a-a647-7cb796ed786c" providerId="ADAL" clId="{9B46356C-5FAD-43E2-AAE9-DBD2E2A15DA7}" dt="2021-11-11T09:14:25.389" v="5104" actId="6549"/>
        <pc:sldMkLst>
          <pc:docMk/>
          <pc:sldMk cId="3874581501" sldId="275"/>
        </pc:sldMkLst>
        <pc:spChg chg="mod">
          <ac:chgData name="Ivan Granja" userId="d0a12471-25a3-466a-a647-7cb796ed786c" providerId="ADAL" clId="{9B46356C-5FAD-43E2-AAE9-DBD2E2A15DA7}" dt="2021-11-11T09:08:38.341" v="4678" actId="27636"/>
          <ac:spMkLst>
            <pc:docMk/>
            <pc:sldMk cId="3874581501" sldId="275"/>
            <ac:spMk id="2" creationId="{A48F242E-EC2F-41FE-A0D7-29AC1F8EBC37}"/>
          </ac:spMkLst>
        </pc:spChg>
        <pc:spChg chg="mod">
          <ac:chgData name="Ivan Granja" userId="d0a12471-25a3-466a-a647-7cb796ed786c" providerId="ADAL" clId="{9B46356C-5FAD-43E2-AAE9-DBD2E2A15DA7}" dt="2021-11-11T09:14:25.389" v="5104" actId="6549"/>
          <ac:spMkLst>
            <pc:docMk/>
            <pc:sldMk cId="3874581501" sldId="275"/>
            <ac:spMk id="7" creationId="{079CCECC-9A5B-4B4D-83D5-58437092CE0F}"/>
          </ac:spMkLst>
        </pc:spChg>
      </pc:sldChg>
      <pc:sldChg chg="modSp add mod">
        <pc:chgData name="Ivan Granja" userId="d0a12471-25a3-466a-a647-7cb796ed786c" providerId="ADAL" clId="{9B46356C-5FAD-43E2-AAE9-DBD2E2A15DA7}" dt="2021-11-11T09:21:19.990" v="5513" actId="20577"/>
        <pc:sldMkLst>
          <pc:docMk/>
          <pc:sldMk cId="12585971" sldId="276"/>
        </pc:sldMkLst>
        <pc:spChg chg="mod">
          <ac:chgData name="Ivan Granja" userId="d0a12471-25a3-466a-a647-7cb796ed786c" providerId="ADAL" clId="{9B46356C-5FAD-43E2-AAE9-DBD2E2A15DA7}" dt="2021-11-11T09:14:37.023" v="5106" actId="27636"/>
          <ac:spMkLst>
            <pc:docMk/>
            <pc:sldMk cId="12585971" sldId="276"/>
            <ac:spMk id="2" creationId="{A48F242E-EC2F-41FE-A0D7-29AC1F8EBC37}"/>
          </ac:spMkLst>
        </pc:spChg>
        <pc:spChg chg="mod">
          <ac:chgData name="Ivan Granja" userId="d0a12471-25a3-466a-a647-7cb796ed786c" providerId="ADAL" clId="{9B46356C-5FAD-43E2-AAE9-DBD2E2A15DA7}" dt="2021-11-11T09:21:19.990" v="5513" actId="20577"/>
          <ac:spMkLst>
            <pc:docMk/>
            <pc:sldMk cId="12585971" sldId="276"/>
            <ac:spMk id="7" creationId="{079CCECC-9A5B-4B4D-83D5-58437092CE0F}"/>
          </ac:spMkLst>
        </pc:spChg>
      </pc:sldChg>
    </pc:docChg>
  </pc:docChgLst>
  <pc:docChgLst>
    <pc:chgData name="Ivan Granja" userId="d0a12471-25a3-466a-a647-7cb796ed786c" providerId="ADAL" clId="{F7776A19-EE11-4685-80BB-3E6D5333E40D}"/>
    <pc:docChg chg="undo custSel addSld delSld modSld sldOrd">
      <pc:chgData name="Ivan Granja" userId="d0a12471-25a3-466a-a647-7cb796ed786c" providerId="ADAL" clId="{F7776A19-EE11-4685-80BB-3E6D5333E40D}" dt="2021-11-18T11:49:05" v="4403" actId="20577"/>
      <pc:docMkLst>
        <pc:docMk/>
      </pc:docMkLst>
      <pc:sldChg chg="addSp delSp modSp mod">
        <pc:chgData name="Ivan Granja" userId="d0a12471-25a3-466a-a647-7cb796ed786c" providerId="ADAL" clId="{F7776A19-EE11-4685-80BB-3E6D5333E40D}" dt="2021-11-17T18:53:34.851" v="123" actId="27636"/>
        <pc:sldMkLst>
          <pc:docMk/>
          <pc:sldMk cId="1201363542" sldId="256"/>
        </pc:sldMkLst>
        <pc:spChg chg="mod">
          <ac:chgData name="Ivan Granja" userId="d0a12471-25a3-466a-a647-7cb796ed786c" providerId="ADAL" clId="{F7776A19-EE11-4685-80BB-3E6D5333E40D}" dt="2021-11-17T18:53:34.851" v="123" actId="27636"/>
          <ac:spMkLst>
            <pc:docMk/>
            <pc:sldMk cId="1201363542" sldId="256"/>
            <ac:spMk id="2" creationId="{00000000-0000-0000-0000-000000000000}"/>
          </ac:spMkLst>
        </pc:spChg>
        <pc:graphicFrameChg chg="add del mod">
          <ac:chgData name="Ivan Granja" userId="d0a12471-25a3-466a-a647-7cb796ed786c" providerId="ADAL" clId="{F7776A19-EE11-4685-80BB-3E6D5333E40D}" dt="2021-11-11T09:24:49.176" v="1"/>
          <ac:graphicFrameMkLst>
            <pc:docMk/>
            <pc:sldMk cId="1201363542" sldId="256"/>
            <ac:graphicFrameMk id="4" creationId="{C2441892-FE37-41A0-AE3A-2C9835FBBF76}"/>
          </ac:graphicFrameMkLst>
        </pc:graphicFrameChg>
      </pc:sldChg>
      <pc:sldChg chg="modSp del mod">
        <pc:chgData name="Ivan Granja" userId="d0a12471-25a3-466a-a647-7cb796ed786c" providerId="ADAL" clId="{F7776A19-EE11-4685-80BB-3E6D5333E40D}" dt="2021-11-17T19:13:29.727" v="721" actId="47"/>
        <pc:sldMkLst>
          <pc:docMk/>
          <pc:sldMk cId="875119312" sldId="258"/>
        </pc:sldMkLst>
        <pc:spChg chg="mod">
          <ac:chgData name="Ivan Granja" userId="d0a12471-25a3-466a-a647-7cb796ed786c" providerId="ADAL" clId="{F7776A19-EE11-4685-80BB-3E6D5333E40D}" dt="2021-11-11T09:28:46.737" v="120" actId="20577"/>
          <ac:spMkLst>
            <pc:docMk/>
            <pc:sldMk cId="875119312" sldId="258"/>
            <ac:spMk id="2" creationId="{A48F242E-EC2F-41FE-A0D7-29AC1F8EBC37}"/>
          </ac:spMkLst>
        </pc:spChg>
        <pc:spChg chg="mod">
          <ac:chgData name="Ivan Granja" userId="d0a12471-25a3-466a-a647-7cb796ed786c" providerId="ADAL" clId="{F7776A19-EE11-4685-80BB-3E6D5333E40D}" dt="2021-11-11T09:25:50.602" v="98" actId="20577"/>
          <ac:spMkLst>
            <pc:docMk/>
            <pc:sldMk cId="875119312" sldId="258"/>
            <ac:spMk id="7" creationId="{079CCECC-9A5B-4B4D-83D5-58437092CE0F}"/>
          </ac:spMkLst>
        </pc:spChg>
      </pc:sldChg>
      <pc:sldChg chg="del">
        <pc:chgData name="Ivan Granja" userId="d0a12471-25a3-466a-a647-7cb796ed786c" providerId="ADAL" clId="{F7776A19-EE11-4685-80BB-3E6D5333E40D}" dt="2021-11-11T09:25:52.227" v="101" actId="47"/>
        <pc:sldMkLst>
          <pc:docMk/>
          <pc:sldMk cId="2917205007" sldId="259"/>
        </pc:sldMkLst>
      </pc:sldChg>
      <pc:sldChg chg="modSp mod">
        <pc:chgData name="Ivan Granja" userId="d0a12471-25a3-466a-a647-7cb796ed786c" providerId="ADAL" clId="{F7776A19-EE11-4685-80BB-3E6D5333E40D}" dt="2021-11-17T19:10:33.423" v="623" actId="20577"/>
        <pc:sldMkLst>
          <pc:docMk/>
          <pc:sldMk cId="1250187864" sldId="261"/>
        </pc:sldMkLst>
        <pc:spChg chg="mod">
          <ac:chgData name="Ivan Granja" userId="d0a12471-25a3-466a-a647-7cb796ed786c" providerId="ADAL" clId="{F7776A19-EE11-4685-80BB-3E6D5333E40D}" dt="2021-11-17T19:10:33.423" v="623" actId="20577"/>
          <ac:spMkLst>
            <pc:docMk/>
            <pc:sldMk cId="1250187864" sldId="261"/>
            <ac:spMk id="2" creationId="{A48F242E-EC2F-41FE-A0D7-29AC1F8EBC37}"/>
          </ac:spMkLst>
        </pc:spChg>
        <pc:spChg chg="mod">
          <ac:chgData name="Ivan Granja" userId="d0a12471-25a3-466a-a647-7cb796ed786c" providerId="ADAL" clId="{F7776A19-EE11-4685-80BB-3E6D5333E40D}" dt="2021-11-17T19:07:53.125" v="475" actId="27636"/>
          <ac:spMkLst>
            <pc:docMk/>
            <pc:sldMk cId="1250187864" sldId="261"/>
            <ac:spMk id="3" creationId="{A0D70590-13F5-474B-A0CC-F0589B7A8904}"/>
          </ac:spMkLst>
        </pc:spChg>
      </pc:sldChg>
      <pc:sldChg chg="del">
        <pc:chgData name="Ivan Granja" userId="d0a12471-25a3-466a-a647-7cb796ed786c" providerId="ADAL" clId="{F7776A19-EE11-4685-80BB-3E6D5333E40D}" dt="2021-11-11T09:25:51.691" v="99" actId="47"/>
        <pc:sldMkLst>
          <pc:docMk/>
          <pc:sldMk cId="3480330304" sldId="262"/>
        </pc:sldMkLst>
      </pc:sldChg>
      <pc:sldChg chg="modSp add mod ord">
        <pc:chgData name="Ivan Granja" userId="d0a12471-25a3-466a-a647-7cb796ed786c" providerId="ADAL" clId="{F7776A19-EE11-4685-80BB-3E6D5333E40D}" dt="2021-11-17T19:03:07.854" v="163"/>
        <pc:sldMkLst>
          <pc:docMk/>
          <pc:sldMk cId="3515366352" sldId="262"/>
        </pc:sldMkLst>
        <pc:spChg chg="mod">
          <ac:chgData name="Ivan Granja" userId="d0a12471-25a3-466a-a647-7cb796ed786c" providerId="ADAL" clId="{F7776A19-EE11-4685-80BB-3E6D5333E40D}" dt="2021-11-17T19:01:50.150" v="134" actId="20577"/>
          <ac:spMkLst>
            <pc:docMk/>
            <pc:sldMk cId="3515366352" sldId="262"/>
            <ac:spMk id="2" creationId="{A48F242E-EC2F-41FE-A0D7-29AC1F8EBC37}"/>
          </ac:spMkLst>
        </pc:spChg>
        <pc:spChg chg="mod">
          <ac:chgData name="Ivan Granja" userId="d0a12471-25a3-466a-a647-7cb796ed786c" providerId="ADAL" clId="{F7776A19-EE11-4685-80BB-3E6D5333E40D}" dt="2021-11-17T19:02:58.887" v="159" actId="20577"/>
          <ac:spMkLst>
            <pc:docMk/>
            <pc:sldMk cId="3515366352" sldId="262"/>
            <ac:spMk id="3" creationId="{A0D70590-13F5-474B-A0CC-F0589B7A8904}"/>
          </ac:spMkLst>
        </pc:spChg>
      </pc:sldChg>
      <pc:sldChg chg="modSp add mod">
        <pc:chgData name="Ivan Granja" userId="d0a12471-25a3-466a-a647-7cb796ed786c" providerId="ADAL" clId="{F7776A19-EE11-4685-80BB-3E6D5333E40D}" dt="2021-11-17T19:11:23.792" v="642" actId="1076"/>
        <pc:sldMkLst>
          <pc:docMk/>
          <pc:sldMk cId="387213620" sldId="263"/>
        </pc:sldMkLst>
        <pc:spChg chg="mod">
          <ac:chgData name="Ivan Granja" userId="d0a12471-25a3-466a-a647-7cb796ed786c" providerId="ADAL" clId="{F7776A19-EE11-4685-80BB-3E6D5333E40D}" dt="2021-11-17T19:10:42.061" v="629" actId="20577"/>
          <ac:spMkLst>
            <pc:docMk/>
            <pc:sldMk cId="387213620" sldId="263"/>
            <ac:spMk id="2" creationId="{A48F242E-EC2F-41FE-A0D7-29AC1F8EBC37}"/>
          </ac:spMkLst>
        </pc:spChg>
        <pc:spChg chg="mod">
          <ac:chgData name="Ivan Granja" userId="d0a12471-25a3-466a-a647-7cb796ed786c" providerId="ADAL" clId="{F7776A19-EE11-4685-80BB-3E6D5333E40D}" dt="2021-11-17T19:11:23.792" v="642" actId="1076"/>
          <ac:spMkLst>
            <pc:docMk/>
            <pc:sldMk cId="387213620" sldId="263"/>
            <ac:spMk id="3" creationId="{A0D70590-13F5-474B-A0CC-F0589B7A8904}"/>
          </ac:spMkLst>
        </pc:spChg>
      </pc:sldChg>
      <pc:sldChg chg="del">
        <pc:chgData name="Ivan Granja" userId="d0a12471-25a3-466a-a647-7cb796ed786c" providerId="ADAL" clId="{F7776A19-EE11-4685-80BB-3E6D5333E40D}" dt="2021-11-11T09:25:52.022" v="100" actId="47"/>
        <pc:sldMkLst>
          <pc:docMk/>
          <pc:sldMk cId="1235932044" sldId="263"/>
        </pc:sldMkLst>
      </pc:sldChg>
      <pc:sldChg chg="addSp delSp modSp add mod">
        <pc:chgData name="Ivan Granja" userId="d0a12471-25a3-466a-a647-7cb796ed786c" providerId="ADAL" clId="{F7776A19-EE11-4685-80BB-3E6D5333E40D}" dt="2021-11-17T19:13:37.897" v="724" actId="20577"/>
        <pc:sldMkLst>
          <pc:docMk/>
          <pc:sldMk cId="2387565167" sldId="264"/>
        </pc:sldMkLst>
        <pc:spChg chg="mod">
          <ac:chgData name="Ivan Granja" userId="d0a12471-25a3-466a-a647-7cb796ed786c" providerId="ADAL" clId="{F7776A19-EE11-4685-80BB-3E6D5333E40D}" dt="2021-11-17T19:13:37.897" v="724" actId="20577"/>
          <ac:spMkLst>
            <pc:docMk/>
            <pc:sldMk cId="2387565167" sldId="264"/>
            <ac:spMk id="2" creationId="{A48F242E-EC2F-41FE-A0D7-29AC1F8EBC37}"/>
          </ac:spMkLst>
        </pc:spChg>
        <pc:spChg chg="del">
          <ac:chgData name="Ivan Granja" userId="d0a12471-25a3-466a-a647-7cb796ed786c" providerId="ADAL" clId="{F7776A19-EE11-4685-80BB-3E6D5333E40D}" dt="2021-11-17T19:12:33.717" v="692" actId="478"/>
          <ac:spMkLst>
            <pc:docMk/>
            <pc:sldMk cId="2387565167" sldId="264"/>
            <ac:spMk id="3" creationId="{A0D70590-13F5-474B-A0CC-F0589B7A8904}"/>
          </ac:spMkLst>
        </pc:spChg>
        <pc:spChg chg="add del mod">
          <ac:chgData name="Ivan Granja" userId="d0a12471-25a3-466a-a647-7cb796ed786c" providerId="ADAL" clId="{F7776A19-EE11-4685-80BB-3E6D5333E40D}" dt="2021-11-17T19:12:35.894" v="693" actId="478"/>
          <ac:spMkLst>
            <pc:docMk/>
            <pc:sldMk cId="2387565167" sldId="264"/>
            <ac:spMk id="5" creationId="{55006E62-C15C-4D24-9F17-CC379442DD86}"/>
          </ac:spMkLst>
        </pc:spChg>
        <pc:picChg chg="add mod">
          <ac:chgData name="Ivan Granja" userId="d0a12471-25a3-466a-a647-7cb796ed786c" providerId="ADAL" clId="{F7776A19-EE11-4685-80BB-3E6D5333E40D}" dt="2021-11-17T19:13:02.053" v="697" actId="14100"/>
          <ac:picMkLst>
            <pc:docMk/>
            <pc:sldMk cId="2387565167" sldId="264"/>
            <ac:picMk id="7" creationId="{7508452E-AB36-412E-B824-5FE432ACF06B}"/>
          </ac:picMkLst>
        </pc:picChg>
      </pc:sldChg>
      <pc:sldChg chg="del">
        <pc:chgData name="Ivan Granja" userId="d0a12471-25a3-466a-a647-7cb796ed786c" providerId="ADAL" clId="{F7776A19-EE11-4685-80BB-3E6D5333E40D}" dt="2021-11-11T09:25:52.387" v="102" actId="47"/>
        <pc:sldMkLst>
          <pc:docMk/>
          <pc:sldMk cId="3262604049" sldId="264"/>
        </pc:sldMkLst>
      </pc:sldChg>
      <pc:sldChg chg="del">
        <pc:chgData name="Ivan Granja" userId="d0a12471-25a3-466a-a647-7cb796ed786c" providerId="ADAL" clId="{F7776A19-EE11-4685-80BB-3E6D5333E40D}" dt="2021-11-11T09:25:52.550" v="103" actId="47"/>
        <pc:sldMkLst>
          <pc:docMk/>
          <pc:sldMk cId="923329233" sldId="265"/>
        </pc:sldMkLst>
      </pc:sldChg>
      <pc:sldChg chg="modSp add mod ord">
        <pc:chgData name="Ivan Granja" userId="d0a12471-25a3-466a-a647-7cb796ed786c" providerId="ADAL" clId="{F7776A19-EE11-4685-80BB-3E6D5333E40D}" dt="2021-11-17T19:23:31.591" v="1174" actId="113"/>
        <pc:sldMkLst>
          <pc:docMk/>
          <pc:sldMk cId="1158026247" sldId="265"/>
        </pc:sldMkLst>
        <pc:spChg chg="mod">
          <ac:chgData name="Ivan Granja" userId="d0a12471-25a3-466a-a647-7cb796ed786c" providerId="ADAL" clId="{F7776A19-EE11-4685-80BB-3E6D5333E40D}" dt="2021-11-17T19:23:15.971" v="1170" actId="20577"/>
          <ac:spMkLst>
            <pc:docMk/>
            <pc:sldMk cId="1158026247" sldId="265"/>
            <ac:spMk id="2" creationId="{A48F242E-EC2F-41FE-A0D7-29AC1F8EBC37}"/>
          </ac:spMkLst>
        </pc:spChg>
        <pc:spChg chg="mod">
          <ac:chgData name="Ivan Granja" userId="d0a12471-25a3-466a-a647-7cb796ed786c" providerId="ADAL" clId="{F7776A19-EE11-4685-80BB-3E6D5333E40D}" dt="2021-11-17T19:23:31.591" v="1174" actId="113"/>
          <ac:spMkLst>
            <pc:docMk/>
            <pc:sldMk cId="1158026247" sldId="265"/>
            <ac:spMk id="3" creationId="{A0D70590-13F5-474B-A0CC-F0589B7A8904}"/>
          </ac:spMkLst>
        </pc:spChg>
      </pc:sldChg>
      <pc:sldChg chg="del">
        <pc:chgData name="Ivan Granja" userId="d0a12471-25a3-466a-a647-7cb796ed786c" providerId="ADAL" clId="{F7776A19-EE11-4685-80BB-3E6D5333E40D}" dt="2021-11-11T09:25:52.681" v="104" actId="47"/>
        <pc:sldMkLst>
          <pc:docMk/>
          <pc:sldMk cId="2730426318" sldId="266"/>
        </pc:sldMkLst>
      </pc:sldChg>
      <pc:sldChg chg="modSp add del mod">
        <pc:chgData name="Ivan Granja" userId="d0a12471-25a3-466a-a647-7cb796ed786c" providerId="ADAL" clId="{F7776A19-EE11-4685-80BB-3E6D5333E40D}" dt="2021-11-17T19:47:31.895" v="2438" actId="313"/>
        <pc:sldMkLst>
          <pc:docMk/>
          <pc:sldMk cId="3248499735" sldId="266"/>
        </pc:sldMkLst>
        <pc:spChg chg="mod">
          <ac:chgData name="Ivan Granja" userId="d0a12471-25a3-466a-a647-7cb796ed786c" providerId="ADAL" clId="{F7776A19-EE11-4685-80BB-3E6D5333E40D}" dt="2021-11-17T19:47:31.895" v="2438" actId="313"/>
          <ac:spMkLst>
            <pc:docMk/>
            <pc:sldMk cId="3248499735" sldId="266"/>
            <ac:spMk id="2" creationId="{A48F242E-EC2F-41FE-A0D7-29AC1F8EBC37}"/>
          </ac:spMkLst>
        </pc:spChg>
        <pc:spChg chg="mod">
          <ac:chgData name="Ivan Granja" userId="d0a12471-25a3-466a-a647-7cb796ed786c" providerId="ADAL" clId="{F7776A19-EE11-4685-80BB-3E6D5333E40D}" dt="2021-11-17T19:47:04.289" v="2430" actId="20577"/>
          <ac:spMkLst>
            <pc:docMk/>
            <pc:sldMk cId="3248499735" sldId="266"/>
            <ac:spMk id="3" creationId="{A0D70590-13F5-474B-A0CC-F0589B7A8904}"/>
          </ac:spMkLst>
        </pc:spChg>
      </pc:sldChg>
      <pc:sldChg chg="modSp add mod ord">
        <pc:chgData name="Ivan Granja" userId="d0a12471-25a3-466a-a647-7cb796ed786c" providerId="ADAL" clId="{F7776A19-EE11-4685-80BB-3E6D5333E40D}" dt="2021-11-17T19:23:02.203" v="1159" actId="20577"/>
        <pc:sldMkLst>
          <pc:docMk/>
          <pc:sldMk cId="781388050" sldId="267"/>
        </pc:sldMkLst>
        <pc:spChg chg="mod">
          <ac:chgData name="Ivan Granja" userId="d0a12471-25a3-466a-a647-7cb796ed786c" providerId="ADAL" clId="{F7776A19-EE11-4685-80BB-3E6D5333E40D}" dt="2021-11-17T19:23:02.203" v="1159" actId="20577"/>
          <ac:spMkLst>
            <pc:docMk/>
            <pc:sldMk cId="781388050" sldId="267"/>
            <ac:spMk id="2" creationId="{A48F242E-EC2F-41FE-A0D7-29AC1F8EBC37}"/>
          </ac:spMkLst>
        </pc:spChg>
        <pc:spChg chg="mod">
          <ac:chgData name="Ivan Granja" userId="d0a12471-25a3-466a-a647-7cb796ed786c" providerId="ADAL" clId="{F7776A19-EE11-4685-80BB-3E6D5333E40D}" dt="2021-11-17T19:17:00.610" v="818" actId="20577"/>
          <ac:spMkLst>
            <pc:docMk/>
            <pc:sldMk cId="781388050" sldId="267"/>
            <ac:spMk id="3" creationId="{A0D70590-13F5-474B-A0CC-F0589B7A8904}"/>
          </ac:spMkLst>
        </pc:spChg>
      </pc:sldChg>
      <pc:sldChg chg="del">
        <pc:chgData name="Ivan Granja" userId="d0a12471-25a3-466a-a647-7cb796ed786c" providerId="ADAL" clId="{F7776A19-EE11-4685-80BB-3E6D5333E40D}" dt="2021-11-11T09:25:53.069" v="105" actId="47"/>
        <pc:sldMkLst>
          <pc:docMk/>
          <pc:sldMk cId="1770951868" sldId="267"/>
        </pc:sldMkLst>
      </pc:sldChg>
      <pc:sldChg chg="del">
        <pc:chgData name="Ivan Granja" userId="d0a12471-25a3-466a-a647-7cb796ed786c" providerId="ADAL" clId="{F7776A19-EE11-4685-80BB-3E6D5333E40D}" dt="2021-11-11T09:25:53.786" v="109" actId="47"/>
        <pc:sldMkLst>
          <pc:docMk/>
          <pc:sldMk cId="2963753794" sldId="268"/>
        </pc:sldMkLst>
      </pc:sldChg>
      <pc:sldChg chg="modSp add mod">
        <pc:chgData name="Ivan Granja" userId="d0a12471-25a3-466a-a647-7cb796ed786c" providerId="ADAL" clId="{F7776A19-EE11-4685-80BB-3E6D5333E40D}" dt="2021-11-17T20:10:21.280" v="3758" actId="20577"/>
        <pc:sldMkLst>
          <pc:docMk/>
          <pc:sldMk cId="3033825102" sldId="268"/>
        </pc:sldMkLst>
        <pc:spChg chg="mod">
          <ac:chgData name="Ivan Granja" userId="d0a12471-25a3-466a-a647-7cb796ed786c" providerId="ADAL" clId="{F7776A19-EE11-4685-80BB-3E6D5333E40D}" dt="2021-11-17T19:28:43.377" v="1566" actId="1076"/>
          <ac:spMkLst>
            <pc:docMk/>
            <pc:sldMk cId="3033825102" sldId="268"/>
            <ac:spMk id="2" creationId="{A48F242E-EC2F-41FE-A0D7-29AC1F8EBC37}"/>
          </ac:spMkLst>
        </pc:spChg>
        <pc:spChg chg="mod">
          <ac:chgData name="Ivan Granja" userId="d0a12471-25a3-466a-a647-7cb796ed786c" providerId="ADAL" clId="{F7776A19-EE11-4685-80BB-3E6D5333E40D}" dt="2021-11-17T20:10:21.280" v="3758" actId="20577"/>
          <ac:spMkLst>
            <pc:docMk/>
            <pc:sldMk cId="3033825102" sldId="268"/>
            <ac:spMk id="3" creationId="{A0D70590-13F5-474B-A0CC-F0589B7A8904}"/>
          </ac:spMkLst>
        </pc:spChg>
      </pc:sldChg>
      <pc:sldChg chg="modSp add mod">
        <pc:chgData name="Ivan Granja" userId="d0a12471-25a3-466a-a647-7cb796ed786c" providerId="ADAL" clId="{F7776A19-EE11-4685-80BB-3E6D5333E40D}" dt="2021-11-17T20:13:33.099" v="3889" actId="20577"/>
        <pc:sldMkLst>
          <pc:docMk/>
          <pc:sldMk cId="1920663653" sldId="269"/>
        </pc:sldMkLst>
        <pc:spChg chg="mod">
          <ac:chgData name="Ivan Granja" userId="d0a12471-25a3-466a-a647-7cb796ed786c" providerId="ADAL" clId="{F7776A19-EE11-4685-80BB-3E6D5333E40D}" dt="2021-11-17T19:47:50.563" v="2471" actId="313"/>
          <ac:spMkLst>
            <pc:docMk/>
            <pc:sldMk cId="1920663653" sldId="269"/>
            <ac:spMk id="2" creationId="{A48F242E-EC2F-41FE-A0D7-29AC1F8EBC37}"/>
          </ac:spMkLst>
        </pc:spChg>
        <pc:spChg chg="mod">
          <ac:chgData name="Ivan Granja" userId="d0a12471-25a3-466a-a647-7cb796ed786c" providerId="ADAL" clId="{F7776A19-EE11-4685-80BB-3E6D5333E40D}" dt="2021-11-17T20:13:33.099" v="3889" actId="20577"/>
          <ac:spMkLst>
            <pc:docMk/>
            <pc:sldMk cId="1920663653" sldId="269"/>
            <ac:spMk id="3" creationId="{A0D70590-13F5-474B-A0CC-F0589B7A8904}"/>
          </ac:spMkLst>
        </pc:spChg>
      </pc:sldChg>
      <pc:sldChg chg="del">
        <pc:chgData name="Ivan Granja" userId="d0a12471-25a3-466a-a647-7cb796ed786c" providerId="ADAL" clId="{F7776A19-EE11-4685-80BB-3E6D5333E40D}" dt="2021-11-11T09:25:53.292" v="106" actId="47"/>
        <pc:sldMkLst>
          <pc:docMk/>
          <pc:sldMk cId="3410182695" sldId="269"/>
        </pc:sldMkLst>
      </pc:sldChg>
      <pc:sldChg chg="modSp add mod">
        <pc:chgData name="Ivan Granja" userId="d0a12471-25a3-466a-a647-7cb796ed786c" providerId="ADAL" clId="{F7776A19-EE11-4685-80BB-3E6D5333E40D}" dt="2021-11-18T11:49:05" v="4403" actId="20577"/>
        <pc:sldMkLst>
          <pc:docMk/>
          <pc:sldMk cId="259270876" sldId="270"/>
        </pc:sldMkLst>
        <pc:spChg chg="mod">
          <ac:chgData name="Ivan Granja" userId="d0a12471-25a3-466a-a647-7cb796ed786c" providerId="ADAL" clId="{F7776A19-EE11-4685-80BB-3E6D5333E40D}" dt="2021-11-17T19:56:05.830" v="2839"/>
          <ac:spMkLst>
            <pc:docMk/>
            <pc:sldMk cId="259270876" sldId="270"/>
            <ac:spMk id="2" creationId="{A48F242E-EC2F-41FE-A0D7-29AC1F8EBC37}"/>
          </ac:spMkLst>
        </pc:spChg>
        <pc:spChg chg="mod">
          <ac:chgData name="Ivan Granja" userId="d0a12471-25a3-466a-a647-7cb796ed786c" providerId="ADAL" clId="{F7776A19-EE11-4685-80BB-3E6D5333E40D}" dt="2021-11-18T11:49:05" v="4403" actId="20577"/>
          <ac:spMkLst>
            <pc:docMk/>
            <pc:sldMk cId="259270876" sldId="270"/>
            <ac:spMk id="3" creationId="{A0D70590-13F5-474B-A0CC-F0589B7A8904}"/>
          </ac:spMkLst>
        </pc:spChg>
      </pc:sldChg>
      <pc:sldChg chg="del">
        <pc:chgData name="Ivan Granja" userId="d0a12471-25a3-466a-a647-7cb796ed786c" providerId="ADAL" clId="{F7776A19-EE11-4685-80BB-3E6D5333E40D}" dt="2021-11-11T09:25:53.497" v="107" actId="47"/>
        <pc:sldMkLst>
          <pc:docMk/>
          <pc:sldMk cId="861341698" sldId="270"/>
        </pc:sldMkLst>
      </pc:sldChg>
      <pc:sldChg chg="modSp add mod">
        <pc:chgData name="Ivan Granja" userId="d0a12471-25a3-466a-a647-7cb796ed786c" providerId="ADAL" clId="{F7776A19-EE11-4685-80BB-3E6D5333E40D}" dt="2021-11-17T20:25:27.069" v="4071" actId="20577"/>
        <pc:sldMkLst>
          <pc:docMk/>
          <pc:sldMk cId="1948100385" sldId="271"/>
        </pc:sldMkLst>
        <pc:spChg chg="mod">
          <ac:chgData name="Ivan Granja" userId="d0a12471-25a3-466a-a647-7cb796ed786c" providerId="ADAL" clId="{F7776A19-EE11-4685-80BB-3E6D5333E40D}" dt="2021-11-17T20:10:38.200" v="3761" actId="20577"/>
          <ac:spMkLst>
            <pc:docMk/>
            <pc:sldMk cId="1948100385" sldId="271"/>
            <ac:spMk id="2" creationId="{A48F242E-EC2F-41FE-A0D7-29AC1F8EBC37}"/>
          </ac:spMkLst>
        </pc:spChg>
        <pc:spChg chg="mod">
          <ac:chgData name="Ivan Granja" userId="d0a12471-25a3-466a-a647-7cb796ed786c" providerId="ADAL" clId="{F7776A19-EE11-4685-80BB-3E6D5333E40D}" dt="2021-11-17T20:25:27.069" v="4071" actId="20577"/>
          <ac:spMkLst>
            <pc:docMk/>
            <pc:sldMk cId="1948100385" sldId="271"/>
            <ac:spMk id="3" creationId="{A0D70590-13F5-474B-A0CC-F0589B7A8904}"/>
          </ac:spMkLst>
        </pc:spChg>
      </pc:sldChg>
      <pc:sldChg chg="del">
        <pc:chgData name="Ivan Granja" userId="d0a12471-25a3-466a-a647-7cb796ed786c" providerId="ADAL" clId="{F7776A19-EE11-4685-80BB-3E6D5333E40D}" dt="2021-11-11T09:25:53.626" v="108" actId="47"/>
        <pc:sldMkLst>
          <pc:docMk/>
          <pc:sldMk cId="2652833985" sldId="271"/>
        </pc:sldMkLst>
      </pc:sldChg>
      <pc:sldChg chg="del">
        <pc:chgData name="Ivan Granja" userId="d0a12471-25a3-466a-a647-7cb796ed786c" providerId="ADAL" clId="{F7776A19-EE11-4685-80BB-3E6D5333E40D}" dt="2021-11-11T09:25:53.964" v="110" actId="47"/>
        <pc:sldMkLst>
          <pc:docMk/>
          <pc:sldMk cId="1042735503" sldId="272"/>
        </pc:sldMkLst>
      </pc:sldChg>
      <pc:sldChg chg="addSp delSp modSp add mod">
        <pc:chgData name="Ivan Granja" userId="d0a12471-25a3-466a-a647-7cb796ed786c" providerId="ADAL" clId="{F7776A19-EE11-4685-80BB-3E6D5333E40D}" dt="2021-11-17T20:31:51.926" v="4394" actId="20577"/>
        <pc:sldMkLst>
          <pc:docMk/>
          <pc:sldMk cId="2999324340" sldId="272"/>
        </pc:sldMkLst>
        <pc:spChg chg="mod">
          <ac:chgData name="Ivan Granja" userId="d0a12471-25a3-466a-a647-7cb796ed786c" providerId="ADAL" clId="{F7776A19-EE11-4685-80BB-3E6D5333E40D}" dt="2021-11-17T20:10:28.154" v="3759"/>
          <ac:spMkLst>
            <pc:docMk/>
            <pc:sldMk cId="2999324340" sldId="272"/>
            <ac:spMk id="2" creationId="{A48F242E-EC2F-41FE-A0D7-29AC1F8EBC37}"/>
          </ac:spMkLst>
        </pc:spChg>
        <pc:spChg chg="mod">
          <ac:chgData name="Ivan Granja" userId="d0a12471-25a3-466a-a647-7cb796ed786c" providerId="ADAL" clId="{F7776A19-EE11-4685-80BB-3E6D5333E40D}" dt="2021-11-17T20:31:51.926" v="4394" actId="20577"/>
          <ac:spMkLst>
            <pc:docMk/>
            <pc:sldMk cId="2999324340" sldId="272"/>
            <ac:spMk id="3" creationId="{A0D70590-13F5-474B-A0CC-F0589B7A8904}"/>
          </ac:spMkLst>
        </pc:spChg>
        <pc:spChg chg="add del mod">
          <ac:chgData name="Ivan Granja" userId="d0a12471-25a3-466a-a647-7cb796ed786c" providerId="ADAL" clId="{F7776A19-EE11-4685-80BB-3E6D5333E40D}" dt="2021-11-17T20:27:57.185" v="4146"/>
          <ac:spMkLst>
            <pc:docMk/>
            <pc:sldMk cId="2999324340" sldId="272"/>
            <ac:spMk id="4" creationId="{86D76A89-C022-4225-B524-BFBD61CFC1FF}"/>
          </ac:spMkLst>
        </pc:spChg>
      </pc:sldChg>
      <pc:sldChg chg="modSp add mod">
        <pc:chgData name="Ivan Granja" userId="d0a12471-25a3-466a-a647-7cb796ed786c" providerId="ADAL" clId="{F7776A19-EE11-4685-80BB-3E6D5333E40D}" dt="2021-11-17T20:27:42.374" v="4144" actId="20577"/>
        <pc:sldMkLst>
          <pc:docMk/>
          <pc:sldMk cId="1044743343" sldId="273"/>
        </pc:sldMkLst>
        <pc:spChg chg="mod">
          <ac:chgData name="Ivan Granja" userId="d0a12471-25a3-466a-a647-7cb796ed786c" providerId="ADAL" clId="{F7776A19-EE11-4685-80BB-3E6D5333E40D}" dt="2021-11-17T20:27:42.374" v="4144" actId="20577"/>
          <ac:spMkLst>
            <pc:docMk/>
            <pc:sldMk cId="1044743343" sldId="273"/>
            <ac:spMk id="3" creationId="{A0D70590-13F5-474B-A0CC-F0589B7A8904}"/>
          </ac:spMkLst>
        </pc:spChg>
      </pc:sldChg>
      <pc:sldChg chg="del">
        <pc:chgData name="Ivan Granja" userId="d0a12471-25a3-466a-a647-7cb796ed786c" providerId="ADAL" clId="{F7776A19-EE11-4685-80BB-3E6D5333E40D}" dt="2021-11-11T09:25:54.372" v="111" actId="47"/>
        <pc:sldMkLst>
          <pc:docMk/>
          <pc:sldMk cId="2285211416" sldId="273"/>
        </pc:sldMkLst>
      </pc:sldChg>
      <pc:sldChg chg="modSp add mod">
        <pc:chgData name="Ivan Granja" userId="d0a12471-25a3-466a-a647-7cb796ed786c" providerId="ADAL" clId="{F7776A19-EE11-4685-80BB-3E6D5333E40D}" dt="2021-11-17T20:28:52.072" v="4197" actId="20577"/>
        <pc:sldMkLst>
          <pc:docMk/>
          <pc:sldMk cId="315589156" sldId="274"/>
        </pc:sldMkLst>
        <pc:spChg chg="mod">
          <ac:chgData name="Ivan Granja" userId="d0a12471-25a3-466a-a647-7cb796ed786c" providerId="ADAL" clId="{F7776A19-EE11-4685-80BB-3E6D5333E40D}" dt="2021-11-17T20:28:52.072" v="4197" actId="20577"/>
          <ac:spMkLst>
            <pc:docMk/>
            <pc:sldMk cId="315589156" sldId="274"/>
            <ac:spMk id="3" creationId="{A0D70590-13F5-474B-A0CC-F0589B7A8904}"/>
          </ac:spMkLst>
        </pc:spChg>
      </pc:sldChg>
      <pc:sldChg chg="del">
        <pc:chgData name="Ivan Granja" userId="d0a12471-25a3-466a-a647-7cb796ed786c" providerId="ADAL" clId="{F7776A19-EE11-4685-80BB-3E6D5333E40D}" dt="2021-11-11T09:25:54.534" v="112" actId="47"/>
        <pc:sldMkLst>
          <pc:docMk/>
          <pc:sldMk cId="2309941182" sldId="274"/>
        </pc:sldMkLst>
      </pc:sldChg>
      <pc:sldChg chg="del">
        <pc:chgData name="Ivan Granja" userId="d0a12471-25a3-466a-a647-7cb796ed786c" providerId="ADAL" clId="{F7776A19-EE11-4685-80BB-3E6D5333E40D}" dt="2021-11-11T09:25:54.686" v="113" actId="47"/>
        <pc:sldMkLst>
          <pc:docMk/>
          <pc:sldMk cId="3874581501" sldId="275"/>
        </pc:sldMkLst>
      </pc:sldChg>
      <pc:sldChg chg="del">
        <pc:chgData name="Ivan Granja" userId="d0a12471-25a3-466a-a647-7cb796ed786c" providerId="ADAL" clId="{F7776A19-EE11-4685-80BB-3E6D5333E40D}" dt="2021-11-11T09:25:55.326" v="114" actId="47"/>
        <pc:sldMkLst>
          <pc:docMk/>
          <pc:sldMk cId="12585971"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024165-7913-46B6-88B3-C29DC7E914B1}" type="datetimeFigureOut">
              <a:rPr lang="pt-BR" smtClean="0"/>
              <a:t>09/11/2023</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28AB8B-10FA-43D4-AC9A-953A332D9C19}" type="slidenum">
              <a:rPr lang="pt-BR" smtClean="0"/>
              <a:t>‹nº›</a:t>
            </a:fld>
            <a:endParaRPr lang="pt-BR"/>
          </a:p>
        </p:txBody>
      </p:sp>
    </p:spTree>
    <p:extLst>
      <p:ext uri="{BB962C8B-B14F-4D97-AF65-F5344CB8AC3E}">
        <p14:creationId xmlns:p14="http://schemas.microsoft.com/office/powerpoint/2010/main" val="2544425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D65D0F26-CB29-44E3-AD3E-26B118C78EB2}" type="datetimeFigureOut">
              <a:rPr lang="pt-BR" smtClean="0"/>
              <a:t>09/11/2023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235340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65D0F26-CB29-44E3-AD3E-26B118C78EB2}" type="datetimeFigureOut">
              <a:rPr lang="pt-BR" smtClean="0"/>
              <a:t>09/11/2023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4000592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D65D0F26-CB29-44E3-AD3E-26B118C78EB2}" type="datetimeFigureOut">
              <a:rPr lang="pt-BR" smtClean="0"/>
              <a:t>09/11/2023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1577711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D65D0F26-CB29-44E3-AD3E-26B118C78EB2}" type="datetimeFigureOut">
              <a:rPr lang="pt-BR" smtClean="0"/>
              <a:t>09/11/2023</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903124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D65D0F26-CB29-44E3-AD3E-26B118C78EB2}" type="datetimeFigureOut">
              <a:rPr lang="pt-BR" smtClean="0"/>
              <a:t>09/11/2023</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3366333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D65D0F26-CB29-44E3-AD3E-26B118C78EB2}" type="datetimeFigureOut">
              <a:rPr lang="pt-BR" smtClean="0"/>
              <a:t>09/11/2023</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1894979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D65D0F26-CB29-44E3-AD3E-26B118C78EB2}" type="datetimeFigureOut">
              <a:rPr lang="pt-BR" smtClean="0"/>
              <a:t>09/11/2023</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3623615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D65D0F26-CB29-44E3-AD3E-26B118C78EB2}" type="datetimeFigureOut">
              <a:rPr lang="pt-BR" smtClean="0"/>
              <a:t>09/11/2023</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207916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D65D0F26-CB29-44E3-AD3E-26B118C78EB2}" type="datetimeFigureOut">
              <a:rPr lang="pt-BR" smtClean="0"/>
              <a:t>09/11/2023</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1875333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65D0F26-CB29-44E3-AD3E-26B118C78EB2}" type="datetimeFigureOut">
              <a:rPr lang="pt-BR" smtClean="0"/>
              <a:t>09/11/2023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17211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65D0F26-CB29-44E3-AD3E-26B118C78EB2}" type="datetimeFigureOut">
              <a:rPr lang="pt-BR" smtClean="0"/>
              <a:t>09/11/2023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3687604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5D0F26-CB29-44E3-AD3E-26B118C78EB2}" type="datetimeFigureOut">
              <a:rPr lang="pt-BR" smtClean="0"/>
              <a:t>09/11/2023</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24E839-B3C1-4912-994F-FB8220718629}" type="slidenum">
              <a:rPr lang="pt-BR" smtClean="0"/>
              <a:t>‹nº›</a:t>
            </a:fld>
            <a:endParaRPr lang="pt-BR"/>
          </a:p>
        </p:txBody>
      </p:sp>
    </p:spTree>
    <p:extLst>
      <p:ext uri="{BB962C8B-B14F-4D97-AF65-F5344CB8AC3E}">
        <p14:creationId xmlns:p14="http://schemas.microsoft.com/office/powerpoint/2010/main" val="1081290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97390" y="1685071"/>
            <a:ext cx="9144000" cy="2387600"/>
          </a:xfrm>
        </p:spPr>
        <p:txBody>
          <a:bodyPr>
            <a:normAutofit fontScale="90000"/>
          </a:bodyPr>
          <a:lstStyle/>
          <a:p>
            <a:r>
              <a:rPr lang="pt-BR" b="1" dirty="0"/>
              <a:t>Engenharia de Sistemas e Engenharia de Software</a:t>
            </a:r>
            <a:br>
              <a:rPr lang="pt-BR" b="1" dirty="0"/>
            </a:br>
            <a:r>
              <a:rPr lang="pt-BR" b="1" dirty="0"/>
              <a:t>(Conteúdo da Parte 6 do SEBOK) </a:t>
            </a:r>
            <a:endParaRPr lang="pt-BR" dirty="0"/>
          </a:p>
        </p:txBody>
      </p:sp>
      <p:sp>
        <p:nvSpPr>
          <p:cNvPr id="3" name="Subtítulo 2"/>
          <p:cNvSpPr>
            <a:spLocks noGrp="1"/>
          </p:cNvSpPr>
          <p:nvPr>
            <p:ph type="subTitle" idx="1"/>
          </p:nvPr>
        </p:nvSpPr>
        <p:spPr>
          <a:xfrm>
            <a:off x="1636541" y="4773859"/>
            <a:ext cx="9144000" cy="1655762"/>
          </a:xfrm>
        </p:spPr>
        <p:txBody>
          <a:bodyPr>
            <a:normAutofit/>
          </a:bodyPr>
          <a:lstStyle/>
          <a:p>
            <a:r>
              <a:rPr lang="pt-BR" sz="3200" dirty="0"/>
              <a:t>Prof. Ivan Granja</a:t>
            </a:r>
          </a:p>
          <a:p>
            <a:r>
              <a:rPr lang="pt-BR" sz="3200" dirty="0"/>
              <a:t>PUC-Campinas</a:t>
            </a:r>
          </a:p>
          <a:p>
            <a:endParaRPr lang="pt-BR" sz="3200" dirty="0"/>
          </a:p>
        </p:txBody>
      </p:sp>
    </p:spTree>
    <p:extLst>
      <p:ext uri="{BB962C8B-B14F-4D97-AF65-F5344CB8AC3E}">
        <p14:creationId xmlns:p14="http://schemas.microsoft.com/office/powerpoint/2010/main" val="1201363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p:txBody>
          <a:bodyPr>
            <a:normAutofit fontScale="90000"/>
          </a:bodyPr>
          <a:lstStyle/>
          <a:p>
            <a:pPr algn="ctr"/>
            <a:r>
              <a:rPr lang="pt-BR" b="1" dirty="0"/>
              <a:t>Engenharia de Sistemas e Engenharia de Software</a:t>
            </a:r>
            <a:br>
              <a:rPr lang="pt-BR" dirty="0"/>
            </a:br>
            <a:r>
              <a:rPr lang="pt-BR" dirty="0"/>
              <a:t>Introdução</a:t>
            </a:r>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524657" y="1825625"/>
            <a:ext cx="11047750" cy="4667250"/>
          </a:xfrm>
        </p:spPr>
        <p:txBody>
          <a:bodyPr>
            <a:normAutofit/>
          </a:bodyPr>
          <a:lstStyle/>
          <a:p>
            <a:r>
              <a:rPr lang="pt-BR" dirty="0"/>
              <a:t>O software é proeminente na maioria das arquiteturas de sistemas modernos e, frequentemente, o principal meio de integrar parte e/ou componentes complexos do sistema do qual é parte. </a:t>
            </a:r>
          </a:p>
          <a:p>
            <a:r>
              <a:rPr lang="pt-BR" dirty="0"/>
              <a:t>Engenharia de software e engenharia de sistemas não são disciplinas meramente relacionadas; eles estão intimamente entrelaçadas. 
O </a:t>
            </a:r>
            <a:r>
              <a:rPr lang="pt-BR" dirty="0" err="1"/>
              <a:t>SEBoK</a:t>
            </a:r>
            <a:r>
              <a:rPr lang="pt-BR" dirty="0"/>
              <a:t> reconhece e abraça explicitamente o entrelaçamento entre engenharia de sistemas e engenharia de software</a:t>
            </a:r>
          </a:p>
          <a:p>
            <a:pPr lvl="1"/>
            <a:r>
              <a:rPr lang="pt-BR" dirty="0"/>
              <a:t> Define relações entre o </a:t>
            </a:r>
            <a:r>
              <a:rPr lang="pt-BR" dirty="0" err="1"/>
              <a:t>SEBoK</a:t>
            </a:r>
            <a:r>
              <a:rPr lang="pt-BR" dirty="0"/>
              <a:t> e o Guia para o Corpo de Conhecimento de Engenharia de Software (</a:t>
            </a:r>
            <a:r>
              <a:rPr lang="pt-BR" dirty="0" err="1"/>
              <a:t>SwEBOK</a:t>
            </a:r>
            <a:r>
              <a:rPr lang="pt-BR" dirty="0"/>
              <a:t>) (</a:t>
            </a:r>
            <a:r>
              <a:rPr lang="pt-BR" dirty="0" err="1"/>
              <a:t>Bourque</a:t>
            </a:r>
            <a:r>
              <a:rPr lang="pt-BR" dirty="0"/>
              <a:t>, e </a:t>
            </a:r>
            <a:r>
              <a:rPr lang="pt-BR" dirty="0" err="1"/>
              <a:t>Fairley</a:t>
            </a:r>
            <a:r>
              <a:rPr lang="pt-BR" dirty="0"/>
              <a:t> 2014).</a:t>
            </a:r>
          </a:p>
        </p:txBody>
      </p:sp>
    </p:spTree>
    <p:extLst>
      <p:ext uri="{BB962C8B-B14F-4D97-AF65-F5344CB8AC3E}">
        <p14:creationId xmlns:p14="http://schemas.microsoft.com/office/powerpoint/2010/main" val="3515366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p:txBody>
          <a:bodyPr>
            <a:normAutofit fontScale="90000"/>
          </a:bodyPr>
          <a:lstStyle/>
          <a:p>
            <a:pPr algn="ctr"/>
            <a:r>
              <a:rPr lang="pt-BR" b="1" dirty="0"/>
              <a:t>Engenharia de Sistemas e Engenharia de Software</a:t>
            </a:r>
            <a:br>
              <a:rPr lang="pt-BR" dirty="0"/>
            </a:br>
            <a:r>
              <a:rPr lang="pt-BR" dirty="0"/>
              <a:t>Disciplinas Irmãs.....</a:t>
            </a:r>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539646" y="1978700"/>
            <a:ext cx="11652354" cy="4649085"/>
          </a:xfrm>
        </p:spPr>
        <p:txBody>
          <a:bodyPr>
            <a:normAutofit fontScale="92500" lnSpcReduction="10000"/>
          </a:bodyPr>
          <a:lstStyle/>
          <a:p>
            <a:r>
              <a:rPr lang="pt-BR" dirty="0"/>
              <a:t>Engenheiros de software são como engenheiros de sistemas quando...</a:t>
            </a:r>
          </a:p>
          <a:p>
            <a:pPr marL="514350" indent="-514350">
              <a:buFont typeface="+mj-lt"/>
              <a:buAutoNum type="alphaUcPeriod"/>
            </a:pPr>
            <a:r>
              <a:rPr lang="pt-BR" dirty="0"/>
              <a:t>participam de análise e projeto, alocação de requisitos, supervisão do desenvolvimento de componentes, integração de componentes, verificação e validação, sustentação do ciclo de vida e descontinuação do sistema</a:t>
            </a:r>
          </a:p>
          <a:p>
            <a:pPr marL="514350" indent="-514350">
              <a:buFont typeface="+mj-lt"/>
              <a:buAutoNum type="alphaUcPeriod"/>
            </a:pPr>
            <a:r>
              <a:rPr lang="pt-BR" dirty="0"/>
              <a:t>Trabalham junto (ou como) especialista em componentes (por exemplo, interface de usuário, banco de dados, computação e especialistas em comunicação) que constroem ou obtêm os componentes de software necessários. </a:t>
            </a:r>
          </a:p>
          <a:p>
            <a:pPr marL="514350" indent="-514350">
              <a:buFont typeface="+mj-lt"/>
              <a:buAutoNum type="alphaUcPeriod"/>
            </a:pPr>
            <a:r>
              <a:rPr lang="pt-BR" dirty="0"/>
              <a:t>Adaptam componentes existentes, incorporam componentes fornecidos por clientes e organizações afiliadas e constroem novos componentes quando necessários</a:t>
            </a:r>
          </a:p>
          <a:p>
            <a:pPr marL="514350" indent="-514350">
              <a:buFont typeface="+mj-lt"/>
              <a:buAutoNum type="alphaUcPeriod"/>
            </a:pPr>
            <a:endParaRPr lang="pt-BR" dirty="0"/>
          </a:p>
          <a:p>
            <a:pPr marL="0" indent="0">
              <a:buNone/>
            </a:pPr>
            <a:r>
              <a:rPr lang="pt-BR" dirty="0"/>
              <a:t>Componentes em software = Bibliotecas, funções/serviços na nuvem, etc.</a:t>
            </a:r>
          </a:p>
        </p:txBody>
      </p:sp>
    </p:spTree>
    <p:extLst>
      <p:ext uri="{BB962C8B-B14F-4D97-AF65-F5344CB8AC3E}">
        <p14:creationId xmlns:p14="http://schemas.microsoft.com/office/powerpoint/2010/main" val="1250187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p:txBody>
          <a:bodyPr>
            <a:normAutofit fontScale="90000"/>
          </a:bodyPr>
          <a:lstStyle/>
          <a:p>
            <a:pPr algn="ctr"/>
            <a:r>
              <a:rPr lang="pt-BR" b="1" dirty="0"/>
              <a:t>Engenharia de Sistemas e Engenharia de Software</a:t>
            </a:r>
            <a:br>
              <a:rPr lang="pt-BR" dirty="0"/>
            </a:br>
            <a:r>
              <a:rPr lang="pt-BR" dirty="0"/>
              <a:t>Irmãs...., mas ao mesmo tempo diferentes</a:t>
            </a:r>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269823" y="1873769"/>
            <a:ext cx="11652354" cy="4879300"/>
          </a:xfrm>
        </p:spPr>
        <p:txBody>
          <a:bodyPr>
            <a:normAutofit lnSpcReduction="10000"/>
          </a:bodyPr>
          <a:lstStyle/>
          <a:p>
            <a:r>
              <a:rPr lang="pt-BR" dirty="0"/>
              <a:t>As semelhanças (slides anterior) fariam parecer que a engenharia de software é apenas uma aplicação da engenharia de sistemas, </a:t>
            </a:r>
            <a:r>
              <a:rPr lang="pt-BR" b="1" dirty="0"/>
              <a:t>mas esta é apenas uma aparência superficial. </a:t>
            </a:r>
          </a:p>
          <a:p>
            <a:r>
              <a:rPr lang="pt-BR" dirty="0"/>
              <a:t>As diferenças entre as duas disciplinas decorrem de alguns pontos de atenção que são fundamentais: </a:t>
            </a:r>
          </a:p>
          <a:p>
            <a:pPr marL="971550" lvl="1" indent="-514350">
              <a:buAutoNum type="arabicPeriod"/>
            </a:pPr>
            <a:r>
              <a:rPr lang="pt-BR" sz="2800" dirty="0"/>
              <a:t>Diferenças nas origens educacionais (disciplinas tradicionais de engenharia para SE e as disciplinas de computação para SWE) </a:t>
            </a:r>
          </a:p>
          <a:p>
            <a:pPr marL="971550" lvl="1" indent="-514350">
              <a:buAutoNum type="arabicPeriod"/>
            </a:pPr>
            <a:r>
              <a:rPr lang="pt-BR" sz="2800" dirty="0"/>
              <a:t>Experiências de trabalho que resultam em diferentes abordagens para a resolução de problemas, por parte do Engenheiro de Sistemas e do Engenheiro de Software </a:t>
            </a:r>
          </a:p>
          <a:p>
            <a:pPr marL="971550" lvl="1" indent="-514350">
              <a:buAutoNum type="arabicPeriod"/>
            </a:pPr>
            <a:r>
              <a:rPr lang="pt-BR" sz="2800" dirty="0"/>
              <a:t>Diferentes formas de aplicar conceitos comuns, com base nas naturezas contrastantes do meio lógico (envelopado) dos software e o meio físico (mundo dos fenômenos da física) da engenharia tradicional</a:t>
            </a:r>
          </a:p>
        </p:txBody>
      </p:sp>
    </p:spTree>
    <p:extLst>
      <p:ext uri="{BB962C8B-B14F-4D97-AF65-F5344CB8AC3E}">
        <p14:creationId xmlns:p14="http://schemas.microsoft.com/office/powerpoint/2010/main" val="387213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a:xfrm>
            <a:off x="838200" y="114407"/>
            <a:ext cx="10515600" cy="1325563"/>
          </a:xfrm>
        </p:spPr>
        <p:txBody>
          <a:bodyPr>
            <a:normAutofit fontScale="90000"/>
          </a:bodyPr>
          <a:lstStyle/>
          <a:p>
            <a:pPr algn="ctr"/>
            <a:r>
              <a:rPr lang="pt-BR" b="1" dirty="0"/>
              <a:t>Engenharia de Sistemas e Engenharia de Software</a:t>
            </a:r>
            <a:br>
              <a:rPr lang="pt-BR" dirty="0"/>
            </a:br>
            <a:r>
              <a:rPr lang="pt-BR" dirty="0"/>
              <a:t>disciplinas que se realimentam mutuamente</a:t>
            </a:r>
          </a:p>
        </p:txBody>
      </p:sp>
      <p:pic>
        <p:nvPicPr>
          <p:cNvPr id="7" name="Imagem 6">
            <a:extLst>
              <a:ext uri="{FF2B5EF4-FFF2-40B4-BE49-F238E27FC236}">
                <a16:creationId xmlns:a16="http://schemas.microsoft.com/office/drawing/2014/main" id="{7508452E-AB36-412E-B824-5FE432ACF06B}"/>
              </a:ext>
            </a:extLst>
          </p:cNvPr>
          <p:cNvPicPr>
            <a:picLocks noChangeAspect="1"/>
          </p:cNvPicPr>
          <p:nvPr/>
        </p:nvPicPr>
        <p:blipFill>
          <a:blip r:embed="rId2"/>
          <a:stretch>
            <a:fillRect/>
          </a:stretch>
        </p:blipFill>
        <p:spPr>
          <a:xfrm>
            <a:off x="1335423" y="1655879"/>
            <a:ext cx="7882718" cy="4847137"/>
          </a:xfrm>
          <a:prstGeom prst="rect">
            <a:avLst/>
          </a:prstGeom>
        </p:spPr>
      </p:pic>
      <p:sp>
        <p:nvSpPr>
          <p:cNvPr id="4" name="CaixaDeTexto 3">
            <a:extLst>
              <a:ext uri="{FF2B5EF4-FFF2-40B4-BE49-F238E27FC236}">
                <a16:creationId xmlns:a16="http://schemas.microsoft.com/office/drawing/2014/main" id="{91FEC520-497D-4B51-BD2A-4F51ABD991DB}"/>
              </a:ext>
            </a:extLst>
          </p:cNvPr>
          <p:cNvSpPr txBox="1"/>
          <p:nvPr/>
        </p:nvSpPr>
        <p:spPr>
          <a:xfrm>
            <a:off x="5899640" y="6211669"/>
            <a:ext cx="6554440" cy="461665"/>
          </a:xfrm>
          <a:prstGeom prst="rect">
            <a:avLst/>
          </a:prstGeom>
          <a:noFill/>
        </p:spPr>
        <p:txBody>
          <a:bodyPr wrap="square">
            <a:spAutoFit/>
          </a:bodyPr>
          <a:lstStyle/>
          <a:p>
            <a:r>
              <a:rPr lang="en-US" sz="1200" b="1" dirty="0"/>
              <a:t>Fonte: </a:t>
            </a:r>
            <a:r>
              <a:rPr lang="en-US" sz="1200" dirty="0"/>
              <a:t>BKCASE EDITORIAL BOARD. The guide to the systems engineering body of knowledge (</a:t>
            </a:r>
            <a:r>
              <a:rPr lang="en-US" sz="1200" dirty="0" err="1"/>
              <a:t>SEBoK</a:t>
            </a:r>
            <a:r>
              <a:rPr lang="en-US" sz="1200" dirty="0"/>
              <a:t>). R.J. Cloutier (Editor in Chief). Hoboken, NJ: The Trustees of the Stevens Institute of Technology. 2021.</a:t>
            </a:r>
            <a:endParaRPr lang="pt-BR" sz="1200" dirty="0"/>
          </a:p>
        </p:txBody>
      </p:sp>
    </p:spTree>
    <p:extLst>
      <p:ext uri="{BB962C8B-B14F-4D97-AF65-F5344CB8AC3E}">
        <p14:creationId xmlns:p14="http://schemas.microsoft.com/office/powerpoint/2010/main" val="2387565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a:xfrm>
            <a:off x="54964" y="365125"/>
            <a:ext cx="11982138" cy="1325563"/>
          </a:xfrm>
        </p:spPr>
        <p:txBody>
          <a:bodyPr>
            <a:normAutofit fontScale="90000"/>
          </a:bodyPr>
          <a:lstStyle/>
          <a:p>
            <a:pPr algn="ctr"/>
            <a:r>
              <a:rPr lang="pt-BR" b="1" dirty="0"/>
              <a:t>Engenharia de Sistemas e Engenharia de Software</a:t>
            </a:r>
            <a:br>
              <a:rPr lang="pt-BR" dirty="0"/>
            </a:br>
            <a:r>
              <a:rPr lang="pt-BR" dirty="0"/>
              <a:t>Áreas muito relacionadas, mas ainda pouco articuladas</a:t>
            </a:r>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269823" y="1873769"/>
            <a:ext cx="11652354" cy="4879300"/>
          </a:xfrm>
        </p:spPr>
        <p:txBody>
          <a:bodyPr>
            <a:normAutofit lnSpcReduction="10000"/>
          </a:bodyPr>
          <a:lstStyle/>
          <a:p>
            <a:pPr marL="0" indent="0">
              <a:buNone/>
            </a:pPr>
            <a:r>
              <a:rPr lang="pt-BR" dirty="0"/>
              <a:t>O software é fundamental para o desempenho, recursos e valor da maioria dos sistemas de engenharia modernos. </a:t>
            </a:r>
          </a:p>
          <a:p>
            <a:pPr lvl="1"/>
            <a:r>
              <a:rPr lang="pt-BR" dirty="0"/>
              <a:t>Não é apenas parte do sistema, mas muitas vezes molda a arquitetura do sistema</a:t>
            </a:r>
          </a:p>
          <a:p>
            <a:pPr lvl="1"/>
            <a:r>
              <a:rPr lang="pt-BR" dirty="0"/>
              <a:t>impulsiona grande parte de sua complexidade e comportamento emergente </a:t>
            </a:r>
          </a:p>
          <a:p>
            <a:pPr lvl="1"/>
            <a:r>
              <a:rPr lang="pt-BR" dirty="0"/>
              <a:t>esforça sua verificação</a:t>
            </a:r>
          </a:p>
          <a:p>
            <a:pPr lvl="1"/>
            <a:r>
              <a:rPr lang="pt-BR" dirty="0"/>
              <a:t>e impulsiona grande parte do custo e cronograma de seu desenvolvimento. </a:t>
            </a:r>
          </a:p>
          <a:p>
            <a:pPr marL="0" indent="0">
              <a:buNone/>
            </a:pPr>
            <a:endParaRPr lang="pt-BR" dirty="0"/>
          </a:p>
          <a:p>
            <a:pPr marL="0" indent="0">
              <a:buNone/>
            </a:pPr>
            <a:r>
              <a:rPr lang="pt-BR" dirty="0"/>
              <a:t>Dado o quão significativo um software de impacto tem no desenvolvimento do sistema e a complexidade dos sistemas modernos, seria de esperar que a relação entre as disciplinas de engenharia de sistemas (SE) e engenharia de software (</a:t>
            </a:r>
            <a:r>
              <a:rPr lang="pt-BR" dirty="0" err="1"/>
              <a:t>SwE</a:t>
            </a:r>
            <a:r>
              <a:rPr lang="pt-BR" dirty="0"/>
              <a:t>) fosse bem definida. </a:t>
            </a:r>
            <a:r>
              <a:rPr lang="pt-BR" b="1" dirty="0"/>
              <a:t>No entanto, a relação não é, de fato, bem compreendida ou articulada</a:t>
            </a:r>
            <a:endParaRPr lang="pt-BR" sz="2800" b="1" dirty="0"/>
          </a:p>
        </p:txBody>
      </p:sp>
    </p:spTree>
    <p:extLst>
      <p:ext uri="{BB962C8B-B14F-4D97-AF65-F5344CB8AC3E}">
        <p14:creationId xmlns:p14="http://schemas.microsoft.com/office/powerpoint/2010/main" val="781388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p:txBody>
          <a:bodyPr>
            <a:normAutofit fontScale="90000"/>
          </a:bodyPr>
          <a:lstStyle/>
          <a:p>
            <a:pPr algn="ctr"/>
            <a:r>
              <a:rPr lang="pt-BR" b="1" dirty="0"/>
              <a:t>Engenharia de Sistemas e Engenharia de Software</a:t>
            </a:r>
            <a:br>
              <a:rPr lang="pt-BR" dirty="0"/>
            </a:br>
            <a:r>
              <a:rPr lang="pt-BR" dirty="0"/>
              <a:t>Outras Áreas Relacionadas</a:t>
            </a:r>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269823" y="1873769"/>
            <a:ext cx="11652354" cy="4879300"/>
          </a:xfrm>
        </p:spPr>
        <p:txBody>
          <a:bodyPr>
            <a:normAutofit fontScale="92500" lnSpcReduction="10000"/>
          </a:bodyPr>
          <a:lstStyle/>
          <a:p>
            <a:pPr marL="0" indent="0">
              <a:buNone/>
            </a:pPr>
            <a:r>
              <a:rPr lang="pt-BR" dirty="0"/>
              <a:t>A Parte 6 do </a:t>
            </a:r>
            <a:r>
              <a:rPr lang="pt-BR" dirty="0" err="1"/>
              <a:t>SEBoK</a:t>
            </a:r>
            <a:r>
              <a:rPr lang="pt-BR" dirty="0"/>
              <a:t> descreve diversas áreas com as quais a Engenharia de Sistemas mantém relações muito sólidas e mutuamente dependentes:</a:t>
            </a:r>
          </a:p>
          <a:p>
            <a:endParaRPr lang="pt-BR" dirty="0"/>
          </a:p>
          <a:p>
            <a:r>
              <a:rPr lang="pt-BR" dirty="0"/>
              <a:t>Engenharia de Sistemas e Engenharia Ambiental</a:t>
            </a:r>
          </a:p>
          <a:p>
            <a:r>
              <a:rPr lang="pt-BR" dirty="0"/>
              <a:t>Engenharia de Sistemas e Engenharia Espacial e Geodésica</a:t>
            </a:r>
          </a:p>
          <a:p>
            <a:r>
              <a:rPr lang="pt-BR" dirty="0"/>
              <a:t>Engenharia de Sistemas e Engenharia Industrial (de Produção)</a:t>
            </a:r>
          </a:p>
          <a:p>
            <a:r>
              <a:rPr lang="pt-BR" dirty="0"/>
              <a:t>Engenharia de Sistemas e Gerenciamento de Projetos</a:t>
            </a:r>
          </a:p>
          <a:p>
            <a:r>
              <a:rPr lang="pt-BR" b="1" dirty="0"/>
              <a:t>Engenharia de Sistemas e Engenharia de Software</a:t>
            </a:r>
          </a:p>
          <a:p>
            <a:r>
              <a:rPr lang="pt-BR" dirty="0"/>
              <a:t>Engenharia de Sistemas e atributos da qualidade</a:t>
            </a:r>
          </a:p>
          <a:p>
            <a:pPr marL="0" indent="0">
              <a:buNone/>
            </a:pPr>
            <a:r>
              <a:rPr lang="pt-BR" dirty="0"/>
              <a:t>
</a:t>
            </a:r>
            <a:endParaRPr lang="pt-BR" sz="2800" dirty="0"/>
          </a:p>
        </p:txBody>
      </p:sp>
    </p:spTree>
    <p:extLst>
      <p:ext uri="{BB962C8B-B14F-4D97-AF65-F5344CB8AC3E}">
        <p14:creationId xmlns:p14="http://schemas.microsoft.com/office/powerpoint/2010/main" val="1158026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a:xfrm>
            <a:off x="838200" y="104931"/>
            <a:ext cx="10515600" cy="1325563"/>
          </a:xfrm>
        </p:spPr>
        <p:txBody>
          <a:bodyPr>
            <a:normAutofit fontScale="90000"/>
          </a:bodyPr>
          <a:lstStyle/>
          <a:p>
            <a:pPr algn="ctr"/>
            <a:r>
              <a:rPr lang="pt-BR" b="1" dirty="0"/>
              <a:t>Engenharia de Sistemas e Engenharia de Software</a:t>
            </a:r>
            <a:br>
              <a:rPr lang="pt-BR" dirty="0"/>
            </a:br>
            <a:r>
              <a:rPr lang="pt-BR" dirty="0"/>
              <a:t>Áreas Relacionadas</a:t>
            </a:r>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269823" y="1430494"/>
            <a:ext cx="11722308" cy="5427506"/>
          </a:xfrm>
        </p:spPr>
        <p:txBody>
          <a:bodyPr>
            <a:normAutofit lnSpcReduction="10000"/>
          </a:bodyPr>
          <a:lstStyle/>
          <a:p>
            <a:pPr marL="0" indent="0">
              <a:buNone/>
            </a:pPr>
            <a:r>
              <a:rPr lang="pt-BR" sz="3000" dirty="0"/>
              <a:t>As relações principais das engenharia de sistemas (</a:t>
            </a:r>
            <a:r>
              <a:rPr lang="pt-BR" sz="3000" b="1" dirty="0"/>
              <a:t>SE</a:t>
            </a:r>
            <a:r>
              <a:rPr lang="pt-BR" sz="3000" dirty="0"/>
              <a:t>) com a engenharia de software (</a:t>
            </a:r>
            <a:r>
              <a:rPr lang="pt-BR" sz="3000" b="1" dirty="0" err="1"/>
              <a:t>SwE</a:t>
            </a:r>
            <a:r>
              <a:rPr lang="pt-BR" sz="3000" dirty="0"/>
              <a:t>) são descritas e são partes uma área de conhecimento (</a:t>
            </a:r>
            <a:r>
              <a:rPr lang="pt-BR" sz="3000" dirty="0" err="1"/>
              <a:t>KAs</a:t>
            </a:r>
            <a:r>
              <a:rPr lang="pt-BR" sz="3000" dirty="0"/>
              <a:t>) do SEBOK (Cap 6), que são agrupamentos de informações com um tema relacionado, por sua vez, divididos em tópicos. </a:t>
            </a:r>
          </a:p>
          <a:p>
            <a:pPr marL="0" indent="0">
              <a:buNone/>
            </a:pPr>
            <a:r>
              <a:rPr lang="pt-BR" sz="3000" dirty="0"/>
              <a:t>A área de conhecimento (KA) que relaciona </a:t>
            </a:r>
            <a:r>
              <a:rPr lang="pt-BR" sz="3000" b="1" dirty="0"/>
              <a:t>SE</a:t>
            </a:r>
            <a:r>
              <a:rPr lang="pt-BR" sz="3000" dirty="0"/>
              <a:t> e </a:t>
            </a:r>
            <a:r>
              <a:rPr lang="pt-BR" sz="3000" b="1" dirty="0" err="1"/>
              <a:t>SwE</a:t>
            </a:r>
            <a:r>
              <a:rPr lang="pt-BR" sz="3000" dirty="0"/>
              <a:t> contém os seguintes tópicos, que todo engenheiro de sistema deveria conhecer (pelo menos): </a:t>
            </a:r>
          </a:p>
          <a:p>
            <a:pPr lvl="1"/>
            <a:r>
              <a:rPr lang="pt-BR" sz="2600" dirty="0"/>
              <a:t>As semelhanças do ciclo de vida Engenharia de Software com o Ciclo de Vida da Engenharia de Sistemas, e os pontos de contato entre ambos.</a:t>
            </a:r>
          </a:p>
          <a:p>
            <a:pPr lvl="1"/>
            <a:r>
              <a:rPr lang="pt-BR" sz="2600" dirty="0"/>
              <a:t>A Natureza “lógica” do Software (envelopada dos fenômenos físicos)</a:t>
            </a:r>
          </a:p>
          <a:p>
            <a:pPr lvl="1"/>
            <a:r>
              <a:rPr lang="pt-BR" sz="2600" dirty="0"/>
              <a:t>Visão geral do Guia SWEBOK (Corpo conhecimento da Engenharia de Software)</a:t>
            </a:r>
          </a:p>
          <a:p>
            <a:pPr lvl="1"/>
            <a:r>
              <a:rPr lang="pt-BR" sz="2600" dirty="0"/>
              <a:t>Assuntos-chave que um engenheiro de sistemas precisa saber sobre engenharia de software </a:t>
            </a:r>
          </a:p>
          <a:p>
            <a:pPr lvl="1"/>
            <a:r>
              <a:rPr lang="pt-BR" sz="2600" dirty="0"/>
              <a:t>Recursos de Engenharia de Software – Modelos, Processos, Métodos, Ferramentas, Padrões e Métricas/Indicadores</a:t>
            </a:r>
          </a:p>
        </p:txBody>
      </p:sp>
    </p:spTree>
    <p:extLst>
      <p:ext uri="{BB962C8B-B14F-4D97-AF65-F5344CB8AC3E}">
        <p14:creationId xmlns:p14="http://schemas.microsoft.com/office/powerpoint/2010/main" val="3033825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p:txBody>
          <a:bodyPr>
            <a:normAutofit fontScale="90000"/>
          </a:bodyPr>
          <a:lstStyle/>
          <a:p>
            <a:pPr algn="ctr"/>
            <a:r>
              <a:rPr lang="pt-BR" b="1" dirty="0"/>
              <a:t>Engenharia de Sistemas e Engenharia de Software</a:t>
            </a:r>
            <a:br>
              <a:rPr lang="pt-BR" dirty="0"/>
            </a:br>
            <a:r>
              <a:rPr lang="pt-BR" dirty="0"/>
              <a:t>1. Ciclo de Vida Semelhantes</a:t>
            </a:r>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269823" y="1873769"/>
            <a:ext cx="11652354" cy="4879300"/>
          </a:xfrm>
        </p:spPr>
        <p:txBody>
          <a:bodyPr>
            <a:normAutofit lnSpcReduction="10000"/>
          </a:bodyPr>
          <a:lstStyle/>
          <a:p>
            <a:pPr marL="0" indent="0">
              <a:buNone/>
            </a:pPr>
            <a:r>
              <a:rPr lang="pt-BR" dirty="0"/>
              <a:t>A norma de engenharia de software ISO/IEC/IEEE 12207 (2008) considera duas situações acerca das semelhanças e pontos de contato entre os ciclos de vida: 
</a:t>
            </a:r>
          </a:p>
          <a:p>
            <a:r>
              <a:rPr lang="pt-BR" dirty="0"/>
              <a:t>O ciclo de vida dos produtos de software, contendo hardware físico mínimo, deve usar processos específicos de software e um ciclo de vida “simples” (adequado para </a:t>
            </a:r>
            <a:r>
              <a:rPr lang="pt-BR" i="1" dirty="0"/>
              <a:t>software-</a:t>
            </a:r>
            <a:r>
              <a:rPr lang="pt-BR" i="1" dirty="0" err="1"/>
              <a:t>only</a:t>
            </a:r>
            <a:r>
              <a:rPr lang="pt-BR" dirty="0"/>
              <a:t>). Disso emerge o </a:t>
            </a:r>
            <a:r>
              <a:rPr lang="pt-BR" i="1" dirty="0" err="1"/>
              <a:t>agile</a:t>
            </a:r>
            <a:r>
              <a:rPr lang="pt-BR" dirty="0"/>
              <a:t>.</a:t>
            </a:r>
          </a:p>
          <a:p>
            <a:endParaRPr lang="pt-BR" sz="1200" dirty="0"/>
          </a:p>
          <a:p>
            <a:r>
              <a:rPr lang="pt-BR" dirty="0"/>
              <a:t>O ciclo de vida de sistemas com um conteúdo de software significativo (às vezes chamados de sistemas intensivos de software) e/ou software com grandes quantidades de hardware físico, deve integrar os processos e o ciclo de vida de software (</a:t>
            </a:r>
            <a:r>
              <a:rPr lang="pt-BR" b="1" dirty="0" err="1"/>
              <a:t>SwE</a:t>
            </a:r>
            <a:r>
              <a:rPr lang="pt-BR" dirty="0"/>
              <a:t>) ao ciclo de vida da Engenharia de Sistemas (</a:t>
            </a:r>
            <a:r>
              <a:rPr lang="pt-BR" b="1" dirty="0"/>
              <a:t>SE</a:t>
            </a:r>
            <a:r>
              <a:rPr lang="pt-BR" dirty="0"/>
              <a:t>).</a:t>
            </a:r>
          </a:p>
          <a:p>
            <a:pPr lvl="1"/>
            <a:r>
              <a:rPr lang="pt-BR" dirty="0"/>
              <a:t>Isso poderá exigir uma abordagem ou processo muito mais “heurístico” e prescritivo.</a:t>
            </a:r>
          </a:p>
        </p:txBody>
      </p:sp>
    </p:spTree>
    <p:extLst>
      <p:ext uri="{BB962C8B-B14F-4D97-AF65-F5344CB8AC3E}">
        <p14:creationId xmlns:p14="http://schemas.microsoft.com/office/powerpoint/2010/main" val="3248499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p:txBody>
          <a:bodyPr>
            <a:normAutofit fontScale="90000"/>
          </a:bodyPr>
          <a:lstStyle/>
          <a:p>
            <a:pPr algn="ctr"/>
            <a:r>
              <a:rPr lang="pt-BR" b="1" dirty="0"/>
              <a:t>Engenharia de Sistemas e Engenharia de Software</a:t>
            </a:r>
            <a:br>
              <a:rPr lang="pt-BR" dirty="0"/>
            </a:br>
            <a:r>
              <a:rPr lang="pt-BR" dirty="0"/>
              <a:t>2. A Natureza “lógica” do software</a:t>
            </a:r>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269823" y="1873769"/>
            <a:ext cx="11652354" cy="4879300"/>
          </a:xfrm>
        </p:spPr>
        <p:txBody>
          <a:bodyPr>
            <a:normAutofit fontScale="85000" lnSpcReduction="20000"/>
          </a:bodyPr>
          <a:lstStyle/>
          <a:p>
            <a:pPr marL="0" indent="0">
              <a:buNone/>
            </a:pPr>
            <a:r>
              <a:rPr lang="pt-BR" dirty="0"/>
              <a:t>Fred Brooks observou que algumas propriedades do software, tomadas em conjunto, o diferenciam de outros tipos de artefatos/produtos de engenharia, que são:
1. complexidade – muitíssimas partes
2. conformidade- não diretamente sujeito aos fenômenos físicos do mundo
3. capacidade de mudança (</a:t>
            </a:r>
            <a:r>
              <a:rPr lang="pt-BR" i="1" dirty="0" err="1"/>
              <a:t>changeability</a:t>
            </a:r>
            <a:r>
              <a:rPr lang="pt-BR" dirty="0"/>
              <a:t>) – é flexível, por isso, software  pode evoluir, ser melhorado, mais do que apenas corrigido 
4. invisibilidade  - software é lógico e abstrato</a:t>
            </a:r>
          </a:p>
          <a:p>
            <a:pPr marL="0" indent="0">
              <a:buNone/>
            </a:pPr>
            <a:r>
              <a:rPr lang="pt-BR" dirty="0"/>
              <a:t>5. Singularidade (</a:t>
            </a:r>
            <a:r>
              <a:rPr lang="pt-BR" i="1" dirty="0" err="1"/>
              <a:t>uniqueness</a:t>
            </a:r>
            <a:r>
              <a:rPr lang="pt-BR" dirty="0"/>
              <a:t>) – software é sempre único, diverso de outro.
</a:t>
            </a:r>
          </a:p>
          <a:p>
            <a:pPr marL="0" indent="0">
              <a:buNone/>
            </a:pPr>
            <a:r>
              <a:rPr lang="pt-BR" b="1" dirty="0"/>
              <a:t>E Brooks afirma: “</a:t>
            </a:r>
            <a:r>
              <a:rPr lang="pt-BR" dirty="0"/>
              <a:t>As entidades de software são mais complexas para o seu tamanho do que talvez qualquer outra construção humana, porque não há duas partes iguais (pelo menos acima do nível de demonstração). Se forem, fazemos a construção das duas partes similares como uma única sub-rotina - aberta ou fechada. A este respeito, os sistemas de software diferem profundamente de computadores, eletrônicos, edifícios, aviões ou automóveis, onde elementos repetidos abundam.” (Brooks 1995, p 82)</a:t>
            </a:r>
            <a:endParaRPr lang="pt-BR" sz="2800" dirty="0"/>
          </a:p>
        </p:txBody>
      </p:sp>
    </p:spTree>
    <p:extLst>
      <p:ext uri="{BB962C8B-B14F-4D97-AF65-F5344CB8AC3E}">
        <p14:creationId xmlns:p14="http://schemas.microsoft.com/office/powerpoint/2010/main" val="1920663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p:txBody>
          <a:bodyPr>
            <a:normAutofit fontScale="90000"/>
          </a:bodyPr>
          <a:lstStyle/>
          <a:p>
            <a:pPr algn="ctr"/>
            <a:r>
              <a:rPr lang="pt-BR" b="1" dirty="0"/>
              <a:t>Engenharia de Sistemas e Engenharia de Software</a:t>
            </a:r>
            <a:br>
              <a:rPr lang="pt-BR" dirty="0"/>
            </a:br>
            <a:r>
              <a:rPr lang="pt-BR" dirty="0"/>
              <a:t>3. </a:t>
            </a:r>
            <a:r>
              <a:rPr lang="pt-BR" sz="4400" dirty="0"/>
              <a:t>Visão geral do Guia SWEBOK </a:t>
            </a:r>
            <a:endParaRPr lang="pt-BR" dirty="0"/>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269823" y="1873769"/>
            <a:ext cx="11652354" cy="4879300"/>
          </a:xfrm>
        </p:spPr>
        <p:txBody>
          <a:bodyPr>
            <a:normAutofit/>
          </a:bodyPr>
          <a:lstStyle/>
          <a:p>
            <a:r>
              <a:rPr lang="pt-BR" dirty="0"/>
              <a:t>Todo Engenheiro de sistemas deveria conhecer intimamente (da mesma forma que cônjuges se conhecem) o SEBOK.</a:t>
            </a:r>
          </a:p>
          <a:p>
            <a:r>
              <a:rPr lang="pt-BR" dirty="0"/>
              <a:t>Mas, ao mesmo tempo, deveria ter a intimidade de um amigo (talvez um confidente) no conhecimento do Guia Geral (Corpo de Conhecimentos) da Engenharia De Software (</a:t>
            </a:r>
            <a:r>
              <a:rPr lang="pt-BR" dirty="0" err="1"/>
              <a:t>SwEBOK</a:t>
            </a:r>
            <a:r>
              <a:rPr lang="pt-BR" dirty="0"/>
              <a:t>)
A recíproca também vale, especialmente para o engenheiro de software que constrói </a:t>
            </a:r>
            <a:r>
              <a:rPr lang="pt-BR" i="1" dirty="0"/>
              <a:t>software-</a:t>
            </a:r>
            <a:r>
              <a:rPr lang="pt-BR" i="1" dirty="0" err="1"/>
              <a:t>intensive</a:t>
            </a:r>
            <a:r>
              <a:rPr lang="pt-BR" i="1" dirty="0"/>
              <a:t> systems</a:t>
            </a:r>
            <a:r>
              <a:rPr lang="pt-BR" dirty="0"/>
              <a:t> (altamente dependentes de software), ou seja, tem atuação profissional além da construção de sites, aplicativos, sistemas de informação e outros softwares que, diga-se de passagem, são tão importantes quanto os sistemas altamente dependentes de software.</a:t>
            </a:r>
            <a:endParaRPr lang="pt-BR" sz="2800" dirty="0"/>
          </a:p>
        </p:txBody>
      </p:sp>
    </p:spTree>
    <p:extLst>
      <p:ext uri="{BB962C8B-B14F-4D97-AF65-F5344CB8AC3E}">
        <p14:creationId xmlns:p14="http://schemas.microsoft.com/office/powerpoint/2010/main" val="259270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a:xfrm>
            <a:off x="838199" y="365125"/>
            <a:ext cx="10809157" cy="1325563"/>
          </a:xfrm>
        </p:spPr>
        <p:txBody>
          <a:bodyPr>
            <a:normAutofit fontScale="90000"/>
          </a:bodyPr>
          <a:lstStyle/>
          <a:p>
            <a:pPr algn="ctr"/>
            <a:r>
              <a:rPr lang="pt-BR" b="1" dirty="0"/>
              <a:t>Engenharia de Sistemas e Engenharia de Software</a:t>
            </a:r>
            <a:br>
              <a:rPr lang="pt-BR" dirty="0"/>
            </a:br>
            <a:r>
              <a:rPr lang="pt-BR" dirty="0"/>
              <a:t>4. </a:t>
            </a:r>
            <a:r>
              <a:rPr lang="pt-BR" sz="4400" dirty="0"/>
              <a:t>Assuntos-Chave que um ES deve saber sobre </a:t>
            </a:r>
            <a:r>
              <a:rPr lang="pt-BR" sz="4400" dirty="0" err="1"/>
              <a:t>ESw</a:t>
            </a:r>
            <a:endParaRPr lang="pt-BR" dirty="0"/>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269823" y="1873769"/>
            <a:ext cx="11652354" cy="4879300"/>
          </a:xfrm>
        </p:spPr>
        <p:txBody>
          <a:bodyPr>
            <a:normAutofit/>
          </a:bodyPr>
          <a:lstStyle/>
          <a:p>
            <a:pPr marL="514350" indent="-514350">
              <a:buFont typeface="+mj-lt"/>
              <a:buAutoNum type="arabicPeriod"/>
            </a:pPr>
            <a:r>
              <a:rPr lang="pt-BR" dirty="0"/>
              <a:t>O Tempo, esforço, custos e despesas dedicadas ao desenvolvimento de software são mais complexo do que a maioria dos outros componentes de um sistema
Testes e revisões de software são processo orientados por amostragem
O software geralmente fornece as interfaces que interconectam outros componentes de um sistema
Cada produto de software é único 
Em muitos casos, os requisitos alocados para o software devem ser renegociados e </a:t>
            </a:r>
            <a:r>
              <a:rPr lang="pt-BR" dirty="0" err="1"/>
              <a:t>re-priorizados</a:t>
            </a:r>
            <a:r>
              <a:rPr lang="pt-BR" dirty="0"/>
              <a:t>
Os requisitos de software são propensos a mudanças frequentes</a:t>
            </a:r>
            <a:endParaRPr lang="pt-BR" sz="2800" dirty="0"/>
          </a:p>
        </p:txBody>
      </p:sp>
    </p:spTree>
    <p:extLst>
      <p:ext uri="{BB962C8B-B14F-4D97-AF65-F5344CB8AC3E}">
        <p14:creationId xmlns:p14="http://schemas.microsoft.com/office/powerpoint/2010/main" val="1948100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a:xfrm>
            <a:off x="838199" y="365125"/>
            <a:ext cx="10809157" cy="1325563"/>
          </a:xfrm>
        </p:spPr>
        <p:txBody>
          <a:bodyPr>
            <a:normAutofit fontScale="90000"/>
          </a:bodyPr>
          <a:lstStyle/>
          <a:p>
            <a:pPr algn="ctr"/>
            <a:r>
              <a:rPr lang="pt-BR" b="1" dirty="0"/>
              <a:t>Engenharia de Sistemas e Engenharia de Software</a:t>
            </a:r>
            <a:br>
              <a:rPr lang="pt-BR" dirty="0"/>
            </a:br>
            <a:r>
              <a:rPr lang="pt-BR" dirty="0"/>
              <a:t>4. </a:t>
            </a:r>
            <a:r>
              <a:rPr lang="pt-BR" sz="4400" dirty="0"/>
              <a:t>Assuntos-Chave que um ES deve saber sobre </a:t>
            </a:r>
            <a:r>
              <a:rPr lang="pt-BR" sz="4400" dirty="0" err="1"/>
              <a:t>ESw</a:t>
            </a:r>
            <a:endParaRPr lang="pt-BR" dirty="0"/>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269823" y="1873769"/>
            <a:ext cx="11652354" cy="4879300"/>
          </a:xfrm>
        </p:spPr>
        <p:txBody>
          <a:bodyPr>
            <a:normAutofit/>
          </a:bodyPr>
          <a:lstStyle/>
          <a:p>
            <a:pPr marL="514350" indent="-514350">
              <a:buFont typeface="+mj-lt"/>
              <a:buAutoNum type="arabicPeriod" startAt="7"/>
            </a:pPr>
            <a:r>
              <a:rPr lang="pt-BR" dirty="0"/>
              <a:t>Pequenas mudanças no software podem ter grandes efeitos negativos 
Alguns atributos de qualidade para software são subjetivamente avaliados  
O termo prototipação tem conotações diferentes para engenheiros de sistemas e engenheiros de software 
A segurança cibernética é uma preocupação presente e crescente para sistemas que incorporam software
O crescimento do software requer capacidade adicional (do Hw e do </a:t>
            </a:r>
            <a:r>
              <a:rPr lang="pt-BR" dirty="0" err="1"/>
              <a:t>Sw</a:t>
            </a:r>
            <a:r>
              <a:rPr lang="pt-BR" dirty="0"/>
              <a:t>)
Várias distribuições Pareto 80-20 se aplicam ao software
Estimativas de software são, frequentemente, imprecisas</a:t>
            </a:r>
            <a:endParaRPr lang="pt-BR" sz="2800" dirty="0"/>
          </a:p>
        </p:txBody>
      </p:sp>
    </p:spTree>
    <p:extLst>
      <p:ext uri="{BB962C8B-B14F-4D97-AF65-F5344CB8AC3E}">
        <p14:creationId xmlns:p14="http://schemas.microsoft.com/office/powerpoint/2010/main" val="1044743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a:xfrm>
            <a:off x="838199" y="365125"/>
            <a:ext cx="10809157" cy="1325563"/>
          </a:xfrm>
        </p:spPr>
        <p:txBody>
          <a:bodyPr>
            <a:normAutofit fontScale="90000"/>
          </a:bodyPr>
          <a:lstStyle/>
          <a:p>
            <a:pPr algn="ctr"/>
            <a:r>
              <a:rPr lang="pt-BR" b="1" dirty="0"/>
              <a:t>Engenharia de Sistemas e Engenharia de Software</a:t>
            </a:r>
            <a:br>
              <a:rPr lang="pt-BR" dirty="0"/>
            </a:br>
            <a:r>
              <a:rPr lang="pt-BR" dirty="0"/>
              <a:t>4. </a:t>
            </a:r>
            <a:r>
              <a:rPr lang="pt-BR" sz="4400" dirty="0"/>
              <a:t>Assuntos-Chave que um ES deve saber sobre </a:t>
            </a:r>
            <a:r>
              <a:rPr lang="pt-BR" sz="4400" dirty="0" err="1"/>
              <a:t>ESw</a:t>
            </a:r>
            <a:endParaRPr lang="pt-BR" dirty="0"/>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269823" y="1873769"/>
            <a:ext cx="11652354" cy="4879300"/>
          </a:xfrm>
        </p:spPr>
        <p:txBody>
          <a:bodyPr>
            <a:normAutofit fontScale="92500" lnSpcReduction="10000"/>
          </a:bodyPr>
          <a:lstStyle/>
          <a:p>
            <a:pPr marL="514350" indent="-514350">
              <a:buFont typeface="+mj-lt"/>
              <a:buAutoNum type="arabicPeriod" startAt="14"/>
            </a:pPr>
            <a:r>
              <a:rPr lang="pt-BR" dirty="0"/>
              <a:t>A maioria dos projetos de software são conduzidos iterativamente (sprints, ciclos)
O trabalho em equipe dentro de projetos de software é fortemente coordenado
Processos ágeis de desenvolvimento são cada vez mais usados para desenvolver software
 A verificação e validação (V&amp;V) do software deve, preferencialmente, prosseguir de forma incremental e iterativa
As decisões de desempenho são diferentes para software do que sistemas
Gestão de riscos para projetos de software difere em espécie da gestão de riscos para projetos que desenvolvem artefatos físicos
As métricas de software incluem medidas de produtos e medidas de processo
O progresso em projetos de software às vezes é rastreado inadequadamente</a:t>
            </a:r>
            <a:endParaRPr lang="pt-BR" sz="2800" dirty="0"/>
          </a:p>
        </p:txBody>
      </p:sp>
    </p:spTree>
    <p:extLst>
      <p:ext uri="{BB962C8B-B14F-4D97-AF65-F5344CB8AC3E}">
        <p14:creationId xmlns:p14="http://schemas.microsoft.com/office/powerpoint/2010/main" val="315589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F242E-EC2F-41FE-A0D7-29AC1F8EBC37}"/>
              </a:ext>
            </a:extLst>
          </p:cNvPr>
          <p:cNvSpPr>
            <a:spLocks noGrp="1"/>
          </p:cNvSpPr>
          <p:nvPr>
            <p:ph type="title"/>
          </p:nvPr>
        </p:nvSpPr>
        <p:spPr>
          <a:xfrm>
            <a:off x="838199" y="365125"/>
            <a:ext cx="10809157" cy="1325563"/>
          </a:xfrm>
        </p:spPr>
        <p:txBody>
          <a:bodyPr>
            <a:normAutofit fontScale="90000"/>
          </a:bodyPr>
          <a:lstStyle/>
          <a:p>
            <a:pPr algn="ctr"/>
            <a:r>
              <a:rPr lang="pt-BR" b="1" dirty="0"/>
              <a:t>Engenharia de Sistemas e Engenharia de Software</a:t>
            </a:r>
            <a:br>
              <a:rPr lang="pt-BR" dirty="0"/>
            </a:br>
            <a:r>
              <a:rPr lang="pt-BR" dirty="0"/>
              <a:t>5. </a:t>
            </a:r>
            <a:r>
              <a:rPr lang="pt-BR" sz="4400" dirty="0"/>
              <a:t>Recursos de Engenharia de Software </a:t>
            </a:r>
            <a:endParaRPr lang="pt-BR" dirty="0"/>
          </a:p>
        </p:txBody>
      </p:sp>
      <p:sp>
        <p:nvSpPr>
          <p:cNvPr id="3" name="Espaço Reservado para Conteúdo 2">
            <a:extLst>
              <a:ext uri="{FF2B5EF4-FFF2-40B4-BE49-F238E27FC236}">
                <a16:creationId xmlns:a16="http://schemas.microsoft.com/office/drawing/2014/main" id="{A0D70590-13F5-474B-A0CC-F0589B7A8904}"/>
              </a:ext>
            </a:extLst>
          </p:cNvPr>
          <p:cNvSpPr>
            <a:spLocks noGrp="1"/>
          </p:cNvSpPr>
          <p:nvPr>
            <p:ph idx="1"/>
          </p:nvPr>
        </p:nvSpPr>
        <p:spPr>
          <a:xfrm>
            <a:off x="269823" y="1873769"/>
            <a:ext cx="11652354" cy="4879300"/>
          </a:xfrm>
        </p:spPr>
        <p:txBody>
          <a:bodyPr>
            <a:normAutofit/>
          </a:bodyPr>
          <a:lstStyle/>
          <a:p>
            <a:r>
              <a:rPr lang="pt-BR" dirty="0"/>
              <a:t>Nas últimas décadas, o software tornou-se ubíquo (onipresente). Quase todos os sistemas modernos projetados incluem subsistemas de software significativos; isso inclui sistemas nos setores de transporte, finanças, educação, saúde, jurídico, militar e empresarial. </a:t>
            </a:r>
          </a:p>
          <a:p>
            <a:r>
              <a:rPr lang="pt-BR" dirty="0"/>
              <a:t>Juntamente com o aumento do utilitário de software, capacidade, custo e tamanho, houve um crescimento correspondente em métodos, modelos, ferramentas, métricas e padrões, que suportam engenharia de software.</a:t>
            </a:r>
          </a:p>
          <a:p>
            <a:r>
              <a:rPr lang="pt-BR" sz="2800" dirty="0"/>
              <a:t>Estes assuntos são a essência do que se estuda em engenharia de software (ligados aos processos </a:t>
            </a:r>
            <a:r>
              <a:rPr lang="pt-BR" sz="2800"/>
              <a:t>de desenvolvimento de software</a:t>
            </a:r>
            <a:r>
              <a:rPr lang="pt-BR" sz="2800" dirty="0"/>
              <a:t>)</a:t>
            </a:r>
          </a:p>
        </p:txBody>
      </p:sp>
    </p:spTree>
    <p:extLst>
      <p:ext uri="{BB962C8B-B14F-4D97-AF65-F5344CB8AC3E}">
        <p14:creationId xmlns:p14="http://schemas.microsoft.com/office/powerpoint/2010/main" val="2999324340"/>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2231</TotalTime>
  <Words>1788</Words>
  <Application>Microsoft Macintosh PowerPoint</Application>
  <PresentationFormat>Widescreen</PresentationFormat>
  <Paragraphs>71</Paragraphs>
  <Slides>15</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15</vt:i4>
      </vt:variant>
    </vt:vector>
  </HeadingPairs>
  <TitlesOfParts>
    <vt:vector size="19" baseType="lpstr">
      <vt:lpstr>Arial</vt:lpstr>
      <vt:lpstr>Calibri</vt:lpstr>
      <vt:lpstr>Calibri Light</vt:lpstr>
      <vt:lpstr>Tema do Office</vt:lpstr>
      <vt:lpstr>Engenharia de Sistemas e Engenharia de Software (Conteúdo da Parte 6 do SEBOK) </vt:lpstr>
      <vt:lpstr>Engenharia de Sistemas e Engenharia de Software Introdução</vt:lpstr>
      <vt:lpstr>Engenharia de Sistemas e Engenharia de Software Disciplinas Irmãs.....</vt:lpstr>
      <vt:lpstr>Engenharia de Sistemas e Engenharia de Software Irmãs...., mas ao mesmo tempo diferentes</vt:lpstr>
      <vt:lpstr>Engenharia de Sistemas e Engenharia de Software disciplinas que se realimentam mutuamente</vt:lpstr>
      <vt:lpstr>Engenharia de Sistemas e Engenharia de Software Áreas muito relacionadas, mas ainda pouco articuladas</vt:lpstr>
      <vt:lpstr>Engenharia de Sistemas e Engenharia de Software Outras Áreas Relacionadas</vt:lpstr>
      <vt:lpstr>Engenharia de Sistemas e Engenharia de Software Áreas Relacionadas</vt:lpstr>
      <vt:lpstr>Engenharia de Sistemas e Engenharia de Software 1. Ciclo de Vida Semelhantes</vt:lpstr>
      <vt:lpstr>Engenharia de Sistemas e Engenharia de Software 2. A Natureza “lógica” do software</vt:lpstr>
      <vt:lpstr>Engenharia de Sistemas e Engenharia de Software 3. Visão geral do Guia SWEBOK </vt:lpstr>
      <vt:lpstr>Engenharia de Sistemas e Engenharia de Software 4. Assuntos-Chave que um ES deve saber sobre ESw</vt:lpstr>
      <vt:lpstr>Engenharia de Sistemas e Engenharia de Software 4. Assuntos-Chave que um ES deve saber sobre ESw</vt:lpstr>
      <vt:lpstr>Engenharia de Sistemas e Engenharia de Software 4. Assuntos-Chave que um ES deve saber sobre ESw</vt:lpstr>
      <vt:lpstr>Engenharia de Sistemas e Engenharia de Software 5. Recursos de Engenharia de Software </vt:lpstr>
    </vt:vector>
  </TitlesOfParts>
  <Company>PUC-CAMPINAS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A TICs nas Empresas</dc:title>
  <dc:creator>coord.ntic;IVAN GRANJA</dc:creator>
  <cp:lastModifiedBy>SERGIO LUIZ MORAL MARQUES</cp:lastModifiedBy>
  <cp:revision>76</cp:revision>
  <dcterms:created xsi:type="dcterms:W3CDTF">2016-02-26T13:12:04Z</dcterms:created>
  <dcterms:modified xsi:type="dcterms:W3CDTF">2023-11-09T10:06:54Z</dcterms:modified>
</cp:coreProperties>
</file>