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handoutMasterIdLst>
    <p:handoutMasterId r:id="rId23"/>
  </p:handoutMasterIdLst>
  <p:sldIdLst>
    <p:sldId id="256" r:id="rId2"/>
    <p:sldId id="268" r:id="rId3"/>
    <p:sldId id="264" r:id="rId4"/>
    <p:sldId id="261" r:id="rId5"/>
    <p:sldId id="345" r:id="rId6"/>
    <p:sldId id="346" r:id="rId7"/>
    <p:sldId id="263" r:id="rId8"/>
    <p:sldId id="362" r:id="rId9"/>
    <p:sldId id="262" r:id="rId10"/>
    <p:sldId id="284" r:id="rId11"/>
    <p:sldId id="354" r:id="rId12"/>
    <p:sldId id="359" r:id="rId13"/>
    <p:sldId id="356" r:id="rId14"/>
    <p:sldId id="360" r:id="rId15"/>
    <p:sldId id="358" r:id="rId16"/>
    <p:sldId id="357" r:id="rId17"/>
    <p:sldId id="361" r:id="rId18"/>
    <p:sldId id="349" r:id="rId19"/>
    <p:sldId id="353" r:id="rId20"/>
    <p:sldId id="363" r:id="rId21"/>
  </p:sldIdLst>
  <p:sldSz cx="9144000" cy="6858000" type="screen4x3"/>
  <p:notesSz cx="7099300" cy="10234613"/>
  <p:defaultTextStyle>
    <a:defPPr>
      <a:defRPr lang="pt-BR"/>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00"/>
    <a:srgbClr val="B8E08C"/>
    <a:srgbClr val="00A84C"/>
    <a:srgbClr val="C8D6C9"/>
    <a:srgbClr val="007E39"/>
    <a:srgbClr val="005C2A"/>
    <a:srgbClr val="F48CED"/>
    <a:srgbClr val="BE1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F722D7-754C-45BE-BB00-5C1B1EA43C8F}" v="9" dt="2021-10-13T17:42:50.279"/>
    <p1510:client id="{F4D65A3C-D118-4963-BC81-0D4FE05D6FB0}" v="8" dt="2021-10-14T11:07:23.522"/>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76" autoAdjust="0"/>
    <p:restoredTop sz="90146" autoAdjust="0"/>
  </p:normalViewPr>
  <p:slideViewPr>
    <p:cSldViewPr>
      <p:cViewPr varScale="1">
        <p:scale>
          <a:sx n="64" d="100"/>
          <a:sy n="64" d="100"/>
        </p:scale>
        <p:origin x="1530"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210"/>
    </p:cViewPr>
  </p:sorterViewPr>
  <p:notesViewPr>
    <p:cSldViewPr>
      <p:cViewPr varScale="1">
        <p:scale>
          <a:sx n="56" d="100"/>
          <a:sy n="56" d="100"/>
        </p:scale>
        <p:origin x="-1854" y="-84"/>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van Granja" userId="d0a12471-25a3-466a-a647-7cb796ed786c" providerId="ADAL" clId="{A9DAD972-E793-4934-B598-960E07B536E7}"/>
    <pc:docChg chg="undo redo custSel addSld delSld modSld sldOrd modMainMaster">
      <pc:chgData name="Ivan Granja" userId="d0a12471-25a3-466a-a647-7cb796ed786c" providerId="ADAL" clId="{A9DAD972-E793-4934-B598-960E07B536E7}" dt="2020-09-27T22:38:28.360" v="23369" actId="255"/>
      <pc:docMkLst>
        <pc:docMk/>
      </pc:docMkLst>
      <pc:sldChg chg="modSp mod">
        <pc:chgData name="Ivan Granja" userId="d0a12471-25a3-466a-a647-7cb796ed786c" providerId="ADAL" clId="{A9DAD972-E793-4934-B598-960E07B536E7}" dt="2020-09-14T17:25:32.829" v="38" actId="20577"/>
        <pc:sldMkLst>
          <pc:docMk/>
          <pc:sldMk cId="0" sldId="256"/>
        </pc:sldMkLst>
        <pc:spChg chg="mod">
          <ac:chgData name="Ivan Granja" userId="d0a12471-25a3-466a-a647-7cb796ed786c" providerId="ADAL" clId="{A9DAD972-E793-4934-B598-960E07B536E7}" dt="2020-09-14T17:25:32.829" v="38" actId="20577"/>
          <ac:spMkLst>
            <pc:docMk/>
            <pc:sldMk cId="0" sldId="256"/>
            <ac:spMk id="4103" creationId="{00000000-0000-0000-0000-000000000000}"/>
          </ac:spMkLst>
        </pc:spChg>
      </pc:sldChg>
      <pc:sldChg chg="delSp modSp add mod">
        <pc:chgData name="Ivan Granja" userId="d0a12471-25a3-466a-a647-7cb796ed786c" providerId="ADAL" clId="{A9DAD972-E793-4934-B598-960E07B536E7}" dt="2020-09-21T18:32:07.016" v="16126" actId="313"/>
        <pc:sldMkLst>
          <pc:docMk/>
          <pc:sldMk cId="0" sldId="257"/>
        </pc:sldMkLst>
        <pc:spChg chg="del">
          <ac:chgData name="Ivan Granja" userId="d0a12471-25a3-466a-a647-7cb796ed786c" providerId="ADAL" clId="{A9DAD972-E793-4934-B598-960E07B536E7}" dt="2020-09-21T18:28:02.879" v="15652" actId="478"/>
          <ac:spMkLst>
            <pc:docMk/>
            <pc:sldMk cId="0" sldId="257"/>
            <ac:spMk id="3074" creationId="{41D3A41F-5421-4867-8BFD-95C86DC578C4}"/>
          </ac:spMkLst>
        </pc:spChg>
        <pc:spChg chg="mod">
          <ac:chgData name="Ivan Granja" userId="d0a12471-25a3-466a-a647-7cb796ed786c" providerId="ADAL" clId="{A9DAD972-E793-4934-B598-960E07B536E7}" dt="2020-09-21T18:32:07.016" v="16126" actId="313"/>
          <ac:spMkLst>
            <pc:docMk/>
            <pc:sldMk cId="0" sldId="257"/>
            <ac:spMk id="3075" creationId="{69D7E500-DB48-40D8-B10F-0D54666880AA}"/>
          </ac:spMkLst>
        </pc:spChg>
        <pc:spChg chg="mod">
          <ac:chgData name="Ivan Granja" userId="d0a12471-25a3-466a-a647-7cb796ed786c" providerId="ADAL" clId="{A9DAD972-E793-4934-B598-960E07B536E7}" dt="2020-09-21T18:28:16.476" v="15676" actId="20577"/>
          <ac:spMkLst>
            <pc:docMk/>
            <pc:sldMk cId="0" sldId="257"/>
            <ac:spMk id="3077" creationId="{F2424548-3CE6-4E04-A48B-832715777E04}"/>
          </ac:spMkLst>
        </pc:spChg>
      </pc:sldChg>
      <pc:sldChg chg="modSp add mod ord">
        <pc:chgData name="Ivan Granja" userId="d0a12471-25a3-466a-a647-7cb796ed786c" providerId="ADAL" clId="{A9DAD972-E793-4934-B598-960E07B536E7}" dt="2020-09-18T17:59:19.362" v="12403"/>
        <pc:sldMkLst>
          <pc:docMk/>
          <pc:sldMk cId="0" sldId="258"/>
        </pc:sldMkLst>
        <pc:spChg chg="mod">
          <ac:chgData name="Ivan Granja" userId="d0a12471-25a3-466a-a647-7cb796ed786c" providerId="ADAL" clId="{A9DAD972-E793-4934-B598-960E07B536E7}" dt="2020-09-18T17:59:19.362" v="12403"/>
          <ac:spMkLst>
            <pc:docMk/>
            <pc:sldMk cId="0" sldId="258"/>
            <ac:spMk id="191490" creationId="{7329EA96-E00D-4263-ABF1-48D0C89291BD}"/>
          </ac:spMkLst>
        </pc:spChg>
        <pc:spChg chg="mod">
          <ac:chgData name="Ivan Granja" userId="d0a12471-25a3-466a-a647-7cb796ed786c" providerId="ADAL" clId="{A9DAD972-E793-4934-B598-960E07B536E7}" dt="2020-09-15T11:29:21.822" v="10575" actId="20577"/>
          <ac:spMkLst>
            <pc:docMk/>
            <pc:sldMk cId="0" sldId="258"/>
            <ac:spMk id="191491" creationId="{F08976FF-AE10-4DAD-AF56-53E759C250CC}"/>
          </ac:spMkLst>
        </pc:spChg>
      </pc:sldChg>
      <pc:sldChg chg="modSp add mod">
        <pc:chgData name="Ivan Granja" userId="d0a12471-25a3-466a-a647-7cb796ed786c" providerId="ADAL" clId="{A9DAD972-E793-4934-B598-960E07B536E7}" dt="2020-09-18T17:59:19.362" v="12403"/>
        <pc:sldMkLst>
          <pc:docMk/>
          <pc:sldMk cId="0" sldId="259"/>
        </pc:sldMkLst>
        <pc:spChg chg="mod">
          <ac:chgData name="Ivan Granja" userId="d0a12471-25a3-466a-a647-7cb796ed786c" providerId="ADAL" clId="{A9DAD972-E793-4934-B598-960E07B536E7}" dt="2020-09-18T17:59:19.362" v="12403"/>
          <ac:spMkLst>
            <pc:docMk/>
            <pc:sldMk cId="0" sldId="259"/>
            <ac:spMk id="234498" creationId="{64336785-81DF-49C6-BB15-0ED5DEC28372}"/>
          </ac:spMkLst>
        </pc:spChg>
        <pc:spChg chg="mod">
          <ac:chgData name="Ivan Granja" userId="d0a12471-25a3-466a-a647-7cb796ed786c" providerId="ADAL" clId="{A9DAD972-E793-4934-B598-960E07B536E7}" dt="2020-09-15T11:05:59.080" v="10572" actId="20577"/>
          <ac:spMkLst>
            <pc:docMk/>
            <pc:sldMk cId="0" sldId="259"/>
            <ac:spMk id="234499" creationId="{892B6755-ABC7-42D6-B245-742EE33439B6}"/>
          </ac:spMkLst>
        </pc:spChg>
      </pc:sldChg>
      <pc:sldChg chg="addSp modSp add mod">
        <pc:chgData name="Ivan Granja" userId="d0a12471-25a3-466a-a647-7cb796ed786c" providerId="ADAL" clId="{A9DAD972-E793-4934-B598-960E07B536E7}" dt="2020-09-18T17:59:19.362" v="12403"/>
        <pc:sldMkLst>
          <pc:docMk/>
          <pc:sldMk cId="0" sldId="260"/>
        </pc:sldMkLst>
        <pc:spChg chg="add mod">
          <ac:chgData name="Ivan Granja" userId="d0a12471-25a3-466a-a647-7cb796ed786c" providerId="ADAL" clId="{A9DAD972-E793-4934-B598-960E07B536E7}" dt="2020-09-14T17:40:43.621" v="358" actId="20577"/>
          <ac:spMkLst>
            <pc:docMk/>
            <pc:sldMk cId="0" sldId="260"/>
            <ac:spMk id="3" creationId="{20CBCEB8-4446-4BE1-A50B-243E4A6E0BEF}"/>
          </ac:spMkLst>
        </pc:spChg>
        <pc:spChg chg="mod">
          <ac:chgData name="Ivan Granja" userId="d0a12471-25a3-466a-a647-7cb796ed786c" providerId="ADAL" clId="{A9DAD972-E793-4934-B598-960E07B536E7}" dt="2020-09-18T17:59:19.362" v="12403"/>
          <ac:spMkLst>
            <pc:docMk/>
            <pc:sldMk cId="0" sldId="260"/>
            <ac:spMk id="235522" creationId="{4EB51451-2542-4097-95F0-10F151E23624}"/>
          </ac:spMkLst>
        </pc:spChg>
        <pc:spChg chg="mod">
          <ac:chgData name="Ivan Granja" userId="d0a12471-25a3-466a-a647-7cb796ed786c" providerId="ADAL" clId="{A9DAD972-E793-4934-B598-960E07B536E7}" dt="2020-09-14T17:46:18.904" v="675" actId="255"/>
          <ac:spMkLst>
            <pc:docMk/>
            <pc:sldMk cId="0" sldId="260"/>
            <ac:spMk id="235523" creationId="{5B5A8F3E-D6ED-4DAA-AD48-0F698811E908}"/>
          </ac:spMkLst>
        </pc:spChg>
        <pc:picChg chg="add mod ord">
          <ac:chgData name="Ivan Granja" userId="d0a12471-25a3-466a-a647-7cb796ed786c" providerId="ADAL" clId="{A9DAD972-E793-4934-B598-960E07B536E7}" dt="2020-09-14T17:43:46.483" v="421" actId="167"/>
          <ac:picMkLst>
            <pc:docMk/>
            <pc:sldMk cId="0" sldId="260"/>
            <ac:picMk id="2" creationId="{63832027-AFED-4562-B6E4-F757FA9BC3AF}"/>
          </ac:picMkLst>
        </pc:picChg>
      </pc:sldChg>
      <pc:sldChg chg="modSp add mod">
        <pc:chgData name="Ivan Granja" userId="d0a12471-25a3-466a-a647-7cb796ed786c" providerId="ADAL" clId="{A9DAD972-E793-4934-B598-960E07B536E7}" dt="2020-09-18T17:59:19.362" v="12403"/>
        <pc:sldMkLst>
          <pc:docMk/>
          <pc:sldMk cId="0" sldId="261"/>
        </pc:sldMkLst>
        <pc:spChg chg="mod">
          <ac:chgData name="Ivan Granja" userId="d0a12471-25a3-466a-a647-7cb796ed786c" providerId="ADAL" clId="{A9DAD972-E793-4934-B598-960E07B536E7}" dt="2020-09-18T17:59:19.362" v="12403"/>
          <ac:spMkLst>
            <pc:docMk/>
            <pc:sldMk cId="0" sldId="261"/>
            <ac:spMk id="236546" creationId="{C1232FE7-0E0C-45C7-B788-428C9E5587BA}"/>
          </ac:spMkLst>
        </pc:spChg>
        <pc:spChg chg="mod">
          <ac:chgData name="Ivan Granja" userId="d0a12471-25a3-466a-a647-7cb796ed786c" providerId="ADAL" clId="{A9DAD972-E793-4934-B598-960E07B536E7}" dt="2020-09-14T17:52:38.335" v="1144" actId="20577"/>
          <ac:spMkLst>
            <pc:docMk/>
            <pc:sldMk cId="0" sldId="261"/>
            <ac:spMk id="236547" creationId="{B84A0A26-F83F-4C73-9CE9-DF44DDA29873}"/>
          </ac:spMkLst>
        </pc:spChg>
      </pc:sldChg>
      <pc:sldChg chg="modSp add del mod">
        <pc:chgData name="Ivan Granja" userId="d0a12471-25a3-466a-a647-7cb796ed786c" providerId="ADAL" clId="{A9DAD972-E793-4934-B598-960E07B536E7}" dt="2020-09-14T18:56:39.168" v="3810" actId="47"/>
        <pc:sldMkLst>
          <pc:docMk/>
          <pc:sldMk cId="0" sldId="262"/>
        </pc:sldMkLst>
        <pc:spChg chg="mod">
          <ac:chgData name="Ivan Granja" userId="d0a12471-25a3-466a-a647-7cb796ed786c" providerId="ADAL" clId="{A9DAD972-E793-4934-B598-960E07B536E7}" dt="2020-09-14T17:53:48.017" v="1179" actId="1076"/>
          <ac:spMkLst>
            <pc:docMk/>
            <pc:sldMk cId="0" sldId="262"/>
            <ac:spMk id="237571" creationId="{25B597AC-878E-4C9F-9368-CFD078EC0BFC}"/>
          </ac:spMkLst>
        </pc:spChg>
        <pc:spChg chg="mod">
          <ac:chgData name="Ivan Granja" userId="d0a12471-25a3-466a-a647-7cb796ed786c" providerId="ADAL" clId="{A9DAD972-E793-4934-B598-960E07B536E7}" dt="2020-09-14T17:53:48.017" v="1179" actId="1076"/>
          <ac:spMkLst>
            <pc:docMk/>
            <pc:sldMk cId="0" sldId="262"/>
            <ac:spMk id="237572" creationId="{FEA6E2DA-8505-4980-BC04-4B8DAC9C537C}"/>
          </ac:spMkLst>
        </pc:spChg>
        <pc:spChg chg="mod">
          <ac:chgData name="Ivan Granja" userId="d0a12471-25a3-466a-a647-7cb796ed786c" providerId="ADAL" clId="{A9DAD972-E793-4934-B598-960E07B536E7}" dt="2020-09-14T17:53:48.017" v="1179" actId="1076"/>
          <ac:spMkLst>
            <pc:docMk/>
            <pc:sldMk cId="0" sldId="262"/>
            <ac:spMk id="237573" creationId="{B1A73514-6C63-4033-BB1B-9879339C1A14}"/>
          </ac:spMkLst>
        </pc:spChg>
        <pc:spChg chg="mod">
          <ac:chgData name="Ivan Granja" userId="d0a12471-25a3-466a-a647-7cb796ed786c" providerId="ADAL" clId="{A9DAD972-E793-4934-B598-960E07B536E7}" dt="2020-09-14T17:54:16.510" v="1188" actId="1076"/>
          <ac:spMkLst>
            <pc:docMk/>
            <pc:sldMk cId="0" sldId="262"/>
            <ac:spMk id="237574" creationId="{80F17F8E-7401-4164-A4EB-55B55839A5A1}"/>
          </ac:spMkLst>
        </pc:spChg>
        <pc:spChg chg="mod">
          <ac:chgData name="Ivan Granja" userId="d0a12471-25a3-466a-a647-7cb796ed786c" providerId="ADAL" clId="{A9DAD972-E793-4934-B598-960E07B536E7}" dt="2020-09-14T17:54:17.998" v="1189" actId="1076"/>
          <ac:spMkLst>
            <pc:docMk/>
            <pc:sldMk cId="0" sldId="262"/>
            <ac:spMk id="237575" creationId="{C8984625-EC65-420D-8CDB-9FF8661DEBD8}"/>
          </ac:spMkLst>
        </pc:spChg>
        <pc:spChg chg="mod">
          <ac:chgData name="Ivan Granja" userId="d0a12471-25a3-466a-a647-7cb796ed786c" providerId="ADAL" clId="{A9DAD972-E793-4934-B598-960E07B536E7}" dt="2020-09-14T17:54:25.363" v="1191" actId="1076"/>
          <ac:spMkLst>
            <pc:docMk/>
            <pc:sldMk cId="0" sldId="262"/>
            <ac:spMk id="237576" creationId="{C9BE5DDA-6271-4A6A-915D-31B95921B55C}"/>
          </ac:spMkLst>
        </pc:spChg>
        <pc:spChg chg="mod">
          <ac:chgData name="Ivan Granja" userId="d0a12471-25a3-466a-a647-7cb796ed786c" providerId="ADAL" clId="{A9DAD972-E793-4934-B598-960E07B536E7}" dt="2020-09-14T17:54:19.526" v="1190" actId="1076"/>
          <ac:spMkLst>
            <pc:docMk/>
            <pc:sldMk cId="0" sldId="262"/>
            <ac:spMk id="237577" creationId="{32618F32-2357-41C8-9FD0-C79737E22D6D}"/>
          </ac:spMkLst>
        </pc:spChg>
        <pc:spChg chg="mod">
          <ac:chgData name="Ivan Granja" userId="d0a12471-25a3-466a-a647-7cb796ed786c" providerId="ADAL" clId="{A9DAD972-E793-4934-B598-960E07B536E7}" dt="2020-09-14T17:54:15.289" v="1187" actId="1076"/>
          <ac:spMkLst>
            <pc:docMk/>
            <pc:sldMk cId="0" sldId="262"/>
            <ac:spMk id="237578" creationId="{2BDEC4DD-CEB5-4FD7-AC2A-FC19A48E97D1}"/>
          </ac:spMkLst>
        </pc:spChg>
        <pc:spChg chg="mod">
          <ac:chgData name="Ivan Granja" userId="d0a12471-25a3-466a-a647-7cb796ed786c" providerId="ADAL" clId="{A9DAD972-E793-4934-B598-960E07B536E7}" dt="2020-09-14T17:54:35.191" v="1195" actId="20577"/>
          <ac:spMkLst>
            <pc:docMk/>
            <pc:sldMk cId="0" sldId="262"/>
            <ac:spMk id="237584" creationId="{CEE052C3-8B0F-4263-BD70-E3AD5B44E374}"/>
          </ac:spMkLst>
        </pc:spChg>
        <pc:picChg chg="mod">
          <ac:chgData name="Ivan Granja" userId="d0a12471-25a3-466a-a647-7cb796ed786c" providerId="ADAL" clId="{A9DAD972-E793-4934-B598-960E07B536E7}" dt="2020-09-14T17:53:48.017" v="1179" actId="1076"/>
          <ac:picMkLst>
            <pc:docMk/>
            <pc:sldMk cId="0" sldId="262"/>
            <ac:picMk id="237579" creationId="{146CD98C-9CF5-473C-894D-35548E16B90E}"/>
          </ac:picMkLst>
        </pc:picChg>
        <pc:picChg chg="mod">
          <ac:chgData name="Ivan Granja" userId="d0a12471-25a3-466a-a647-7cb796ed786c" providerId="ADAL" clId="{A9DAD972-E793-4934-B598-960E07B536E7}" dt="2020-09-14T17:54:28.116" v="1194" actId="1038"/>
          <ac:picMkLst>
            <pc:docMk/>
            <pc:sldMk cId="0" sldId="262"/>
            <ac:picMk id="237580" creationId="{8D17A83B-5E53-46CF-A259-030B04B06579}"/>
          </ac:picMkLst>
        </pc:picChg>
        <pc:picChg chg="mod">
          <ac:chgData name="Ivan Granja" userId="d0a12471-25a3-466a-a647-7cb796ed786c" providerId="ADAL" clId="{A9DAD972-E793-4934-B598-960E07B536E7}" dt="2020-09-14T17:54:05.477" v="1184" actId="1038"/>
          <ac:picMkLst>
            <pc:docMk/>
            <pc:sldMk cId="0" sldId="262"/>
            <ac:picMk id="237581" creationId="{2E255CE6-AF41-4DD5-9DE6-CE09A959560D}"/>
          </ac:picMkLst>
        </pc:picChg>
        <pc:picChg chg="mod">
          <ac:chgData name="Ivan Granja" userId="d0a12471-25a3-466a-a647-7cb796ed786c" providerId="ADAL" clId="{A9DAD972-E793-4934-B598-960E07B536E7}" dt="2020-09-14T17:54:12.048" v="1186" actId="1076"/>
          <ac:picMkLst>
            <pc:docMk/>
            <pc:sldMk cId="0" sldId="262"/>
            <ac:picMk id="237582" creationId="{0D7AB61C-5E08-4D65-AA90-73B2F5EDFE55}"/>
          </ac:picMkLst>
        </pc:picChg>
        <pc:picChg chg="mod">
          <ac:chgData name="Ivan Granja" userId="d0a12471-25a3-466a-a647-7cb796ed786c" providerId="ADAL" clId="{A9DAD972-E793-4934-B598-960E07B536E7}" dt="2020-09-14T17:54:09.917" v="1185" actId="1076"/>
          <ac:picMkLst>
            <pc:docMk/>
            <pc:sldMk cId="0" sldId="262"/>
            <ac:picMk id="237583" creationId="{057292F3-5F05-46E1-ABB3-11656CBEBE92}"/>
          </ac:picMkLst>
        </pc:picChg>
      </pc:sldChg>
      <pc:sldChg chg="add del">
        <pc:chgData name="Ivan Granja" userId="d0a12471-25a3-466a-a647-7cb796ed786c" providerId="ADAL" clId="{A9DAD972-E793-4934-B598-960E07B536E7}" dt="2020-09-14T18:56:42.900" v="3811" actId="47"/>
        <pc:sldMkLst>
          <pc:docMk/>
          <pc:sldMk cId="0" sldId="263"/>
        </pc:sldMkLst>
      </pc:sldChg>
      <pc:sldChg chg="addSp delSp modSp add mod">
        <pc:chgData name="Ivan Granja" userId="d0a12471-25a3-466a-a647-7cb796ed786c" providerId="ADAL" clId="{A9DAD972-E793-4934-B598-960E07B536E7}" dt="2020-09-18T17:59:19.362" v="12403"/>
        <pc:sldMkLst>
          <pc:docMk/>
          <pc:sldMk cId="3248840996" sldId="264"/>
        </pc:sldMkLst>
        <pc:spChg chg="mod">
          <ac:chgData name="Ivan Granja" userId="d0a12471-25a3-466a-a647-7cb796ed786c" providerId="ADAL" clId="{A9DAD972-E793-4934-B598-960E07B536E7}" dt="2020-09-18T17:59:19.362" v="12403"/>
          <ac:spMkLst>
            <pc:docMk/>
            <pc:sldMk cId="3248840996" sldId="264"/>
            <ac:spMk id="239618" creationId="{1B2124FF-2361-4B15-801E-B5B9FA65B2A7}"/>
          </ac:spMkLst>
        </pc:spChg>
        <pc:spChg chg="mod">
          <ac:chgData name="Ivan Granja" userId="d0a12471-25a3-466a-a647-7cb796ed786c" providerId="ADAL" clId="{A9DAD972-E793-4934-B598-960E07B536E7}" dt="2020-09-14T18:09:53.639" v="1610" actId="20577"/>
          <ac:spMkLst>
            <pc:docMk/>
            <pc:sldMk cId="3248840996" sldId="264"/>
            <ac:spMk id="239619" creationId="{5199E65E-CBAD-4C0E-A172-29AF7A3764C4}"/>
          </ac:spMkLst>
        </pc:spChg>
        <pc:spChg chg="add del mod topLvl">
          <ac:chgData name="Ivan Granja" userId="d0a12471-25a3-466a-a647-7cb796ed786c" providerId="ADAL" clId="{A9DAD972-E793-4934-B598-960E07B536E7}" dt="2020-09-14T18:07:04.712" v="1413" actId="1076"/>
          <ac:spMkLst>
            <pc:docMk/>
            <pc:sldMk cId="3248840996" sldId="264"/>
            <ac:spMk id="239623" creationId="{D3AF6ACC-D428-4891-B3E3-84F56D828BFE}"/>
          </ac:spMkLst>
        </pc:spChg>
        <pc:spChg chg="add del mod topLvl">
          <ac:chgData name="Ivan Granja" userId="d0a12471-25a3-466a-a647-7cb796ed786c" providerId="ADAL" clId="{A9DAD972-E793-4934-B598-960E07B536E7}" dt="2020-09-14T18:07:04.712" v="1413" actId="1076"/>
          <ac:spMkLst>
            <pc:docMk/>
            <pc:sldMk cId="3248840996" sldId="264"/>
            <ac:spMk id="239625" creationId="{41B45615-CB9D-4F27-A026-FA9A2AEE04E7}"/>
          </ac:spMkLst>
        </pc:spChg>
        <pc:spChg chg="mod topLvl">
          <ac:chgData name="Ivan Granja" userId="d0a12471-25a3-466a-a647-7cb796ed786c" providerId="ADAL" clId="{A9DAD972-E793-4934-B598-960E07B536E7}" dt="2020-09-14T18:07:04.712" v="1413" actId="1076"/>
          <ac:spMkLst>
            <pc:docMk/>
            <pc:sldMk cId="3248840996" sldId="264"/>
            <ac:spMk id="239626" creationId="{E687030F-5FFF-4FA6-BA35-53F4ED083BDE}"/>
          </ac:spMkLst>
        </pc:spChg>
        <pc:spChg chg="add del mod topLvl">
          <ac:chgData name="Ivan Granja" userId="d0a12471-25a3-466a-a647-7cb796ed786c" providerId="ADAL" clId="{A9DAD972-E793-4934-B598-960E07B536E7}" dt="2020-09-14T18:07:04.712" v="1413" actId="1076"/>
          <ac:spMkLst>
            <pc:docMk/>
            <pc:sldMk cId="3248840996" sldId="264"/>
            <ac:spMk id="239627" creationId="{A6958AAB-A7E9-4DE7-939A-CA861339D56D}"/>
          </ac:spMkLst>
        </pc:spChg>
        <pc:spChg chg="mod topLvl">
          <ac:chgData name="Ivan Granja" userId="d0a12471-25a3-466a-a647-7cb796ed786c" providerId="ADAL" clId="{A9DAD972-E793-4934-B598-960E07B536E7}" dt="2020-09-14T18:07:04.712" v="1413" actId="1076"/>
          <ac:spMkLst>
            <pc:docMk/>
            <pc:sldMk cId="3248840996" sldId="264"/>
            <ac:spMk id="239628" creationId="{BC113A0F-C2F6-43C8-8674-E8B07DC9ACF1}"/>
          </ac:spMkLst>
        </pc:spChg>
        <pc:spChg chg="mod topLvl">
          <ac:chgData name="Ivan Granja" userId="d0a12471-25a3-466a-a647-7cb796ed786c" providerId="ADAL" clId="{A9DAD972-E793-4934-B598-960E07B536E7}" dt="2020-09-14T18:07:04.712" v="1413" actId="1076"/>
          <ac:spMkLst>
            <pc:docMk/>
            <pc:sldMk cId="3248840996" sldId="264"/>
            <ac:spMk id="239629" creationId="{D377ECD7-7442-469A-AA5D-D66764C8C434}"/>
          </ac:spMkLst>
        </pc:spChg>
        <pc:spChg chg="del">
          <ac:chgData name="Ivan Granja" userId="d0a12471-25a3-466a-a647-7cb796ed786c" providerId="ADAL" clId="{A9DAD972-E793-4934-B598-960E07B536E7}" dt="2020-09-14T17:58:03.630" v="1212" actId="478"/>
          <ac:spMkLst>
            <pc:docMk/>
            <pc:sldMk cId="3248840996" sldId="264"/>
            <ac:spMk id="239630" creationId="{68AFA56C-F9C3-4E9D-8836-07389BF34DC4}"/>
          </ac:spMkLst>
        </pc:spChg>
        <pc:spChg chg="add del mod topLvl">
          <ac:chgData name="Ivan Granja" userId="d0a12471-25a3-466a-a647-7cb796ed786c" providerId="ADAL" clId="{A9DAD972-E793-4934-B598-960E07B536E7}" dt="2020-09-14T18:07:04.712" v="1413" actId="1076"/>
          <ac:spMkLst>
            <pc:docMk/>
            <pc:sldMk cId="3248840996" sldId="264"/>
            <ac:spMk id="239631" creationId="{DCE283FC-3AF1-42F0-8114-7BD462E6790B}"/>
          </ac:spMkLst>
        </pc:spChg>
        <pc:spChg chg="add del mod topLvl">
          <ac:chgData name="Ivan Granja" userId="d0a12471-25a3-466a-a647-7cb796ed786c" providerId="ADAL" clId="{A9DAD972-E793-4934-B598-960E07B536E7}" dt="2020-09-14T18:07:04.712" v="1413" actId="1076"/>
          <ac:spMkLst>
            <pc:docMk/>
            <pc:sldMk cId="3248840996" sldId="264"/>
            <ac:spMk id="239632" creationId="{1CE58B15-9743-4829-8BDD-0CEFDBEAE623}"/>
          </ac:spMkLst>
        </pc:spChg>
        <pc:spChg chg="add del mod topLvl">
          <ac:chgData name="Ivan Granja" userId="d0a12471-25a3-466a-a647-7cb796ed786c" providerId="ADAL" clId="{A9DAD972-E793-4934-B598-960E07B536E7}" dt="2020-09-14T18:07:04.712" v="1413" actId="1076"/>
          <ac:spMkLst>
            <pc:docMk/>
            <pc:sldMk cId="3248840996" sldId="264"/>
            <ac:spMk id="239633" creationId="{DAED2080-B3D0-4045-B379-D33F807F05F7}"/>
          </ac:spMkLst>
        </pc:spChg>
        <pc:grpChg chg="add del mod">
          <ac:chgData name="Ivan Granja" userId="d0a12471-25a3-466a-a647-7cb796ed786c" providerId="ADAL" clId="{A9DAD972-E793-4934-B598-960E07B536E7}" dt="2020-09-14T18:02:53.024" v="1304" actId="165"/>
          <ac:grpSpMkLst>
            <pc:docMk/>
            <pc:sldMk cId="3248840996" sldId="264"/>
            <ac:grpSpMk id="2" creationId="{AF6F0920-AAFB-4707-9FC7-BFCD0B6E9BD1}"/>
          </ac:grpSpMkLst>
        </pc:grpChg>
        <pc:grpChg chg="add mod">
          <ac:chgData name="Ivan Granja" userId="d0a12471-25a3-466a-a647-7cb796ed786c" providerId="ADAL" clId="{A9DAD972-E793-4934-B598-960E07B536E7}" dt="2020-09-14T18:07:04.712" v="1413" actId="1076"/>
          <ac:grpSpMkLst>
            <pc:docMk/>
            <pc:sldMk cId="3248840996" sldId="264"/>
            <ac:grpSpMk id="3" creationId="{E7C06CB7-F57B-423B-AB01-D65166F3BFA3}"/>
          </ac:grpSpMkLst>
        </pc:grpChg>
        <pc:picChg chg="add del mod topLvl">
          <ac:chgData name="Ivan Granja" userId="d0a12471-25a3-466a-a647-7cb796ed786c" providerId="ADAL" clId="{A9DAD972-E793-4934-B598-960E07B536E7}" dt="2020-09-14T18:07:04.712" v="1413" actId="1076"/>
          <ac:picMkLst>
            <pc:docMk/>
            <pc:sldMk cId="3248840996" sldId="264"/>
            <ac:picMk id="239620" creationId="{10075455-FE6E-4FBD-BAD7-CB356F1649DA}"/>
          </ac:picMkLst>
        </pc:picChg>
        <pc:picChg chg="add del mod topLvl">
          <ac:chgData name="Ivan Granja" userId="d0a12471-25a3-466a-a647-7cb796ed786c" providerId="ADAL" clId="{A9DAD972-E793-4934-B598-960E07B536E7}" dt="2020-09-14T18:07:04.712" v="1413" actId="1076"/>
          <ac:picMkLst>
            <pc:docMk/>
            <pc:sldMk cId="3248840996" sldId="264"/>
            <ac:picMk id="239621" creationId="{46C4F7CC-E9C5-4357-B449-87D89AAE5E1C}"/>
          </ac:picMkLst>
        </pc:picChg>
        <pc:picChg chg="add del mod topLvl">
          <ac:chgData name="Ivan Granja" userId="d0a12471-25a3-466a-a647-7cb796ed786c" providerId="ADAL" clId="{A9DAD972-E793-4934-B598-960E07B536E7}" dt="2020-09-14T18:07:04.712" v="1413" actId="1076"/>
          <ac:picMkLst>
            <pc:docMk/>
            <pc:sldMk cId="3248840996" sldId="264"/>
            <ac:picMk id="239622" creationId="{D87DFBC0-C735-4A59-8374-B5475332E003}"/>
          </ac:picMkLst>
        </pc:picChg>
        <pc:picChg chg="add del mod topLvl">
          <ac:chgData name="Ivan Granja" userId="d0a12471-25a3-466a-a647-7cb796ed786c" providerId="ADAL" clId="{A9DAD972-E793-4934-B598-960E07B536E7}" dt="2020-09-14T18:07:04.712" v="1413" actId="1076"/>
          <ac:picMkLst>
            <pc:docMk/>
            <pc:sldMk cId="3248840996" sldId="264"/>
            <ac:picMk id="239624" creationId="{CF77E35A-B724-419C-B1C5-E2374FE20415}"/>
          </ac:picMkLst>
        </pc:picChg>
      </pc:sldChg>
      <pc:sldChg chg="add del">
        <pc:chgData name="Ivan Granja" userId="d0a12471-25a3-466a-a647-7cb796ed786c" providerId="ADAL" clId="{A9DAD972-E793-4934-B598-960E07B536E7}" dt="2020-09-14T18:56:45.363" v="3813" actId="47"/>
        <pc:sldMkLst>
          <pc:docMk/>
          <pc:sldMk cId="0" sldId="265"/>
        </pc:sldMkLst>
      </pc:sldChg>
      <pc:sldChg chg="addSp delSp modSp add mod">
        <pc:chgData name="Ivan Granja" userId="d0a12471-25a3-466a-a647-7cb796ed786c" providerId="ADAL" clId="{A9DAD972-E793-4934-B598-960E07B536E7}" dt="2020-09-18T17:59:19.362" v="12403"/>
        <pc:sldMkLst>
          <pc:docMk/>
          <pc:sldMk cId="0" sldId="268"/>
        </pc:sldMkLst>
        <pc:spChg chg="add del">
          <ac:chgData name="Ivan Granja" userId="d0a12471-25a3-466a-a647-7cb796ed786c" providerId="ADAL" clId="{A9DAD972-E793-4934-B598-960E07B536E7}" dt="2020-09-14T19:16:17.802" v="4341" actId="22"/>
          <ac:spMkLst>
            <pc:docMk/>
            <pc:sldMk cId="0" sldId="268"/>
            <ac:spMk id="2" creationId="{12568C67-8024-4A4B-8044-CB7206ED7B32}"/>
          </ac:spMkLst>
        </pc:spChg>
        <pc:spChg chg="add mod">
          <ac:chgData name="Ivan Granja" userId="d0a12471-25a3-466a-a647-7cb796ed786c" providerId="ADAL" clId="{A9DAD972-E793-4934-B598-960E07B536E7}" dt="2020-09-14T19:23:36.680" v="4691" actId="14100"/>
          <ac:spMkLst>
            <pc:docMk/>
            <pc:sldMk cId="0" sldId="268"/>
            <ac:spMk id="8" creationId="{F3B1E245-DC6C-4C6D-B45C-FDBEE646029D}"/>
          </ac:spMkLst>
        </pc:spChg>
        <pc:spChg chg="add mod">
          <ac:chgData name="Ivan Granja" userId="d0a12471-25a3-466a-a647-7cb796ed786c" providerId="ADAL" clId="{A9DAD972-E793-4934-B598-960E07B536E7}" dt="2020-09-14T19:23:59.625" v="4695" actId="207"/>
          <ac:spMkLst>
            <pc:docMk/>
            <pc:sldMk cId="0" sldId="268"/>
            <ac:spMk id="9" creationId="{98FC26C5-59BC-4509-B5BC-CD30D364E495}"/>
          </ac:spMkLst>
        </pc:spChg>
        <pc:spChg chg="add mod">
          <ac:chgData name="Ivan Granja" userId="d0a12471-25a3-466a-a647-7cb796ed786c" providerId="ADAL" clId="{A9DAD972-E793-4934-B598-960E07B536E7}" dt="2020-09-14T19:37:27.209" v="5214" actId="6549"/>
          <ac:spMkLst>
            <pc:docMk/>
            <pc:sldMk cId="0" sldId="268"/>
            <ac:spMk id="10" creationId="{76F70F81-9593-46C2-9A8E-92CE460C4D6F}"/>
          </ac:spMkLst>
        </pc:spChg>
        <pc:spChg chg="add mod">
          <ac:chgData name="Ivan Granja" userId="d0a12471-25a3-466a-a647-7cb796ed786c" providerId="ADAL" clId="{A9DAD972-E793-4934-B598-960E07B536E7}" dt="2020-09-14T19:24:37.437" v="4706" actId="14100"/>
          <ac:spMkLst>
            <pc:docMk/>
            <pc:sldMk cId="0" sldId="268"/>
            <ac:spMk id="13" creationId="{F29E2896-E86B-41DB-80E5-B360681F194C}"/>
          </ac:spMkLst>
        </pc:spChg>
        <pc:spChg chg="add mod">
          <ac:chgData name="Ivan Granja" userId="d0a12471-25a3-466a-a647-7cb796ed786c" providerId="ADAL" clId="{A9DAD972-E793-4934-B598-960E07B536E7}" dt="2020-09-14T19:25:27.354" v="4794" actId="207"/>
          <ac:spMkLst>
            <pc:docMk/>
            <pc:sldMk cId="0" sldId="268"/>
            <ac:spMk id="15" creationId="{96E617B2-8609-4293-B4A8-152C90CF7C9D}"/>
          </ac:spMkLst>
        </pc:spChg>
        <pc:spChg chg="add mod">
          <ac:chgData name="Ivan Granja" userId="d0a12471-25a3-466a-a647-7cb796ed786c" providerId="ADAL" clId="{A9DAD972-E793-4934-B598-960E07B536E7}" dt="2020-09-14T19:26:01.053" v="4807" actId="1037"/>
          <ac:spMkLst>
            <pc:docMk/>
            <pc:sldMk cId="0" sldId="268"/>
            <ac:spMk id="17" creationId="{5AE3649B-2223-45F1-A63C-22D04BB4086A}"/>
          </ac:spMkLst>
        </pc:spChg>
        <pc:spChg chg="add mod">
          <ac:chgData name="Ivan Granja" userId="d0a12471-25a3-466a-a647-7cb796ed786c" providerId="ADAL" clId="{A9DAD972-E793-4934-B598-960E07B536E7}" dt="2020-09-14T19:26:11.309" v="4809" actId="1076"/>
          <ac:spMkLst>
            <pc:docMk/>
            <pc:sldMk cId="0" sldId="268"/>
            <ac:spMk id="19" creationId="{95630AF2-64EA-4025-8122-A19ACCFB6249}"/>
          </ac:spMkLst>
        </pc:spChg>
        <pc:spChg chg="add mod">
          <ac:chgData name="Ivan Granja" userId="d0a12471-25a3-466a-a647-7cb796ed786c" providerId="ADAL" clId="{A9DAD972-E793-4934-B598-960E07B536E7}" dt="2020-09-14T19:26:50.561" v="4824" actId="1036"/>
          <ac:spMkLst>
            <pc:docMk/>
            <pc:sldMk cId="0" sldId="268"/>
            <ac:spMk id="21" creationId="{1B4B3434-F4AD-4998-8C4B-6D581057B853}"/>
          </ac:spMkLst>
        </pc:spChg>
        <pc:spChg chg="add mod">
          <ac:chgData name="Ivan Granja" userId="d0a12471-25a3-466a-a647-7cb796ed786c" providerId="ADAL" clId="{A9DAD972-E793-4934-B598-960E07B536E7}" dt="2020-09-14T19:26:46.670" v="4822" actId="1036"/>
          <ac:spMkLst>
            <pc:docMk/>
            <pc:sldMk cId="0" sldId="268"/>
            <ac:spMk id="23" creationId="{8AB94DC5-0C3C-404B-A963-F65766D8615D}"/>
          </ac:spMkLst>
        </pc:spChg>
        <pc:spChg chg="add mod">
          <ac:chgData name="Ivan Granja" userId="d0a12471-25a3-466a-a647-7cb796ed786c" providerId="ADAL" clId="{A9DAD972-E793-4934-B598-960E07B536E7}" dt="2020-09-14T19:30:16.680" v="4941" actId="207"/>
          <ac:spMkLst>
            <pc:docMk/>
            <pc:sldMk cId="0" sldId="268"/>
            <ac:spMk id="25" creationId="{006BEB8D-4EAA-4869-85EE-F68BA304470C}"/>
          </ac:spMkLst>
        </pc:spChg>
        <pc:spChg chg="add mod">
          <ac:chgData name="Ivan Granja" userId="d0a12471-25a3-466a-a647-7cb796ed786c" providerId="ADAL" clId="{A9DAD972-E793-4934-B598-960E07B536E7}" dt="2020-09-14T19:31:41.517" v="5003" actId="14100"/>
          <ac:spMkLst>
            <pc:docMk/>
            <pc:sldMk cId="0" sldId="268"/>
            <ac:spMk id="27" creationId="{06C6E7C7-F2A6-4C9B-A5DB-3BD2638C1374}"/>
          </ac:spMkLst>
        </pc:spChg>
        <pc:spChg chg="add mod">
          <ac:chgData name="Ivan Granja" userId="d0a12471-25a3-466a-a647-7cb796ed786c" providerId="ADAL" clId="{A9DAD972-E793-4934-B598-960E07B536E7}" dt="2020-09-14T19:33:35.081" v="5131" actId="1035"/>
          <ac:spMkLst>
            <pc:docMk/>
            <pc:sldMk cId="0" sldId="268"/>
            <ac:spMk id="31" creationId="{6515B35A-D227-4A11-A41B-DEE66D2B761F}"/>
          </ac:spMkLst>
        </pc:spChg>
        <pc:spChg chg="add mod">
          <ac:chgData name="Ivan Granja" userId="d0a12471-25a3-466a-a647-7cb796ed786c" providerId="ADAL" clId="{A9DAD972-E793-4934-B598-960E07B536E7}" dt="2020-09-14T19:36:20.105" v="5181" actId="14100"/>
          <ac:spMkLst>
            <pc:docMk/>
            <pc:sldMk cId="0" sldId="268"/>
            <ac:spMk id="33" creationId="{53733B81-EB5C-4D00-A58B-0142AC4B930C}"/>
          </ac:spMkLst>
        </pc:spChg>
        <pc:spChg chg="mod">
          <ac:chgData name="Ivan Granja" userId="d0a12471-25a3-466a-a647-7cb796ed786c" providerId="ADAL" clId="{A9DAD972-E793-4934-B598-960E07B536E7}" dt="2020-09-18T17:59:19.362" v="12403"/>
          <ac:spMkLst>
            <pc:docMk/>
            <pc:sldMk cId="0" sldId="268"/>
            <ac:spMk id="10242" creationId="{3BF2C80A-7CC0-4327-996A-FB7AC3AB0F97}"/>
          </ac:spMkLst>
        </pc:spChg>
        <pc:spChg chg="mod">
          <ac:chgData name="Ivan Granja" userId="d0a12471-25a3-466a-a647-7cb796ed786c" providerId="ADAL" clId="{A9DAD972-E793-4934-B598-960E07B536E7}" dt="2020-09-14T19:20:07.242" v="4439" actId="14100"/>
          <ac:spMkLst>
            <pc:docMk/>
            <pc:sldMk cId="0" sldId="268"/>
            <ac:spMk id="10243" creationId="{E74E71FE-BB83-484A-96D0-3917E256D04C}"/>
          </ac:spMkLst>
        </pc:spChg>
        <pc:picChg chg="add del">
          <ac:chgData name="Ivan Granja" userId="d0a12471-25a3-466a-a647-7cb796ed786c" providerId="ADAL" clId="{A9DAD972-E793-4934-B598-960E07B536E7}" dt="2020-09-14T19:16:17.802" v="4341" actId="22"/>
          <ac:picMkLst>
            <pc:docMk/>
            <pc:sldMk cId="0" sldId="268"/>
            <ac:picMk id="3" creationId="{4FBE7C58-E004-4009-AE96-52C77FFDFAE6}"/>
          </ac:picMkLst>
        </pc:picChg>
        <pc:picChg chg="add mod">
          <ac:chgData name="Ivan Granja" userId="d0a12471-25a3-466a-a647-7cb796ed786c" providerId="ADAL" clId="{A9DAD972-E793-4934-B598-960E07B536E7}" dt="2020-09-14T19:20:12.493" v="4441" actId="14100"/>
          <ac:picMkLst>
            <pc:docMk/>
            <pc:sldMk cId="0" sldId="268"/>
            <ac:picMk id="7" creationId="{CD2FD710-281C-4FD0-823B-AE44CFB57C2F}"/>
          </ac:picMkLst>
        </pc:picChg>
        <pc:picChg chg="add del">
          <ac:chgData name="Ivan Granja" userId="d0a12471-25a3-466a-a647-7cb796ed786c" providerId="ADAL" clId="{A9DAD972-E793-4934-B598-960E07B536E7}" dt="2020-09-14T19:24:09.428" v="4697" actId="22"/>
          <ac:picMkLst>
            <pc:docMk/>
            <pc:sldMk cId="0" sldId="268"/>
            <ac:picMk id="11" creationId="{F17BBD25-3807-4167-8628-0BE573D96511}"/>
          </ac:picMkLst>
        </pc:picChg>
        <pc:picChg chg="add del">
          <ac:chgData name="Ivan Granja" userId="d0a12471-25a3-466a-a647-7cb796ed786c" providerId="ADAL" clId="{A9DAD972-E793-4934-B598-960E07B536E7}" dt="2020-09-14T19:31:47.142" v="5005" actId="22"/>
          <ac:picMkLst>
            <pc:docMk/>
            <pc:sldMk cId="0" sldId="268"/>
            <ac:picMk id="29" creationId="{C42436E3-9313-4088-94A5-F56469213820}"/>
          </ac:picMkLst>
        </pc:picChg>
      </pc:sldChg>
      <pc:sldChg chg="modSp add del mod">
        <pc:chgData name="Ivan Granja" userId="d0a12471-25a3-466a-a647-7cb796ed786c" providerId="ADAL" clId="{A9DAD972-E793-4934-B598-960E07B536E7}" dt="2020-09-21T19:02:03.476" v="16153" actId="20577"/>
        <pc:sldMkLst>
          <pc:docMk/>
          <pc:sldMk cId="0" sldId="269"/>
        </pc:sldMkLst>
        <pc:spChg chg="mod">
          <ac:chgData name="Ivan Granja" userId="d0a12471-25a3-466a-a647-7cb796ed786c" providerId="ADAL" clId="{A9DAD972-E793-4934-B598-960E07B536E7}" dt="2020-09-21T19:02:03.476" v="16153" actId="20577"/>
          <ac:spMkLst>
            <pc:docMk/>
            <pc:sldMk cId="0" sldId="269"/>
            <ac:spMk id="252931" creationId="{402A9080-5579-49A7-AFB1-FC06F2248A7D}"/>
          </ac:spMkLst>
        </pc:spChg>
      </pc:sldChg>
      <pc:sldChg chg="modSp add del mod ord">
        <pc:chgData name="Ivan Granja" userId="d0a12471-25a3-466a-a647-7cb796ed786c" providerId="ADAL" clId="{A9DAD972-E793-4934-B598-960E07B536E7}" dt="2020-09-18T17:59:19.362" v="12403"/>
        <pc:sldMkLst>
          <pc:docMk/>
          <pc:sldMk cId="0" sldId="270"/>
        </pc:sldMkLst>
        <pc:spChg chg="mod">
          <ac:chgData name="Ivan Granja" userId="d0a12471-25a3-466a-a647-7cb796ed786c" providerId="ADAL" clId="{A9DAD972-E793-4934-B598-960E07B536E7}" dt="2020-09-18T17:59:19.362" v="12403"/>
          <ac:spMkLst>
            <pc:docMk/>
            <pc:sldMk cId="0" sldId="270"/>
            <ac:spMk id="12290" creationId="{614AD268-7C68-4EC1-BF11-719E986880DE}"/>
          </ac:spMkLst>
        </pc:spChg>
        <pc:spChg chg="mod">
          <ac:chgData name="Ivan Granja" userId="d0a12471-25a3-466a-a647-7cb796ed786c" providerId="ADAL" clId="{A9DAD972-E793-4934-B598-960E07B536E7}" dt="2020-09-14T19:05:07.085" v="4015" actId="15"/>
          <ac:spMkLst>
            <pc:docMk/>
            <pc:sldMk cId="0" sldId="270"/>
            <ac:spMk id="22531" creationId="{A29CA12A-498C-4971-9780-8BD540A658FE}"/>
          </ac:spMkLst>
        </pc:spChg>
      </pc:sldChg>
      <pc:sldChg chg="addSp delSp modSp del mod">
        <pc:chgData name="Ivan Granja" userId="d0a12471-25a3-466a-a647-7cb796ed786c" providerId="ADAL" clId="{A9DAD972-E793-4934-B598-960E07B536E7}" dt="2020-09-18T18:47:13.254" v="14159" actId="2696"/>
        <pc:sldMkLst>
          <pc:docMk/>
          <pc:sldMk cId="2853760233" sldId="271"/>
        </pc:sldMkLst>
        <pc:spChg chg="mod">
          <ac:chgData name="Ivan Granja" userId="d0a12471-25a3-466a-a647-7cb796ed786c" providerId="ADAL" clId="{A9DAD972-E793-4934-B598-960E07B536E7}" dt="2020-09-18T18:47:10.005" v="14158" actId="20577"/>
          <ac:spMkLst>
            <pc:docMk/>
            <pc:sldMk cId="2853760233" sldId="271"/>
            <ac:spMk id="208898" creationId="{A2138255-748F-4060-A27C-7ABC2F4815F0}"/>
          </ac:spMkLst>
        </pc:spChg>
        <pc:picChg chg="add del">
          <ac:chgData name="Ivan Granja" userId="d0a12471-25a3-466a-a647-7cb796ed786c" providerId="ADAL" clId="{A9DAD972-E793-4934-B598-960E07B536E7}" dt="2020-09-18T18:46:57.979" v="14132" actId="478"/>
          <ac:picMkLst>
            <pc:docMk/>
            <pc:sldMk cId="2853760233" sldId="271"/>
            <ac:picMk id="3" creationId="{A954DE01-9D03-4AC1-A0C8-32168BCF2585}"/>
          </ac:picMkLst>
        </pc:picChg>
      </pc:sldChg>
      <pc:sldChg chg="modSp add del mod">
        <pc:chgData name="Ivan Granja" userId="d0a12471-25a3-466a-a647-7cb796ed786c" providerId="ADAL" clId="{A9DAD972-E793-4934-B598-960E07B536E7}" dt="2020-09-27T22:37:24.015" v="23364" actId="20577"/>
        <pc:sldMkLst>
          <pc:docMk/>
          <pc:sldMk cId="0" sldId="272"/>
        </pc:sldMkLst>
        <pc:spChg chg="mod">
          <ac:chgData name="Ivan Granja" userId="d0a12471-25a3-466a-a647-7cb796ed786c" providerId="ADAL" clId="{A9DAD972-E793-4934-B598-960E07B536E7}" dt="2020-09-18T19:22:59.030" v="14679" actId="21"/>
          <ac:spMkLst>
            <pc:docMk/>
            <pc:sldMk cId="0" sldId="272"/>
            <ac:spMk id="209923" creationId="{FBC32253-61AC-4ABA-913D-D2B698ABA268}"/>
          </ac:spMkLst>
        </pc:spChg>
        <pc:spChg chg="mod">
          <ac:chgData name="Ivan Granja" userId="d0a12471-25a3-466a-a647-7cb796ed786c" providerId="ADAL" clId="{A9DAD972-E793-4934-B598-960E07B536E7}" dt="2020-09-21T19:34:22.684" v="16642" actId="122"/>
          <ac:spMkLst>
            <pc:docMk/>
            <pc:sldMk cId="0" sldId="272"/>
            <ac:spMk id="256002" creationId="{CCF224D3-DDE7-4E2E-9BEA-4DC00428AFAC}"/>
          </ac:spMkLst>
        </pc:spChg>
        <pc:spChg chg="mod">
          <ac:chgData name="Ivan Granja" userId="d0a12471-25a3-466a-a647-7cb796ed786c" providerId="ADAL" clId="{A9DAD972-E793-4934-B598-960E07B536E7}" dt="2020-09-27T22:37:24.015" v="23364" actId="20577"/>
          <ac:spMkLst>
            <pc:docMk/>
            <pc:sldMk cId="0" sldId="272"/>
            <ac:spMk id="256003" creationId="{18CD41B9-424C-42F7-AA22-25A1F20FAA95}"/>
          </ac:spMkLst>
        </pc:spChg>
      </pc:sldChg>
      <pc:sldChg chg="modSp add del mod">
        <pc:chgData name="Ivan Granja" userId="d0a12471-25a3-466a-a647-7cb796ed786c" providerId="ADAL" clId="{A9DAD972-E793-4934-B598-960E07B536E7}" dt="2020-09-27T22:38:28.360" v="23369" actId="255"/>
        <pc:sldMkLst>
          <pc:docMk/>
          <pc:sldMk cId="0" sldId="273"/>
        </pc:sldMkLst>
        <pc:spChg chg="mod">
          <ac:chgData name="Ivan Granja" userId="d0a12471-25a3-466a-a647-7cb796ed786c" providerId="ADAL" clId="{A9DAD972-E793-4934-B598-960E07B536E7}" dt="2020-09-21T20:04:38.531" v="18926" actId="20577"/>
          <ac:spMkLst>
            <pc:docMk/>
            <pc:sldMk cId="0" sldId="273"/>
            <ac:spMk id="257026" creationId="{5E69C199-A848-42A4-9DDF-C476A6E0AFB5}"/>
          </ac:spMkLst>
        </pc:spChg>
        <pc:spChg chg="mod">
          <ac:chgData name="Ivan Granja" userId="d0a12471-25a3-466a-a647-7cb796ed786c" providerId="ADAL" clId="{A9DAD972-E793-4934-B598-960E07B536E7}" dt="2020-09-27T22:38:28.360" v="23369" actId="255"/>
          <ac:spMkLst>
            <pc:docMk/>
            <pc:sldMk cId="0" sldId="273"/>
            <ac:spMk id="257027" creationId="{F58E55C7-74BC-4DC6-8CF9-315A490CB614}"/>
          </ac:spMkLst>
        </pc:spChg>
        <pc:spChg chg="mod">
          <ac:chgData name="Ivan Granja" userId="d0a12471-25a3-466a-a647-7cb796ed786c" providerId="ADAL" clId="{A9DAD972-E793-4934-B598-960E07B536E7}" dt="2020-09-21T20:06:48.888" v="19027" actId="207"/>
          <ac:spMkLst>
            <pc:docMk/>
            <pc:sldMk cId="0" sldId="273"/>
            <ac:spMk id="257028" creationId="{85CCD447-5168-4AB8-95D5-55BB3C868D2B}"/>
          </ac:spMkLst>
        </pc:spChg>
        <pc:spChg chg="mod">
          <ac:chgData name="Ivan Granja" userId="d0a12471-25a3-466a-a647-7cb796ed786c" providerId="ADAL" clId="{A9DAD972-E793-4934-B598-960E07B536E7}" dt="2020-09-21T20:07:24.690" v="19029" actId="1076"/>
          <ac:spMkLst>
            <pc:docMk/>
            <pc:sldMk cId="0" sldId="273"/>
            <ac:spMk id="257029" creationId="{F99EE22C-575A-477D-B7B9-10793ED02B01}"/>
          </ac:spMkLst>
        </pc:spChg>
        <pc:spChg chg="mod">
          <ac:chgData name="Ivan Granja" userId="d0a12471-25a3-466a-a647-7cb796ed786c" providerId="ADAL" clId="{A9DAD972-E793-4934-B598-960E07B536E7}" dt="2020-09-21T20:04:49.941" v="18930" actId="1076"/>
          <ac:spMkLst>
            <pc:docMk/>
            <pc:sldMk cId="0" sldId="273"/>
            <ac:spMk id="257030" creationId="{AE5D91C4-0F89-4D8B-ADFC-F18E0E19A190}"/>
          </ac:spMkLst>
        </pc:spChg>
        <pc:spChg chg="mod">
          <ac:chgData name="Ivan Granja" userId="d0a12471-25a3-466a-a647-7cb796ed786c" providerId="ADAL" clId="{A9DAD972-E793-4934-B598-960E07B536E7}" dt="2020-09-21T20:07:43.533" v="19032" actId="1076"/>
          <ac:spMkLst>
            <pc:docMk/>
            <pc:sldMk cId="0" sldId="273"/>
            <ac:spMk id="257031" creationId="{BCA24A64-E737-470A-830A-AD75E103724D}"/>
          </ac:spMkLst>
        </pc:spChg>
      </pc:sldChg>
      <pc:sldChg chg="addSp delSp modSp del mod">
        <pc:chgData name="Ivan Granja" userId="d0a12471-25a3-466a-a647-7cb796ed786c" providerId="ADAL" clId="{A9DAD972-E793-4934-B598-960E07B536E7}" dt="2020-09-18T19:46:20.420" v="15263" actId="20577"/>
        <pc:sldMkLst>
          <pc:docMk/>
          <pc:sldMk cId="0" sldId="274"/>
        </pc:sldMkLst>
        <pc:spChg chg="add mod">
          <ac:chgData name="Ivan Granja" userId="d0a12471-25a3-466a-a647-7cb796ed786c" providerId="ADAL" clId="{A9DAD972-E793-4934-B598-960E07B536E7}" dt="2020-09-18T19:46:20.420" v="15263" actId="20577"/>
          <ac:spMkLst>
            <pc:docMk/>
            <pc:sldMk cId="0" sldId="274"/>
            <ac:spMk id="6" creationId="{874E117F-B224-49E6-AADF-9C5636D59716}"/>
          </ac:spMkLst>
        </pc:spChg>
        <pc:spChg chg="mod">
          <ac:chgData name="Ivan Granja" userId="d0a12471-25a3-466a-a647-7cb796ed786c" providerId="ADAL" clId="{A9DAD972-E793-4934-B598-960E07B536E7}" dt="2020-09-18T19:38:26.783" v="15047" actId="20577"/>
          <ac:spMkLst>
            <pc:docMk/>
            <pc:sldMk cId="0" sldId="274"/>
            <ac:spMk id="211970" creationId="{5C8B73E0-A89B-4298-BF76-628E710CBDFC}"/>
          </ac:spMkLst>
        </pc:spChg>
        <pc:picChg chg="add mod">
          <ac:chgData name="Ivan Granja" userId="d0a12471-25a3-466a-a647-7cb796ed786c" providerId="ADAL" clId="{A9DAD972-E793-4934-B598-960E07B536E7}" dt="2020-09-18T19:32:18.785" v="14801" actId="1076"/>
          <ac:picMkLst>
            <pc:docMk/>
            <pc:sldMk cId="0" sldId="274"/>
            <ac:picMk id="4" creationId="{727AA568-4642-45C0-93BF-2426BD41F315}"/>
          </ac:picMkLst>
        </pc:picChg>
        <pc:picChg chg="del mod">
          <ac:chgData name="Ivan Granja" userId="d0a12471-25a3-466a-a647-7cb796ed786c" providerId="ADAL" clId="{A9DAD972-E793-4934-B598-960E07B536E7}" dt="2020-09-18T19:31:46.130" v="14798" actId="478"/>
          <ac:picMkLst>
            <pc:docMk/>
            <pc:sldMk cId="0" sldId="274"/>
            <ac:picMk id="211972" creationId="{03350F3C-1353-4782-9B33-22832FCA2332}"/>
          </ac:picMkLst>
        </pc:picChg>
      </pc:sldChg>
      <pc:sldChg chg="modSp add del mod">
        <pc:chgData name="Ivan Granja" userId="d0a12471-25a3-466a-a647-7cb796ed786c" providerId="ADAL" clId="{A9DAD972-E793-4934-B598-960E07B536E7}" dt="2020-09-21T22:08:36.910" v="19116" actId="313"/>
        <pc:sldMkLst>
          <pc:docMk/>
          <pc:sldMk cId="0" sldId="275"/>
        </pc:sldMkLst>
        <pc:spChg chg="mod">
          <ac:chgData name="Ivan Granja" userId="d0a12471-25a3-466a-a647-7cb796ed786c" providerId="ADAL" clId="{A9DAD972-E793-4934-B598-960E07B536E7}" dt="2020-09-18T19:39:00.879" v="15048" actId="21"/>
          <ac:spMkLst>
            <pc:docMk/>
            <pc:sldMk cId="0" sldId="275"/>
            <ac:spMk id="212995" creationId="{B068E6DB-839E-4782-9E7F-6FFF7C385BB9}"/>
          </ac:spMkLst>
        </pc:spChg>
        <pc:spChg chg="mod">
          <ac:chgData name="Ivan Granja" userId="d0a12471-25a3-466a-a647-7cb796ed786c" providerId="ADAL" clId="{A9DAD972-E793-4934-B598-960E07B536E7}" dt="2020-09-21T22:05:02.088" v="19041"/>
          <ac:spMkLst>
            <pc:docMk/>
            <pc:sldMk cId="0" sldId="275"/>
            <ac:spMk id="259074" creationId="{963E327A-FC52-430C-81B2-8103B44E3CBF}"/>
          </ac:spMkLst>
        </pc:spChg>
        <pc:spChg chg="mod">
          <ac:chgData name="Ivan Granja" userId="d0a12471-25a3-466a-a647-7cb796ed786c" providerId="ADAL" clId="{A9DAD972-E793-4934-B598-960E07B536E7}" dt="2020-09-21T22:08:36.910" v="19116" actId="313"/>
          <ac:spMkLst>
            <pc:docMk/>
            <pc:sldMk cId="0" sldId="275"/>
            <ac:spMk id="259075" creationId="{DD33871C-8A9F-4C2B-8B55-65110C5271C8}"/>
          </ac:spMkLst>
        </pc:spChg>
      </pc:sldChg>
      <pc:sldChg chg="addSp delSp modSp del mod">
        <pc:chgData name="Ivan Granja" userId="d0a12471-25a3-466a-a647-7cb796ed786c" providerId="ADAL" clId="{A9DAD972-E793-4934-B598-960E07B536E7}" dt="2020-09-18T19:56:59.360" v="15305" actId="20577"/>
        <pc:sldMkLst>
          <pc:docMk/>
          <pc:sldMk cId="3813715356" sldId="276"/>
        </pc:sldMkLst>
        <pc:spChg chg="add mod">
          <ac:chgData name="Ivan Granja" userId="d0a12471-25a3-466a-a647-7cb796ed786c" providerId="ADAL" clId="{A9DAD972-E793-4934-B598-960E07B536E7}" dt="2020-09-18T19:50:39.751" v="15278" actId="14100"/>
          <ac:spMkLst>
            <pc:docMk/>
            <pc:sldMk cId="3813715356" sldId="276"/>
            <ac:spMk id="5" creationId="{A6F1B20E-56E2-46AB-BC9A-4D893C06F740}"/>
          </ac:spMkLst>
        </pc:spChg>
        <pc:spChg chg="mod">
          <ac:chgData name="Ivan Granja" userId="d0a12471-25a3-466a-a647-7cb796ed786c" providerId="ADAL" clId="{A9DAD972-E793-4934-B598-960E07B536E7}" dt="2020-09-18T19:56:59.360" v="15305" actId="20577"/>
          <ac:spMkLst>
            <pc:docMk/>
            <pc:sldMk cId="3813715356" sldId="276"/>
            <ac:spMk id="214018" creationId="{FE899ACF-5372-4EC8-A44F-E2FA6494BB02}"/>
          </ac:spMkLst>
        </pc:spChg>
        <pc:picChg chg="add mod">
          <ac:chgData name="Ivan Granja" userId="d0a12471-25a3-466a-a647-7cb796ed786c" providerId="ADAL" clId="{A9DAD972-E793-4934-B598-960E07B536E7}" dt="2020-09-18T19:50:22.292" v="15274" actId="1076"/>
          <ac:picMkLst>
            <pc:docMk/>
            <pc:sldMk cId="3813715356" sldId="276"/>
            <ac:picMk id="4" creationId="{30168005-2CBC-45BC-9CDF-43CFBA77E2CA}"/>
          </ac:picMkLst>
        </pc:picChg>
        <pc:picChg chg="add mod">
          <ac:chgData name="Ivan Granja" userId="d0a12471-25a3-466a-a647-7cb796ed786c" providerId="ADAL" clId="{A9DAD972-E793-4934-B598-960E07B536E7}" dt="2020-09-18T19:50:43.988" v="15279" actId="167"/>
          <ac:picMkLst>
            <pc:docMk/>
            <pc:sldMk cId="3813715356" sldId="276"/>
            <ac:picMk id="14338" creationId="{B7C45168-41CB-49C7-8E21-3F87A9BE326D}"/>
          </ac:picMkLst>
        </pc:picChg>
        <pc:picChg chg="del mod">
          <ac:chgData name="Ivan Granja" userId="d0a12471-25a3-466a-a647-7cb796ed786c" providerId="ADAL" clId="{A9DAD972-E793-4934-B598-960E07B536E7}" dt="2020-09-18T19:50:07.744" v="15267" actId="478"/>
          <ac:picMkLst>
            <pc:docMk/>
            <pc:sldMk cId="3813715356" sldId="276"/>
            <ac:picMk id="214020" creationId="{EFEF411D-A729-4EF6-AB40-158E14CD6315}"/>
          </ac:picMkLst>
        </pc:picChg>
      </pc:sldChg>
      <pc:sldChg chg="modSp del mod">
        <pc:chgData name="Ivan Granja" userId="d0a12471-25a3-466a-a647-7cb796ed786c" providerId="ADAL" clId="{A9DAD972-E793-4934-B598-960E07B536E7}" dt="2020-09-21T23:43:15.791" v="21821" actId="20577"/>
        <pc:sldMkLst>
          <pc:docMk/>
          <pc:sldMk cId="1401273665" sldId="277"/>
        </pc:sldMkLst>
        <pc:spChg chg="mod">
          <ac:chgData name="Ivan Granja" userId="d0a12471-25a3-466a-a647-7cb796ed786c" providerId="ADAL" clId="{A9DAD972-E793-4934-B598-960E07B536E7}" dt="2020-09-21T23:43:15.791" v="21821" actId="20577"/>
          <ac:spMkLst>
            <pc:docMk/>
            <pc:sldMk cId="1401273665" sldId="277"/>
            <ac:spMk id="215043" creationId="{1B8826B0-EEF9-472D-A5D0-6FA84F7C7C27}"/>
          </ac:spMkLst>
        </pc:spChg>
      </pc:sldChg>
      <pc:sldChg chg="modSp del mod">
        <pc:chgData name="Ivan Granja" userId="d0a12471-25a3-466a-a647-7cb796ed786c" providerId="ADAL" clId="{A9DAD972-E793-4934-B598-960E07B536E7}" dt="2020-09-22T00:01:58.842" v="23222" actId="20577"/>
        <pc:sldMkLst>
          <pc:docMk/>
          <pc:sldMk cId="0" sldId="278"/>
        </pc:sldMkLst>
        <pc:spChg chg="mod">
          <ac:chgData name="Ivan Granja" userId="d0a12471-25a3-466a-a647-7cb796ed786c" providerId="ADAL" clId="{A9DAD972-E793-4934-B598-960E07B536E7}" dt="2020-09-22T00:01:58.842" v="23222" actId="20577"/>
          <ac:spMkLst>
            <pc:docMk/>
            <pc:sldMk cId="0" sldId="278"/>
            <ac:spMk id="216067" creationId="{3E17AEA1-685A-4A3C-84A4-A67B17DDDFF2}"/>
          </ac:spMkLst>
        </pc:spChg>
      </pc:sldChg>
      <pc:sldChg chg="del">
        <pc:chgData name="Ivan Granja" userId="d0a12471-25a3-466a-a647-7cb796ed786c" providerId="ADAL" clId="{A9DAD972-E793-4934-B598-960E07B536E7}" dt="2020-09-14T17:53:28.847" v="1164" actId="47"/>
        <pc:sldMkLst>
          <pc:docMk/>
          <pc:sldMk cId="0" sldId="279"/>
        </pc:sldMkLst>
      </pc:sldChg>
      <pc:sldChg chg="modSp del">
        <pc:chgData name="Ivan Granja" userId="d0a12471-25a3-466a-a647-7cb796ed786c" providerId="ADAL" clId="{A9DAD972-E793-4934-B598-960E07B536E7}" dt="2020-09-22T00:07:10.106" v="23308" actId="14100"/>
        <pc:sldMkLst>
          <pc:docMk/>
          <pc:sldMk cId="0" sldId="280"/>
        </pc:sldMkLst>
        <pc:spChg chg="mod">
          <ac:chgData name="Ivan Granja" userId="d0a12471-25a3-466a-a647-7cb796ed786c" providerId="ADAL" clId="{A9DAD972-E793-4934-B598-960E07B536E7}" dt="2020-09-22T00:07:10.106" v="23308" actId="14100"/>
          <ac:spMkLst>
            <pc:docMk/>
            <pc:sldMk cId="0" sldId="280"/>
            <ac:spMk id="218114" creationId="{4F67BFEC-634E-4815-BAB6-3399560C3EB2}"/>
          </ac:spMkLst>
        </pc:spChg>
        <pc:spChg chg="mod">
          <ac:chgData name="Ivan Granja" userId="d0a12471-25a3-466a-a647-7cb796ed786c" providerId="ADAL" clId="{A9DAD972-E793-4934-B598-960E07B536E7}" dt="2020-09-18T19:53:23.645" v="15287" actId="1076"/>
          <ac:spMkLst>
            <pc:docMk/>
            <pc:sldMk cId="0" sldId="280"/>
            <ac:spMk id="218117" creationId="{5EE430BD-4690-428A-9E56-3A43D78F3358}"/>
          </ac:spMkLst>
        </pc:spChg>
        <pc:spChg chg="mod">
          <ac:chgData name="Ivan Granja" userId="d0a12471-25a3-466a-a647-7cb796ed786c" providerId="ADAL" clId="{A9DAD972-E793-4934-B598-960E07B536E7}" dt="2020-09-18T19:53:19.483" v="15286" actId="1076"/>
          <ac:spMkLst>
            <pc:docMk/>
            <pc:sldMk cId="0" sldId="280"/>
            <ac:spMk id="218118" creationId="{E41A24E0-829D-4759-A34C-0C6749D30CD7}"/>
          </ac:spMkLst>
        </pc:spChg>
      </pc:sldChg>
      <pc:sldChg chg="modSp del">
        <pc:chgData name="Ivan Granja" userId="d0a12471-25a3-466a-a647-7cb796ed786c" providerId="ADAL" clId="{A9DAD972-E793-4934-B598-960E07B536E7}" dt="2020-09-18T19:53:44.083" v="15290" actId="14100"/>
        <pc:sldMkLst>
          <pc:docMk/>
          <pc:sldMk cId="0" sldId="281"/>
        </pc:sldMkLst>
        <pc:spChg chg="mod">
          <ac:chgData name="Ivan Granja" userId="d0a12471-25a3-466a-a647-7cb796ed786c" providerId="ADAL" clId="{A9DAD972-E793-4934-B598-960E07B536E7}" dt="2020-09-18T19:53:44.083" v="15290" actId="14100"/>
          <ac:spMkLst>
            <pc:docMk/>
            <pc:sldMk cId="0" sldId="281"/>
            <ac:spMk id="219138" creationId="{260E351F-E786-477A-AFB9-57014FCA9935}"/>
          </ac:spMkLst>
        </pc:spChg>
      </pc:sldChg>
      <pc:sldChg chg="modSp del">
        <pc:chgData name="Ivan Granja" userId="d0a12471-25a3-466a-a647-7cb796ed786c" providerId="ADAL" clId="{A9DAD972-E793-4934-B598-960E07B536E7}" dt="2020-09-18T19:53:58.078" v="15291" actId="14100"/>
        <pc:sldMkLst>
          <pc:docMk/>
          <pc:sldMk cId="0" sldId="282"/>
        </pc:sldMkLst>
        <pc:spChg chg="mod">
          <ac:chgData name="Ivan Granja" userId="d0a12471-25a3-466a-a647-7cb796ed786c" providerId="ADAL" clId="{A9DAD972-E793-4934-B598-960E07B536E7}" dt="2020-09-18T19:53:58.078" v="15291" actId="14100"/>
          <ac:spMkLst>
            <pc:docMk/>
            <pc:sldMk cId="0" sldId="282"/>
            <ac:spMk id="221186" creationId="{8F20E810-8681-497F-8EFD-E2D9F9DDA44D}"/>
          </ac:spMkLst>
        </pc:spChg>
      </pc:sldChg>
      <pc:sldChg chg="modSp del">
        <pc:chgData name="Ivan Granja" userId="d0a12471-25a3-466a-a647-7cb796ed786c" providerId="ADAL" clId="{A9DAD972-E793-4934-B598-960E07B536E7}" dt="2020-09-18T19:54:10.604" v="15292" actId="14100"/>
        <pc:sldMkLst>
          <pc:docMk/>
          <pc:sldMk cId="0" sldId="283"/>
        </pc:sldMkLst>
        <pc:spChg chg="mod">
          <ac:chgData name="Ivan Granja" userId="d0a12471-25a3-466a-a647-7cb796ed786c" providerId="ADAL" clId="{A9DAD972-E793-4934-B598-960E07B536E7}" dt="2020-09-18T19:54:10.604" v="15292" actId="14100"/>
          <ac:spMkLst>
            <pc:docMk/>
            <pc:sldMk cId="0" sldId="283"/>
            <ac:spMk id="222210" creationId="{3AB1BEA7-7B40-4D0A-83D6-5CAC18F30D37}"/>
          </ac:spMkLst>
        </pc:spChg>
      </pc:sldChg>
      <pc:sldChg chg="del">
        <pc:chgData name="Ivan Granja" userId="d0a12471-25a3-466a-a647-7cb796ed786c" providerId="ADAL" clId="{A9DAD972-E793-4934-B598-960E07B536E7}" dt="2020-09-14T17:53:31.013" v="1169" actId="47"/>
        <pc:sldMkLst>
          <pc:docMk/>
          <pc:sldMk cId="0" sldId="284"/>
        </pc:sldMkLst>
      </pc:sldChg>
      <pc:sldChg chg="modSp del mod">
        <pc:chgData name="Ivan Granja" userId="d0a12471-25a3-466a-a647-7cb796ed786c" providerId="ADAL" clId="{A9DAD972-E793-4934-B598-960E07B536E7}" dt="2020-09-18T18:26:16.677" v="13415" actId="20577"/>
        <pc:sldMkLst>
          <pc:docMk/>
          <pc:sldMk cId="0" sldId="285"/>
        </pc:sldMkLst>
        <pc:spChg chg="mod">
          <ac:chgData name="Ivan Granja" userId="d0a12471-25a3-466a-a647-7cb796ed786c" providerId="ADAL" clId="{A9DAD972-E793-4934-B598-960E07B536E7}" dt="2020-09-18T18:18:19.030" v="12961" actId="122"/>
          <ac:spMkLst>
            <pc:docMk/>
            <pc:sldMk cId="0" sldId="285"/>
            <ac:spMk id="224258" creationId="{A7ADBBAC-AD70-4F42-8B27-462248971145}"/>
          </ac:spMkLst>
        </pc:spChg>
        <pc:spChg chg="mod">
          <ac:chgData name="Ivan Granja" userId="d0a12471-25a3-466a-a647-7cb796ed786c" providerId="ADAL" clId="{A9DAD972-E793-4934-B598-960E07B536E7}" dt="2020-09-18T18:26:16.677" v="13415" actId="20577"/>
          <ac:spMkLst>
            <pc:docMk/>
            <pc:sldMk cId="0" sldId="285"/>
            <ac:spMk id="224259" creationId="{8CEE06B4-0782-45E2-B8BA-C8BE893210D5}"/>
          </ac:spMkLst>
        </pc:spChg>
      </pc:sldChg>
      <pc:sldChg chg="modSp del">
        <pc:chgData name="Ivan Granja" userId="d0a12471-25a3-466a-a647-7cb796ed786c" providerId="ADAL" clId="{A9DAD972-E793-4934-B598-960E07B536E7}" dt="2020-09-18T18:36:34.278" v="13865" actId="122"/>
        <pc:sldMkLst>
          <pc:docMk/>
          <pc:sldMk cId="0" sldId="286"/>
        </pc:sldMkLst>
        <pc:spChg chg="mod">
          <ac:chgData name="Ivan Granja" userId="d0a12471-25a3-466a-a647-7cb796ed786c" providerId="ADAL" clId="{A9DAD972-E793-4934-B598-960E07B536E7}" dt="2020-09-18T18:36:34.278" v="13865" actId="122"/>
          <ac:spMkLst>
            <pc:docMk/>
            <pc:sldMk cId="0" sldId="286"/>
            <ac:spMk id="225282" creationId="{793AE266-2093-4E15-805F-07A31616208D}"/>
          </ac:spMkLst>
        </pc:spChg>
      </pc:sldChg>
      <pc:sldChg chg="modSp del mod">
        <pc:chgData name="Ivan Granja" userId="d0a12471-25a3-466a-a647-7cb796ed786c" providerId="ADAL" clId="{A9DAD972-E793-4934-B598-960E07B536E7}" dt="2020-09-18T18:37:18.079" v="13889" actId="1076"/>
        <pc:sldMkLst>
          <pc:docMk/>
          <pc:sldMk cId="0" sldId="287"/>
        </pc:sldMkLst>
        <pc:spChg chg="mod">
          <ac:chgData name="Ivan Granja" userId="d0a12471-25a3-466a-a647-7cb796ed786c" providerId="ADAL" clId="{A9DAD972-E793-4934-B598-960E07B536E7}" dt="2020-09-18T18:36:43.211" v="13866" actId="14100"/>
          <ac:spMkLst>
            <pc:docMk/>
            <pc:sldMk cId="0" sldId="287"/>
            <ac:spMk id="226306" creationId="{20E3F803-7A7B-4ACC-AC7D-A905A2885200}"/>
          </ac:spMkLst>
        </pc:spChg>
        <pc:spChg chg="mod">
          <ac:chgData name="Ivan Granja" userId="d0a12471-25a3-466a-a647-7cb796ed786c" providerId="ADAL" clId="{A9DAD972-E793-4934-B598-960E07B536E7}" dt="2020-09-18T18:37:02.575" v="13888" actId="20577"/>
          <ac:spMkLst>
            <pc:docMk/>
            <pc:sldMk cId="0" sldId="287"/>
            <ac:spMk id="226308" creationId="{734892F0-C69C-404F-88B0-190F55F2B1CA}"/>
          </ac:spMkLst>
        </pc:spChg>
        <pc:picChg chg="mod">
          <ac:chgData name="Ivan Granja" userId="d0a12471-25a3-466a-a647-7cb796ed786c" providerId="ADAL" clId="{A9DAD972-E793-4934-B598-960E07B536E7}" dt="2020-09-18T18:37:18.079" v="13889" actId="1076"/>
          <ac:picMkLst>
            <pc:docMk/>
            <pc:sldMk cId="0" sldId="287"/>
            <ac:picMk id="226309" creationId="{E647B560-FEAE-44D6-BCEF-F132F8CD43B5}"/>
          </ac:picMkLst>
        </pc:picChg>
      </pc:sldChg>
      <pc:sldChg chg="addSp delSp modSp del mod">
        <pc:chgData name="Ivan Granja" userId="d0a12471-25a3-466a-a647-7cb796ed786c" providerId="ADAL" clId="{A9DAD972-E793-4934-B598-960E07B536E7}" dt="2020-09-18T18:45:14.075" v="14101" actId="1038"/>
        <pc:sldMkLst>
          <pc:docMk/>
          <pc:sldMk cId="0" sldId="288"/>
        </pc:sldMkLst>
        <pc:spChg chg="mod">
          <ac:chgData name="Ivan Granja" userId="d0a12471-25a3-466a-a647-7cb796ed786c" providerId="ADAL" clId="{A9DAD972-E793-4934-B598-960E07B536E7}" dt="2020-09-18T18:37:24.961" v="13890" actId="122"/>
          <ac:spMkLst>
            <pc:docMk/>
            <pc:sldMk cId="0" sldId="288"/>
            <ac:spMk id="228354" creationId="{7B260871-804C-430C-94B1-D16DEFA468F1}"/>
          </ac:spMkLst>
        </pc:spChg>
        <pc:spChg chg="mod">
          <ac:chgData name="Ivan Granja" userId="d0a12471-25a3-466a-a647-7cb796ed786c" providerId="ADAL" clId="{A9DAD972-E793-4934-B598-960E07B536E7}" dt="2020-09-18T18:44:17.178" v="14090" actId="20577"/>
          <ac:spMkLst>
            <pc:docMk/>
            <pc:sldMk cId="0" sldId="288"/>
            <ac:spMk id="228355" creationId="{B8966BBF-EA1A-4B5E-8A7B-39C7BA928E16}"/>
          </ac:spMkLst>
        </pc:spChg>
        <pc:picChg chg="add del mod">
          <ac:chgData name="Ivan Granja" userId="d0a12471-25a3-466a-a647-7cb796ed786c" providerId="ADAL" clId="{A9DAD972-E793-4934-B598-960E07B536E7}" dt="2020-09-18T18:45:02.802" v="14091" actId="478"/>
          <ac:picMkLst>
            <pc:docMk/>
            <pc:sldMk cId="0" sldId="288"/>
            <ac:picMk id="3" creationId="{333E7F75-7CCB-4980-8EE7-22509572462F}"/>
          </ac:picMkLst>
        </pc:picChg>
        <pc:picChg chg="add mod">
          <ac:chgData name="Ivan Granja" userId="d0a12471-25a3-466a-a647-7cb796ed786c" providerId="ADAL" clId="{A9DAD972-E793-4934-B598-960E07B536E7}" dt="2020-09-18T18:45:14.075" v="14101" actId="1038"/>
          <ac:picMkLst>
            <pc:docMk/>
            <pc:sldMk cId="0" sldId="288"/>
            <ac:picMk id="5" creationId="{82C63F88-84DA-4641-9D28-38280F2F0D8B}"/>
          </ac:picMkLst>
        </pc:picChg>
        <pc:picChg chg="del">
          <ac:chgData name="Ivan Granja" userId="d0a12471-25a3-466a-a647-7cb796ed786c" providerId="ADAL" clId="{A9DAD972-E793-4934-B598-960E07B536E7}" dt="2020-09-18T18:40:01.110" v="13912" actId="478"/>
          <ac:picMkLst>
            <pc:docMk/>
            <pc:sldMk cId="0" sldId="288"/>
            <ac:picMk id="228357" creationId="{82321FEC-977E-4F32-B0A0-DFABA6842473}"/>
          </ac:picMkLst>
        </pc:picChg>
      </pc:sldChg>
      <pc:sldChg chg="del">
        <pc:chgData name="Ivan Granja" userId="d0a12471-25a3-466a-a647-7cb796ed786c" providerId="ADAL" clId="{A9DAD972-E793-4934-B598-960E07B536E7}" dt="2020-09-14T17:53:33.524" v="1174" actId="47"/>
        <pc:sldMkLst>
          <pc:docMk/>
          <pc:sldMk cId="0" sldId="289"/>
        </pc:sldMkLst>
      </pc:sldChg>
      <pc:sldChg chg="add del">
        <pc:chgData name="Ivan Granja" userId="d0a12471-25a3-466a-a647-7cb796ed786c" providerId="ADAL" clId="{A9DAD972-E793-4934-B598-960E07B536E7}" dt="2020-09-14T19:00:52.821" v="3823" actId="47"/>
        <pc:sldMkLst>
          <pc:docMk/>
          <pc:sldMk cId="0" sldId="290"/>
        </pc:sldMkLst>
      </pc:sldChg>
      <pc:sldChg chg="modSp add del mod">
        <pc:chgData name="Ivan Granja" userId="d0a12471-25a3-466a-a647-7cb796ed786c" providerId="ADAL" clId="{A9DAD972-E793-4934-B598-960E07B536E7}" dt="2020-09-14T20:24:47.572" v="6699" actId="113"/>
        <pc:sldMkLst>
          <pc:docMk/>
          <pc:sldMk cId="0" sldId="291"/>
        </pc:sldMkLst>
        <pc:spChg chg="mod">
          <ac:chgData name="Ivan Granja" userId="d0a12471-25a3-466a-a647-7cb796ed786c" providerId="ADAL" clId="{A9DAD972-E793-4934-B598-960E07B536E7}" dt="2020-09-14T20:24:47.572" v="6699" actId="113"/>
          <ac:spMkLst>
            <pc:docMk/>
            <pc:sldMk cId="0" sldId="291"/>
            <ac:spMk id="18434" creationId="{FE59E0D4-4AFA-42AB-8F85-E2D01CD6CE16}"/>
          </ac:spMkLst>
        </pc:spChg>
      </pc:sldChg>
      <pc:sldChg chg="modSp mod">
        <pc:chgData name="Ivan Granja" userId="d0a12471-25a3-466a-a647-7cb796ed786c" providerId="ADAL" clId="{A9DAD972-E793-4934-B598-960E07B536E7}" dt="2020-09-21T23:59:27.288" v="23078" actId="20577"/>
        <pc:sldMkLst>
          <pc:docMk/>
          <pc:sldMk cId="0" sldId="292"/>
        </pc:sldMkLst>
        <pc:spChg chg="mod">
          <ac:chgData name="Ivan Granja" userId="d0a12471-25a3-466a-a647-7cb796ed786c" providerId="ADAL" clId="{A9DAD972-E793-4934-B598-960E07B536E7}" dt="2020-09-21T23:59:27.288" v="23078" actId="20577"/>
          <ac:spMkLst>
            <pc:docMk/>
            <pc:sldMk cId="0" sldId="292"/>
            <ac:spMk id="233475" creationId="{D43C0DF0-6443-423F-A97E-2CB661BE2DD7}"/>
          </ac:spMkLst>
        </pc:spChg>
      </pc:sldChg>
      <pc:sldChg chg="addSp delSp modSp mod">
        <pc:chgData name="Ivan Granja" userId="d0a12471-25a3-466a-a647-7cb796ed786c" providerId="ADAL" clId="{A9DAD972-E793-4934-B598-960E07B536E7}" dt="2020-09-22T00:00:28.767" v="23107" actId="1076"/>
        <pc:sldMkLst>
          <pc:docMk/>
          <pc:sldMk cId="0" sldId="293"/>
        </pc:sldMkLst>
        <pc:spChg chg="add mod">
          <ac:chgData name="Ivan Granja" userId="d0a12471-25a3-466a-a647-7cb796ed786c" providerId="ADAL" clId="{A9DAD972-E793-4934-B598-960E07B536E7}" dt="2020-09-22T00:00:28.767" v="23107" actId="1076"/>
          <ac:spMkLst>
            <pc:docMk/>
            <pc:sldMk cId="0" sldId="293"/>
            <ac:spMk id="2" creationId="{F463E7B5-454C-4FA2-AAC7-2B61B812D6B8}"/>
          </ac:spMkLst>
        </pc:spChg>
        <pc:spChg chg="add mod">
          <ac:chgData name="Ivan Granja" userId="d0a12471-25a3-466a-a647-7cb796ed786c" providerId="ADAL" clId="{A9DAD972-E793-4934-B598-960E07B536E7}" dt="2020-09-22T00:00:22.881" v="23106" actId="14100"/>
          <ac:spMkLst>
            <pc:docMk/>
            <pc:sldMk cId="0" sldId="293"/>
            <ac:spMk id="3" creationId="{036955BE-A452-4189-A67B-83FD30FC125E}"/>
          </ac:spMkLst>
        </pc:spChg>
        <pc:spChg chg="mod">
          <ac:chgData name="Ivan Granja" userId="d0a12471-25a3-466a-a647-7cb796ed786c" providerId="ADAL" clId="{A9DAD972-E793-4934-B598-960E07B536E7}" dt="2020-09-18T19:59:28.960" v="15434" actId="20577"/>
          <ac:spMkLst>
            <pc:docMk/>
            <pc:sldMk cId="0" sldId="293"/>
            <ac:spMk id="235522" creationId="{C939A526-FFB5-46BB-8126-B9E41FF66352}"/>
          </ac:spMkLst>
        </pc:spChg>
        <pc:spChg chg="del">
          <ac:chgData name="Ivan Granja" userId="d0a12471-25a3-466a-a647-7cb796ed786c" providerId="ADAL" clId="{A9DAD972-E793-4934-B598-960E07B536E7}" dt="2020-09-18T19:52:55.486" v="15285" actId="478"/>
          <ac:spMkLst>
            <pc:docMk/>
            <pc:sldMk cId="0" sldId="293"/>
            <ac:spMk id="235524" creationId="{A9033704-7B4D-4BAE-B605-D4E3550A00F4}"/>
          </ac:spMkLst>
        </pc:spChg>
      </pc:sldChg>
      <pc:sldChg chg="modSp add mod">
        <pc:chgData name="Ivan Granja" userId="d0a12471-25a3-466a-a647-7cb796ed786c" providerId="ADAL" clId="{A9DAD972-E793-4934-B598-960E07B536E7}" dt="2020-09-14T21:58:53.076" v="10569" actId="20577"/>
        <pc:sldMkLst>
          <pc:docMk/>
          <pc:sldMk cId="0" sldId="294"/>
        </pc:sldMkLst>
        <pc:spChg chg="mod">
          <ac:chgData name="Ivan Granja" userId="d0a12471-25a3-466a-a647-7cb796ed786c" providerId="ADAL" clId="{A9DAD972-E793-4934-B598-960E07B536E7}" dt="2020-09-14T20:05:26.562" v="5809" actId="313"/>
          <ac:spMkLst>
            <pc:docMk/>
            <pc:sldMk cId="0" sldId="294"/>
            <ac:spMk id="20482" creationId="{41D11EFD-1540-4206-BF5E-4D05830DBB40}"/>
          </ac:spMkLst>
        </pc:spChg>
        <pc:spChg chg="mod">
          <ac:chgData name="Ivan Granja" userId="d0a12471-25a3-466a-a647-7cb796ed786c" providerId="ADAL" clId="{A9DAD972-E793-4934-B598-960E07B536E7}" dt="2020-09-14T21:58:53.076" v="10569" actId="20577"/>
          <ac:spMkLst>
            <pc:docMk/>
            <pc:sldMk cId="0" sldId="294"/>
            <ac:spMk id="20483" creationId="{CE8DD095-A51E-4BF5-BA1C-46781E30DA72}"/>
          </ac:spMkLst>
        </pc:spChg>
        <pc:picChg chg="mod">
          <ac:chgData name="Ivan Granja" userId="d0a12471-25a3-466a-a647-7cb796ed786c" providerId="ADAL" clId="{A9DAD972-E793-4934-B598-960E07B536E7}" dt="2020-09-14T20:03:19.045" v="5697" actId="1076"/>
          <ac:picMkLst>
            <pc:docMk/>
            <pc:sldMk cId="0" sldId="294"/>
            <ac:picMk id="20484" creationId="{4AD8FE27-383F-4A80-96BF-FBCD3DBE2073}"/>
          </ac:picMkLst>
        </pc:picChg>
      </pc:sldChg>
      <pc:sldChg chg="modSp add del mod ord">
        <pc:chgData name="Ivan Granja" userId="d0a12471-25a3-466a-a647-7cb796ed786c" providerId="ADAL" clId="{A9DAD972-E793-4934-B598-960E07B536E7}" dt="2020-09-18T19:38:17.143" v="15026" actId="20577"/>
        <pc:sldMkLst>
          <pc:docMk/>
          <pc:sldMk cId="0" sldId="295"/>
        </pc:sldMkLst>
        <pc:spChg chg="mod">
          <ac:chgData name="Ivan Granja" userId="d0a12471-25a3-466a-a647-7cb796ed786c" providerId="ADAL" clId="{A9DAD972-E793-4934-B598-960E07B536E7}" dt="2020-09-18T19:38:17.143" v="15026" actId="20577"/>
          <ac:spMkLst>
            <pc:docMk/>
            <pc:sldMk cId="0" sldId="295"/>
            <ac:spMk id="237570" creationId="{2D566693-BA82-4079-ADEF-8BBD446E51E3}"/>
          </ac:spMkLst>
        </pc:spChg>
      </pc:sldChg>
      <pc:sldChg chg="modSp del mod">
        <pc:chgData name="Ivan Granja" userId="d0a12471-25a3-466a-a647-7cb796ed786c" providerId="ADAL" clId="{A9DAD972-E793-4934-B598-960E07B536E7}" dt="2020-09-18T19:40:45.915" v="15135" actId="6549"/>
        <pc:sldMkLst>
          <pc:docMk/>
          <pc:sldMk cId="0" sldId="296"/>
        </pc:sldMkLst>
        <pc:spChg chg="mod">
          <ac:chgData name="Ivan Granja" userId="d0a12471-25a3-466a-a647-7cb796ed786c" providerId="ADAL" clId="{A9DAD972-E793-4934-B598-960E07B536E7}" dt="2020-09-18T19:24:00.207" v="14711" actId="20577"/>
          <ac:spMkLst>
            <pc:docMk/>
            <pc:sldMk cId="0" sldId="296"/>
            <ac:spMk id="238594" creationId="{6320675B-2A3A-43C0-84DE-D1C52BE4EA6B}"/>
          </ac:spMkLst>
        </pc:spChg>
        <pc:spChg chg="mod">
          <ac:chgData name="Ivan Granja" userId="d0a12471-25a3-466a-a647-7cb796ed786c" providerId="ADAL" clId="{A9DAD972-E793-4934-B598-960E07B536E7}" dt="2020-09-18T19:40:45.915" v="15135" actId="6549"/>
          <ac:spMkLst>
            <pc:docMk/>
            <pc:sldMk cId="0" sldId="296"/>
            <ac:spMk id="238595" creationId="{6F6D6E64-D70D-4E67-AFD0-D0358C9106E8}"/>
          </ac:spMkLst>
        </pc:spChg>
      </pc:sldChg>
      <pc:sldChg chg="modSp del mod ord">
        <pc:chgData name="Ivan Granja" userId="d0a12471-25a3-466a-a647-7cb796ed786c" providerId="ADAL" clId="{A9DAD972-E793-4934-B598-960E07B536E7}" dt="2020-09-18T19:41:47.094" v="15183" actId="1076"/>
        <pc:sldMkLst>
          <pc:docMk/>
          <pc:sldMk cId="0" sldId="297"/>
        </pc:sldMkLst>
        <pc:spChg chg="mod">
          <ac:chgData name="Ivan Granja" userId="d0a12471-25a3-466a-a647-7cb796ed786c" providerId="ADAL" clId="{A9DAD972-E793-4934-B598-960E07B536E7}" dt="2020-09-18T19:41:31.275" v="15181" actId="20577"/>
          <ac:spMkLst>
            <pc:docMk/>
            <pc:sldMk cId="0" sldId="297"/>
            <ac:spMk id="239618" creationId="{A9C78F5C-168E-4D7A-88B3-D6500AFADE7E}"/>
          </ac:spMkLst>
        </pc:spChg>
        <pc:picChg chg="mod">
          <ac:chgData name="Ivan Granja" userId="d0a12471-25a3-466a-a647-7cb796ed786c" providerId="ADAL" clId="{A9DAD972-E793-4934-B598-960E07B536E7}" dt="2020-09-18T19:41:47.094" v="15183" actId="1076"/>
          <ac:picMkLst>
            <pc:docMk/>
            <pc:sldMk cId="0" sldId="297"/>
            <ac:picMk id="239619" creationId="{4F932EA3-5603-4624-8F8C-A89391B9EEC8}"/>
          </ac:picMkLst>
        </pc:picChg>
      </pc:sldChg>
      <pc:sldChg chg="del">
        <pc:chgData name="Ivan Granja" userId="d0a12471-25a3-466a-a647-7cb796ed786c" providerId="ADAL" clId="{A9DAD972-E793-4934-B598-960E07B536E7}" dt="2020-09-14T17:53:35.303" v="1177" actId="47"/>
        <pc:sldMkLst>
          <pc:docMk/>
          <pc:sldMk cId="0" sldId="298"/>
        </pc:sldMkLst>
      </pc:sldChg>
      <pc:sldChg chg="del">
        <pc:chgData name="Ivan Granja" userId="d0a12471-25a3-466a-a647-7cb796ed786c" providerId="ADAL" clId="{A9DAD972-E793-4934-B598-960E07B536E7}" dt="2020-09-14T17:53:35.785" v="1178" actId="47"/>
        <pc:sldMkLst>
          <pc:docMk/>
          <pc:sldMk cId="0" sldId="299"/>
        </pc:sldMkLst>
      </pc:sldChg>
      <pc:sldChg chg="del">
        <pc:chgData name="Ivan Granja" userId="d0a12471-25a3-466a-a647-7cb796ed786c" providerId="ADAL" clId="{A9DAD972-E793-4934-B598-960E07B536E7}" dt="2020-09-14T17:53:20.741" v="1145" actId="47"/>
        <pc:sldMkLst>
          <pc:docMk/>
          <pc:sldMk cId="0" sldId="304"/>
        </pc:sldMkLst>
      </pc:sldChg>
      <pc:sldChg chg="del">
        <pc:chgData name="Ivan Granja" userId="d0a12471-25a3-466a-a647-7cb796ed786c" providerId="ADAL" clId="{A9DAD972-E793-4934-B598-960E07B536E7}" dt="2020-09-14T17:53:21.380" v="1146" actId="47"/>
        <pc:sldMkLst>
          <pc:docMk/>
          <pc:sldMk cId="0" sldId="305"/>
        </pc:sldMkLst>
      </pc:sldChg>
      <pc:sldChg chg="del">
        <pc:chgData name="Ivan Granja" userId="d0a12471-25a3-466a-a647-7cb796ed786c" providerId="ADAL" clId="{A9DAD972-E793-4934-B598-960E07B536E7}" dt="2020-09-14T17:53:21.983" v="1148" actId="47"/>
        <pc:sldMkLst>
          <pc:docMk/>
          <pc:sldMk cId="0" sldId="306"/>
        </pc:sldMkLst>
      </pc:sldChg>
      <pc:sldChg chg="del">
        <pc:chgData name="Ivan Granja" userId="d0a12471-25a3-466a-a647-7cb796ed786c" providerId="ADAL" clId="{A9DAD972-E793-4934-B598-960E07B536E7}" dt="2020-09-14T17:53:21.728" v="1147" actId="47"/>
        <pc:sldMkLst>
          <pc:docMk/>
          <pc:sldMk cId="0" sldId="308"/>
        </pc:sldMkLst>
      </pc:sldChg>
      <pc:sldChg chg="del">
        <pc:chgData name="Ivan Granja" userId="d0a12471-25a3-466a-a647-7cb796ed786c" providerId="ADAL" clId="{A9DAD972-E793-4934-B598-960E07B536E7}" dt="2020-09-14T17:53:22.154" v="1149" actId="47"/>
        <pc:sldMkLst>
          <pc:docMk/>
          <pc:sldMk cId="0" sldId="313"/>
        </pc:sldMkLst>
      </pc:sldChg>
      <pc:sldChg chg="del">
        <pc:chgData name="Ivan Granja" userId="d0a12471-25a3-466a-a647-7cb796ed786c" providerId="ADAL" clId="{A9DAD972-E793-4934-B598-960E07B536E7}" dt="2020-09-14T17:53:23.356" v="1152" actId="47"/>
        <pc:sldMkLst>
          <pc:docMk/>
          <pc:sldMk cId="1742586168" sldId="318"/>
        </pc:sldMkLst>
      </pc:sldChg>
      <pc:sldChg chg="del">
        <pc:chgData name="Ivan Granja" userId="d0a12471-25a3-466a-a647-7cb796ed786c" providerId="ADAL" clId="{A9DAD972-E793-4934-B598-960E07B536E7}" dt="2020-09-14T17:53:23.562" v="1153" actId="47"/>
        <pc:sldMkLst>
          <pc:docMk/>
          <pc:sldMk cId="431305408" sldId="319"/>
        </pc:sldMkLst>
      </pc:sldChg>
      <pc:sldChg chg="del">
        <pc:chgData name="Ivan Granja" userId="d0a12471-25a3-466a-a647-7cb796ed786c" providerId="ADAL" clId="{A9DAD972-E793-4934-B598-960E07B536E7}" dt="2020-09-14T17:53:23.770" v="1154" actId="47"/>
        <pc:sldMkLst>
          <pc:docMk/>
          <pc:sldMk cId="1411380616" sldId="320"/>
        </pc:sldMkLst>
      </pc:sldChg>
      <pc:sldChg chg="del">
        <pc:chgData name="Ivan Granja" userId="d0a12471-25a3-466a-a647-7cb796ed786c" providerId="ADAL" clId="{A9DAD972-E793-4934-B598-960E07B536E7}" dt="2020-09-14T17:53:24.186" v="1155" actId="47"/>
        <pc:sldMkLst>
          <pc:docMk/>
          <pc:sldMk cId="2682459404" sldId="321"/>
        </pc:sldMkLst>
      </pc:sldChg>
      <pc:sldChg chg="modSp add del mod">
        <pc:chgData name="Ivan Granja" userId="d0a12471-25a3-466a-a647-7cb796ed786c" providerId="ADAL" clId="{A9DAD972-E793-4934-B598-960E07B536E7}" dt="2020-09-14T20:25:46.326" v="6726" actId="113"/>
        <pc:sldMkLst>
          <pc:docMk/>
          <pc:sldMk cId="0" sldId="322"/>
        </pc:sldMkLst>
        <pc:spChg chg="mod">
          <ac:chgData name="Ivan Granja" userId="d0a12471-25a3-466a-a647-7cb796ed786c" providerId="ADAL" clId="{A9DAD972-E793-4934-B598-960E07B536E7}" dt="2020-09-14T20:04:46.881" v="5753" actId="115"/>
          <ac:spMkLst>
            <pc:docMk/>
            <pc:sldMk cId="0" sldId="322"/>
            <ac:spMk id="24579" creationId="{ED6E03BD-DB12-4933-993E-369947EA48F9}"/>
          </ac:spMkLst>
        </pc:spChg>
        <pc:spChg chg="mod">
          <ac:chgData name="Ivan Granja" userId="d0a12471-25a3-466a-a647-7cb796ed786c" providerId="ADAL" clId="{A9DAD972-E793-4934-B598-960E07B536E7}" dt="2020-09-14T20:25:46.326" v="6726" actId="113"/>
          <ac:spMkLst>
            <pc:docMk/>
            <pc:sldMk cId="0" sldId="322"/>
            <ac:spMk id="24580" creationId="{2C965708-CF3A-4D8D-8CD9-39F3E798BE12}"/>
          </ac:spMkLst>
        </pc:spChg>
        <pc:spChg chg="mod">
          <ac:chgData name="Ivan Granja" userId="d0a12471-25a3-466a-a647-7cb796ed786c" providerId="ADAL" clId="{A9DAD972-E793-4934-B598-960E07B536E7}" dt="2020-09-14T20:05:09.747" v="5786" actId="20577"/>
          <ac:spMkLst>
            <pc:docMk/>
            <pc:sldMk cId="0" sldId="322"/>
            <ac:spMk id="24581" creationId="{9B62E730-4E78-47C7-9852-B191598411E5}"/>
          </ac:spMkLst>
        </pc:spChg>
        <pc:picChg chg="mod">
          <ac:chgData name="Ivan Granja" userId="d0a12471-25a3-466a-a647-7cb796ed786c" providerId="ADAL" clId="{A9DAD972-E793-4934-B598-960E07B536E7}" dt="2020-09-14T20:04:33.759" v="5751" actId="1076"/>
          <ac:picMkLst>
            <pc:docMk/>
            <pc:sldMk cId="0" sldId="322"/>
            <ac:picMk id="24582" creationId="{9B62BC90-57D5-461E-8BBF-900895749904}"/>
          </ac:picMkLst>
        </pc:picChg>
      </pc:sldChg>
      <pc:sldChg chg="del">
        <pc:chgData name="Ivan Granja" userId="d0a12471-25a3-466a-a647-7cb796ed786c" providerId="ADAL" clId="{A9DAD972-E793-4934-B598-960E07B536E7}" dt="2020-09-14T17:53:22.909" v="1151" actId="47"/>
        <pc:sldMkLst>
          <pc:docMk/>
          <pc:sldMk cId="0" sldId="323"/>
        </pc:sldMkLst>
      </pc:sldChg>
      <pc:sldChg chg="addSp delSp modSp add mod">
        <pc:chgData name="Ivan Granja" userId="d0a12471-25a3-466a-a647-7cb796ed786c" providerId="ADAL" clId="{A9DAD972-E793-4934-B598-960E07B536E7}" dt="2020-09-14T20:08:53.699" v="5995" actId="20577"/>
        <pc:sldMkLst>
          <pc:docMk/>
          <pc:sldMk cId="0" sldId="325"/>
        </pc:sldMkLst>
        <pc:spChg chg="add del mod">
          <ac:chgData name="Ivan Granja" userId="d0a12471-25a3-466a-a647-7cb796ed786c" providerId="ADAL" clId="{A9DAD972-E793-4934-B598-960E07B536E7}" dt="2020-09-14T20:05:48.598" v="5811" actId="478"/>
          <ac:spMkLst>
            <pc:docMk/>
            <pc:sldMk cId="0" sldId="325"/>
            <ac:spMk id="2" creationId="{434F3120-1C54-4697-B56A-517FEE0823C4}"/>
          </ac:spMkLst>
        </pc:spChg>
        <pc:spChg chg="add del mod">
          <ac:chgData name="Ivan Granja" userId="d0a12471-25a3-466a-a647-7cb796ed786c" providerId="ADAL" clId="{A9DAD972-E793-4934-B598-960E07B536E7}" dt="2020-09-14T20:08:45.203" v="5974" actId="478"/>
          <ac:spMkLst>
            <pc:docMk/>
            <pc:sldMk cId="0" sldId="325"/>
            <ac:spMk id="3" creationId="{AF71E203-3B2D-4F6C-B98F-4EFFFA05E827}"/>
          </ac:spMkLst>
        </pc:spChg>
        <pc:spChg chg="add del mod">
          <ac:chgData name="Ivan Granja" userId="d0a12471-25a3-466a-a647-7cb796ed786c" providerId="ADAL" clId="{A9DAD972-E793-4934-B598-960E07B536E7}" dt="2020-09-14T20:08:40.636" v="5973" actId="478"/>
          <ac:spMkLst>
            <pc:docMk/>
            <pc:sldMk cId="0" sldId="325"/>
            <ac:spMk id="7" creationId="{1F7C8272-14F4-4611-937C-2D53655CDEE8}"/>
          </ac:spMkLst>
        </pc:spChg>
        <pc:spChg chg="add mod">
          <ac:chgData name="Ivan Granja" userId="d0a12471-25a3-466a-a647-7cb796ed786c" providerId="ADAL" clId="{A9DAD972-E793-4934-B598-960E07B536E7}" dt="2020-09-14T20:08:53.699" v="5995" actId="20577"/>
          <ac:spMkLst>
            <pc:docMk/>
            <pc:sldMk cId="0" sldId="325"/>
            <ac:spMk id="9" creationId="{12E13E51-6B28-4AFB-BBCD-AF61ED5C0ABE}"/>
          </ac:spMkLst>
        </pc:spChg>
        <pc:spChg chg="mod">
          <ac:chgData name="Ivan Granja" userId="d0a12471-25a3-466a-a647-7cb796ed786c" providerId="ADAL" clId="{A9DAD972-E793-4934-B598-960E07B536E7}" dt="2020-09-14T20:06:23.624" v="5820" actId="255"/>
          <ac:spMkLst>
            <pc:docMk/>
            <pc:sldMk cId="0" sldId="325"/>
            <ac:spMk id="26626" creationId="{420C7F6F-74E5-434D-BC04-DD35FD4D996C}"/>
          </ac:spMkLst>
        </pc:spChg>
        <pc:spChg chg="mod">
          <ac:chgData name="Ivan Granja" userId="d0a12471-25a3-466a-a647-7cb796ed786c" providerId="ADAL" clId="{A9DAD972-E793-4934-B598-960E07B536E7}" dt="2020-09-14T20:07:37.477" v="5908" actId="1076"/>
          <ac:spMkLst>
            <pc:docMk/>
            <pc:sldMk cId="0" sldId="325"/>
            <ac:spMk id="26627" creationId="{247D42F3-D43C-4532-A883-F06B4DCA231E}"/>
          </ac:spMkLst>
        </pc:spChg>
        <pc:spChg chg="del">
          <ac:chgData name="Ivan Granja" userId="d0a12471-25a3-466a-a647-7cb796ed786c" providerId="ADAL" clId="{A9DAD972-E793-4934-B598-960E07B536E7}" dt="2020-09-14T20:05:44.295" v="5810" actId="478"/>
          <ac:spMkLst>
            <pc:docMk/>
            <pc:sldMk cId="0" sldId="325"/>
            <ac:spMk id="26629" creationId="{FC341602-C18F-4CE7-AF9B-637B9E1082ED}"/>
          </ac:spMkLst>
        </pc:spChg>
        <pc:picChg chg="mod">
          <ac:chgData name="Ivan Granja" userId="d0a12471-25a3-466a-a647-7cb796ed786c" providerId="ADAL" clId="{A9DAD972-E793-4934-B598-960E07B536E7}" dt="2020-09-14T20:06:28.479" v="5821" actId="1076"/>
          <ac:picMkLst>
            <pc:docMk/>
            <pc:sldMk cId="0" sldId="325"/>
            <ac:picMk id="26628" creationId="{3B894A0A-23B3-4C12-AD61-486FD9C93A50}"/>
          </ac:picMkLst>
        </pc:picChg>
      </pc:sldChg>
      <pc:sldChg chg="modSp add mod">
        <pc:chgData name="Ivan Granja" userId="d0a12471-25a3-466a-a647-7cb796ed786c" providerId="ADAL" clId="{A9DAD972-E793-4934-B598-960E07B536E7}" dt="2020-09-18T17:59:19.362" v="12403"/>
        <pc:sldMkLst>
          <pc:docMk/>
          <pc:sldMk cId="0" sldId="326"/>
        </pc:sldMkLst>
        <pc:spChg chg="mod">
          <ac:chgData name="Ivan Granja" userId="d0a12471-25a3-466a-a647-7cb796ed786c" providerId="ADAL" clId="{A9DAD972-E793-4934-B598-960E07B536E7}" dt="2020-09-18T17:59:19.362" v="12403"/>
          <ac:spMkLst>
            <pc:docMk/>
            <pc:sldMk cId="0" sldId="326"/>
            <ac:spMk id="28674" creationId="{1F1D1B82-52B8-4900-AC5E-68E036B79CCA}"/>
          </ac:spMkLst>
        </pc:spChg>
        <pc:spChg chg="mod">
          <ac:chgData name="Ivan Granja" userId="d0a12471-25a3-466a-a647-7cb796ed786c" providerId="ADAL" clId="{A9DAD972-E793-4934-B598-960E07B536E7}" dt="2020-09-14T20:07:48.277" v="5910" actId="1076"/>
          <ac:spMkLst>
            <pc:docMk/>
            <pc:sldMk cId="0" sldId="326"/>
            <ac:spMk id="28675" creationId="{4524CFB4-4032-4BB2-9840-BF651A18207D}"/>
          </ac:spMkLst>
        </pc:spChg>
      </pc:sldChg>
      <pc:sldChg chg="addSp delSp modSp add mod">
        <pc:chgData name="Ivan Granja" userId="d0a12471-25a3-466a-a647-7cb796ed786c" providerId="ADAL" clId="{A9DAD972-E793-4934-B598-960E07B536E7}" dt="2020-09-14T20:09:46.960" v="6011" actId="6549"/>
        <pc:sldMkLst>
          <pc:docMk/>
          <pc:sldMk cId="0" sldId="327"/>
        </pc:sldMkLst>
        <pc:spChg chg="add del mod">
          <ac:chgData name="Ivan Granja" userId="d0a12471-25a3-466a-a647-7cb796ed786c" providerId="ADAL" clId="{A9DAD972-E793-4934-B598-960E07B536E7}" dt="2020-09-14T20:09:04.959" v="5997" actId="478"/>
          <ac:spMkLst>
            <pc:docMk/>
            <pc:sldMk cId="0" sldId="327"/>
            <ac:spMk id="2" creationId="{0C9E474B-FA17-468C-B74F-35BB53C5B0D2}"/>
          </ac:spMkLst>
        </pc:spChg>
        <pc:spChg chg="add mod">
          <ac:chgData name="Ivan Granja" userId="d0a12471-25a3-466a-a647-7cb796ed786c" providerId="ADAL" clId="{A9DAD972-E793-4934-B598-960E07B536E7}" dt="2020-09-14T20:09:06.026" v="5998"/>
          <ac:spMkLst>
            <pc:docMk/>
            <pc:sldMk cId="0" sldId="327"/>
            <ac:spMk id="8" creationId="{F57926EC-7930-4EB3-AEE0-D0010D2AB4B7}"/>
          </ac:spMkLst>
        </pc:spChg>
        <pc:spChg chg="del">
          <ac:chgData name="Ivan Granja" userId="d0a12471-25a3-466a-a647-7cb796ed786c" providerId="ADAL" clId="{A9DAD972-E793-4934-B598-960E07B536E7}" dt="2020-09-14T20:09:00.934" v="5996" actId="478"/>
          <ac:spMkLst>
            <pc:docMk/>
            <pc:sldMk cId="0" sldId="327"/>
            <ac:spMk id="30724" creationId="{D127285F-3F62-477F-BCFF-D390ADD3E330}"/>
          </ac:spMkLst>
        </pc:spChg>
        <pc:spChg chg="mod">
          <ac:chgData name="Ivan Granja" userId="d0a12471-25a3-466a-a647-7cb796ed786c" providerId="ADAL" clId="{A9DAD972-E793-4934-B598-960E07B536E7}" dt="2020-09-14T20:09:46.960" v="6011" actId="6549"/>
          <ac:spMkLst>
            <pc:docMk/>
            <pc:sldMk cId="0" sldId="327"/>
            <ac:spMk id="30725" creationId="{D6305A76-8C85-40D6-AC59-D42CAF4D2B9E}"/>
          </ac:spMkLst>
        </pc:spChg>
        <pc:picChg chg="mod">
          <ac:chgData name="Ivan Granja" userId="d0a12471-25a3-466a-a647-7cb796ed786c" providerId="ADAL" clId="{A9DAD972-E793-4934-B598-960E07B536E7}" dt="2020-09-14T20:09:45.665" v="6008" actId="1076"/>
          <ac:picMkLst>
            <pc:docMk/>
            <pc:sldMk cId="0" sldId="327"/>
            <ac:picMk id="30722" creationId="{E397E251-2BDC-46AB-9F05-46319B1A1B96}"/>
          </ac:picMkLst>
        </pc:picChg>
      </pc:sldChg>
      <pc:sldChg chg="modSp add mod">
        <pc:chgData name="Ivan Granja" userId="d0a12471-25a3-466a-a647-7cb796ed786c" providerId="ADAL" clId="{A9DAD972-E793-4934-B598-960E07B536E7}" dt="2020-09-18T20:07:04.650" v="15534" actId="20577"/>
        <pc:sldMkLst>
          <pc:docMk/>
          <pc:sldMk cId="0" sldId="328"/>
        </pc:sldMkLst>
        <pc:spChg chg="mod">
          <ac:chgData name="Ivan Granja" userId="d0a12471-25a3-466a-a647-7cb796ed786c" providerId="ADAL" clId="{A9DAD972-E793-4934-B598-960E07B536E7}" dt="2020-09-18T20:06:42.868" v="15527" actId="20577"/>
          <ac:spMkLst>
            <pc:docMk/>
            <pc:sldMk cId="0" sldId="328"/>
            <ac:spMk id="64514" creationId="{D66BD520-974D-4FC8-AC9E-66C9130DFB8A}"/>
          </ac:spMkLst>
        </pc:spChg>
        <pc:spChg chg="mod">
          <ac:chgData name="Ivan Granja" userId="d0a12471-25a3-466a-a647-7cb796ed786c" providerId="ADAL" clId="{A9DAD972-E793-4934-B598-960E07B536E7}" dt="2020-09-18T20:07:04.650" v="15534" actId="20577"/>
          <ac:spMkLst>
            <pc:docMk/>
            <pc:sldMk cId="0" sldId="328"/>
            <ac:spMk id="64515" creationId="{08C60303-F0B6-4CF3-96E5-F0082F67D1B7}"/>
          </ac:spMkLst>
        </pc:spChg>
      </pc:sldChg>
      <pc:sldChg chg="modSp add mod">
        <pc:chgData name="Ivan Granja" userId="d0a12471-25a3-466a-a647-7cb796ed786c" providerId="ADAL" clId="{A9DAD972-E793-4934-B598-960E07B536E7}" dt="2020-09-21T19:04:33.625" v="16158" actId="313"/>
        <pc:sldMkLst>
          <pc:docMk/>
          <pc:sldMk cId="0" sldId="329"/>
        </pc:sldMkLst>
        <pc:spChg chg="mod">
          <ac:chgData name="Ivan Granja" userId="d0a12471-25a3-466a-a647-7cb796ed786c" providerId="ADAL" clId="{A9DAD972-E793-4934-B598-960E07B536E7}" dt="2020-09-21T19:04:33.625" v="16158" actId="313"/>
          <ac:spMkLst>
            <pc:docMk/>
            <pc:sldMk cId="0" sldId="329"/>
            <ac:spMk id="66562" creationId="{F5E4C3EC-EED8-4C26-B354-40B1B46E96E6}"/>
          </ac:spMkLst>
        </pc:spChg>
      </pc:sldChg>
      <pc:sldChg chg="addSp delSp modSp add mod">
        <pc:chgData name="Ivan Granja" userId="d0a12471-25a3-466a-a647-7cb796ed786c" providerId="ADAL" clId="{A9DAD972-E793-4934-B598-960E07B536E7}" dt="2020-09-18T17:59:19.362" v="12403"/>
        <pc:sldMkLst>
          <pc:docMk/>
          <pc:sldMk cId="0" sldId="330"/>
        </pc:sldMkLst>
        <pc:spChg chg="add mod">
          <ac:chgData name="Ivan Granja" userId="d0a12471-25a3-466a-a647-7cb796ed786c" providerId="ADAL" clId="{A9DAD972-E793-4934-B598-960E07B536E7}" dt="2020-09-18T17:59:19.362" v="12403"/>
          <ac:spMkLst>
            <pc:docMk/>
            <pc:sldMk cId="0" sldId="330"/>
            <ac:spMk id="2" creationId="{4A9A91FC-D25F-415E-947D-CF123940F6B1}"/>
          </ac:spMkLst>
        </pc:spChg>
        <pc:spChg chg="mod">
          <ac:chgData name="Ivan Granja" userId="d0a12471-25a3-466a-a647-7cb796ed786c" providerId="ADAL" clId="{A9DAD972-E793-4934-B598-960E07B536E7}" dt="2020-09-18T17:55:35.062" v="12266" actId="255"/>
          <ac:spMkLst>
            <pc:docMk/>
            <pc:sldMk cId="0" sldId="330"/>
            <ac:spMk id="32770" creationId="{F00C989A-57A9-47CF-A8D1-E69707FBE283}"/>
          </ac:spMkLst>
        </pc:spChg>
        <pc:spChg chg="del">
          <ac:chgData name="Ivan Granja" userId="d0a12471-25a3-466a-a647-7cb796ed786c" providerId="ADAL" clId="{A9DAD972-E793-4934-B598-960E07B536E7}" dt="2020-09-14T20:10:17.312" v="6012" actId="478"/>
          <ac:spMkLst>
            <pc:docMk/>
            <pc:sldMk cId="0" sldId="330"/>
            <ac:spMk id="32771" creationId="{2787BF92-CBE4-4DFC-BE5A-77501DAFF4B0}"/>
          </ac:spMkLst>
        </pc:spChg>
      </pc:sldChg>
      <pc:sldChg chg="addSp delSp modSp add mod ord">
        <pc:chgData name="Ivan Granja" userId="d0a12471-25a3-466a-a647-7cb796ed786c" providerId="ADAL" clId="{A9DAD972-E793-4934-B598-960E07B536E7}" dt="2020-09-18T17:52:53.907" v="12154" actId="20577"/>
        <pc:sldMkLst>
          <pc:docMk/>
          <pc:sldMk cId="0" sldId="332"/>
        </pc:sldMkLst>
        <pc:spChg chg="add del mod">
          <ac:chgData name="Ivan Granja" userId="d0a12471-25a3-466a-a647-7cb796ed786c" providerId="ADAL" clId="{A9DAD972-E793-4934-B598-960E07B536E7}" dt="2020-09-14T20:58:28.071" v="8845"/>
          <ac:spMkLst>
            <pc:docMk/>
            <pc:sldMk cId="0" sldId="332"/>
            <ac:spMk id="2" creationId="{0340E93C-7D58-48C6-8E01-A62181E45011}"/>
          </ac:spMkLst>
        </pc:spChg>
        <pc:spChg chg="add mod ord">
          <ac:chgData name="Ivan Granja" userId="d0a12471-25a3-466a-a647-7cb796ed786c" providerId="ADAL" clId="{A9DAD972-E793-4934-B598-960E07B536E7}" dt="2020-09-18T17:51:07.118" v="12048" actId="207"/>
          <ac:spMkLst>
            <pc:docMk/>
            <pc:sldMk cId="0" sldId="332"/>
            <ac:spMk id="2" creationId="{56EF4B83-3FD3-42DC-AC5F-95C69F64E6AA}"/>
          </ac:spMkLst>
        </pc:spChg>
        <pc:spChg chg="add del">
          <ac:chgData name="Ivan Granja" userId="d0a12471-25a3-466a-a647-7cb796ed786c" providerId="ADAL" clId="{A9DAD972-E793-4934-B598-960E07B536E7}" dt="2020-09-18T17:50:52.561" v="12044" actId="22"/>
          <ac:spMkLst>
            <pc:docMk/>
            <pc:sldMk cId="0" sldId="332"/>
            <ac:spMk id="3" creationId="{E52A8E26-9FBE-4C40-BD6F-32AC83CCBD18}"/>
          </ac:spMkLst>
        </pc:spChg>
        <pc:spChg chg="add mod">
          <ac:chgData name="Ivan Granja" userId="d0a12471-25a3-466a-a647-7cb796ed786c" providerId="ADAL" clId="{A9DAD972-E793-4934-B598-960E07B536E7}" dt="2020-09-14T20:58:28.071" v="8845"/>
          <ac:spMkLst>
            <pc:docMk/>
            <pc:sldMk cId="0" sldId="332"/>
            <ac:spMk id="6" creationId="{3EA8ABB8-B0DF-4C94-ADE6-7E1E0449F555}"/>
          </ac:spMkLst>
        </pc:spChg>
        <pc:spChg chg="del">
          <ac:chgData name="Ivan Granja" userId="d0a12471-25a3-466a-a647-7cb796ed786c" providerId="ADAL" clId="{A9DAD972-E793-4934-B598-960E07B536E7}" dt="2020-09-14T20:58:24.802" v="8844" actId="478"/>
          <ac:spMkLst>
            <pc:docMk/>
            <pc:sldMk cId="0" sldId="332"/>
            <ac:spMk id="34819" creationId="{69740B3C-0237-4D8F-808D-35A88DA41E6F}"/>
          </ac:spMkLst>
        </pc:spChg>
        <pc:spChg chg="mod">
          <ac:chgData name="Ivan Granja" userId="d0a12471-25a3-466a-a647-7cb796ed786c" providerId="ADAL" clId="{A9DAD972-E793-4934-B598-960E07B536E7}" dt="2020-09-18T17:52:53.907" v="12154" actId="20577"/>
          <ac:spMkLst>
            <pc:docMk/>
            <pc:sldMk cId="0" sldId="332"/>
            <ac:spMk id="56323" creationId="{9691B76A-EF7F-4442-BB00-5763F2FCB4E3}"/>
          </ac:spMkLst>
        </pc:spChg>
        <pc:picChg chg="add del mod">
          <ac:chgData name="Ivan Granja" userId="d0a12471-25a3-466a-a647-7cb796ed786c" providerId="ADAL" clId="{A9DAD972-E793-4934-B598-960E07B536E7}" dt="2020-09-14T21:18:03.487" v="9344" actId="478"/>
          <ac:picMkLst>
            <pc:docMk/>
            <pc:sldMk cId="0" sldId="332"/>
            <ac:picMk id="4" creationId="{973D0828-26C6-4AE6-B885-D5D71EB808D7}"/>
          </ac:picMkLst>
        </pc:picChg>
        <pc:picChg chg="add del">
          <ac:chgData name="Ivan Granja" userId="d0a12471-25a3-466a-a647-7cb796ed786c" providerId="ADAL" clId="{A9DAD972-E793-4934-B598-960E07B536E7}" dt="2020-09-14T21:19:54.878" v="9356" actId="478"/>
          <ac:picMkLst>
            <pc:docMk/>
            <pc:sldMk cId="0" sldId="332"/>
            <ac:picMk id="7" creationId="{B99DBDF4-3BC0-4EFB-B1C8-284A3CC41DDF}"/>
          </ac:picMkLst>
        </pc:picChg>
        <pc:picChg chg="add del">
          <ac:chgData name="Ivan Granja" userId="d0a12471-25a3-466a-a647-7cb796ed786c" providerId="ADAL" clId="{A9DAD972-E793-4934-B598-960E07B536E7}" dt="2020-09-18T17:51:16.688" v="12050" actId="478"/>
          <ac:picMkLst>
            <pc:docMk/>
            <pc:sldMk cId="0" sldId="332"/>
            <ac:picMk id="9" creationId="{70CD46C5-7D84-46E7-820D-0A2927193CE1}"/>
          </ac:picMkLst>
        </pc:picChg>
        <pc:picChg chg="del">
          <ac:chgData name="Ivan Granja" userId="d0a12471-25a3-466a-a647-7cb796ed786c" providerId="ADAL" clId="{A9DAD972-E793-4934-B598-960E07B536E7}" dt="2020-09-14T21:08:35.520" v="8997" actId="478"/>
          <ac:picMkLst>
            <pc:docMk/>
            <pc:sldMk cId="0" sldId="332"/>
            <ac:picMk id="34820" creationId="{1E39C2CD-4AEC-4285-BBF2-C5DF50F23C94}"/>
          </ac:picMkLst>
        </pc:picChg>
      </pc:sldChg>
      <pc:sldChg chg="addSp delSp modSp add mod">
        <pc:chgData name="Ivan Granja" userId="d0a12471-25a3-466a-a647-7cb796ed786c" providerId="ADAL" clId="{A9DAD972-E793-4934-B598-960E07B536E7}" dt="2020-09-18T18:02:12.963" v="12493" actId="255"/>
        <pc:sldMkLst>
          <pc:docMk/>
          <pc:sldMk cId="0" sldId="333"/>
        </pc:sldMkLst>
        <pc:spChg chg="add del mod">
          <ac:chgData name="Ivan Granja" userId="d0a12471-25a3-466a-a647-7cb796ed786c" providerId="ADAL" clId="{A9DAD972-E793-4934-B598-960E07B536E7}" dt="2020-09-18T18:00:26.916" v="12422" actId="478"/>
          <ac:spMkLst>
            <pc:docMk/>
            <pc:sldMk cId="0" sldId="333"/>
            <ac:spMk id="2" creationId="{31925C14-2F26-46B3-A564-C290297A96BB}"/>
          </ac:spMkLst>
        </pc:spChg>
        <pc:spChg chg="add mod">
          <ac:chgData name="Ivan Granja" userId="d0a12471-25a3-466a-a647-7cb796ed786c" providerId="ADAL" clId="{A9DAD972-E793-4934-B598-960E07B536E7}" dt="2020-09-18T18:02:12.963" v="12493" actId="255"/>
          <ac:spMkLst>
            <pc:docMk/>
            <pc:sldMk cId="0" sldId="333"/>
            <ac:spMk id="7" creationId="{3E30D947-73FB-4BDB-80B8-707BBA6C4B59}"/>
          </ac:spMkLst>
        </pc:spChg>
        <pc:spChg chg="add del mod">
          <ac:chgData name="Ivan Granja" userId="d0a12471-25a3-466a-a647-7cb796ed786c" providerId="ADAL" clId="{A9DAD972-E793-4934-B598-960E07B536E7}" dt="2020-09-14T21:36:27.753" v="9798" actId="21"/>
          <ac:spMkLst>
            <pc:docMk/>
            <pc:sldMk cId="0" sldId="333"/>
            <ac:spMk id="9" creationId="{5960345A-E492-483C-8EA9-691060135963}"/>
          </ac:spMkLst>
        </pc:spChg>
        <pc:spChg chg="add del">
          <ac:chgData name="Ivan Granja" userId="d0a12471-25a3-466a-a647-7cb796ed786c" providerId="ADAL" clId="{A9DAD972-E793-4934-B598-960E07B536E7}" dt="2020-09-14T21:32:09.286" v="9696" actId="22"/>
          <ac:spMkLst>
            <pc:docMk/>
            <pc:sldMk cId="0" sldId="333"/>
            <ac:spMk id="10" creationId="{A2DB1E05-544B-486D-A3DB-F1E73572E750}"/>
          </ac:spMkLst>
        </pc:spChg>
        <pc:spChg chg="add mod">
          <ac:chgData name="Ivan Granja" userId="d0a12471-25a3-466a-a647-7cb796ed786c" providerId="ADAL" clId="{A9DAD972-E793-4934-B598-960E07B536E7}" dt="2020-09-14T21:32:15.722" v="9697"/>
          <ac:spMkLst>
            <pc:docMk/>
            <pc:sldMk cId="0" sldId="333"/>
            <ac:spMk id="11" creationId="{07C73BAF-EED7-4A09-8FA6-63AE18A4D9AD}"/>
          </ac:spMkLst>
        </pc:spChg>
        <pc:spChg chg="add mod">
          <ac:chgData name="Ivan Granja" userId="d0a12471-25a3-466a-a647-7cb796ed786c" providerId="ADAL" clId="{A9DAD972-E793-4934-B598-960E07B536E7}" dt="2020-09-14T21:41:00.699" v="10036" actId="1037"/>
          <ac:spMkLst>
            <pc:docMk/>
            <pc:sldMk cId="0" sldId="333"/>
            <ac:spMk id="12" creationId="{899D5400-C94F-4081-BE24-F0BE953D4791}"/>
          </ac:spMkLst>
        </pc:spChg>
        <pc:spChg chg="del mod">
          <ac:chgData name="Ivan Granja" userId="d0a12471-25a3-466a-a647-7cb796ed786c" providerId="ADAL" clId="{A9DAD972-E793-4934-B598-960E07B536E7}" dt="2020-09-14T21:32:06.312" v="9694" actId="478"/>
          <ac:spMkLst>
            <pc:docMk/>
            <pc:sldMk cId="0" sldId="333"/>
            <ac:spMk id="36867" creationId="{DA794273-2BF4-43B2-BC4D-C2AA867B103E}"/>
          </ac:spMkLst>
        </pc:spChg>
        <pc:spChg chg="del mod">
          <ac:chgData name="Ivan Granja" userId="d0a12471-25a3-466a-a647-7cb796ed786c" providerId="ADAL" clId="{A9DAD972-E793-4934-B598-960E07B536E7}" dt="2020-09-18T18:00:23.060" v="12421" actId="21"/>
          <ac:spMkLst>
            <pc:docMk/>
            <pc:sldMk cId="0" sldId="333"/>
            <ac:spMk id="56323" creationId="{448C9BF5-D442-4EF8-894A-C28FFF970456}"/>
          </ac:spMkLst>
        </pc:spChg>
        <pc:picChg chg="add del mod">
          <ac:chgData name="Ivan Granja" userId="d0a12471-25a3-466a-a647-7cb796ed786c" providerId="ADAL" clId="{A9DAD972-E793-4934-B598-960E07B536E7}" dt="2020-09-14T21:30:48.723" v="9668" actId="21"/>
          <ac:picMkLst>
            <pc:docMk/>
            <pc:sldMk cId="0" sldId="333"/>
            <ac:picMk id="3" creationId="{A38DC43F-39C0-403D-B047-63DCB123A1CF}"/>
          </ac:picMkLst>
        </pc:picChg>
        <pc:picChg chg="add del mod">
          <ac:chgData name="Ivan Granja" userId="d0a12471-25a3-466a-a647-7cb796ed786c" providerId="ADAL" clId="{A9DAD972-E793-4934-B598-960E07B536E7}" dt="2020-09-14T21:32:53.120" v="9711" actId="478"/>
          <ac:picMkLst>
            <pc:docMk/>
            <pc:sldMk cId="0" sldId="333"/>
            <ac:picMk id="5" creationId="{65FF78D8-BF7E-4F3C-AD51-94CC3B7175EC}"/>
          </ac:picMkLst>
        </pc:picChg>
        <pc:picChg chg="add mod ord">
          <ac:chgData name="Ivan Granja" userId="d0a12471-25a3-466a-a647-7cb796ed786c" providerId="ADAL" clId="{A9DAD972-E793-4934-B598-960E07B536E7}" dt="2020-09-18T18:00:37.426" v="12427" actId="1036"/>
          <ac:picMkLst>
            <pc:docMk/>
            <pc:sldMk cId="0" sldId="333"/>
            <ac:picMk id="8" creationId="{45740E0A-535D-4BD4-B353-2EFDC145ACDA}"/>
          </ac:picMkLst>
        </pc:picChg>
        <pc:picChg chg="del">
          <ac:chgData name="Ivan Granja" userId="d0a12471-25a3-466a-a647-7cb796ed786c" providerId="ADAL" clId="{A9DAD972-E793-4934-B598-960E07B536E7}" dt="2020-09-14T21:30:36.650" v="9664" actId="478"/>
          <ac:picMkLst>
            <pc:docMk/>
            <pc:sldMk cId="0" sldId="333"/>
            <ac:picMk id="36868" creationId="{2ACF7733-2357-49F2-9163-AABC4871C459}"/>
          </ac:picMkLst>
        </pc:picChg>
      </pc:sldChg>
      <pc:sldChg chg="add del">
        <pc:chgData name="Ivan Granja" userId="d0a12471-25a3-466a-a647-7cb796ed786c" providerId="ADAL" clId="{A9DAD972-E793-4934-B598-960E07B536E7}" dt="2020-09-14T21:42:26.060" v="10107" actId="47"/>
        <pc:sldMkLst>
          <pc:docMk/>
          <pc:sldMk cId="0" sldId="334"/>
        </pc:sldMkLst>
      </pc:sldChg>
      <pc:sldChg chg="delSp modSp add del mod">
        <pc:chgData name="Ivan Granja" userId="d0a12471-25a3-466a-a647-7cb796ed786c" providerId="ADAL" clId="{A9DAD972-E793-4934-B598-960E07B536E7}" dt="2020-09-14T21:53:31.538" v="10526" actId="47"/>
        <pc:sldMkLst>
          <pc:docMk/>
          <pc:sldMk cId="0" sldId="336"/>
        </pc:sldMkLst>
        <pc:spChg chg="mod">
          <ac:chgData name="Ivan Granja" userId="d0a12471-25a3-466a-a647-7cb796ed786c" providerId="ADAL" clId="{A9DAD972-E793-4934-B598-960E07B536E7}" dt="2020-09-14T21:42:38.349" v="10108" actId="21"/>
          <ac:spMkLst>
            <pc:docMk/>
            <pc:sldMk cId="0" sldId="336"/>
            <ac:spMk id="40962" creationId="{27B1AFEB-E39E-49A6-8EF3-B68512191D9E}"/>
          </ac:spMkLst>
        </pc:spChg>
        <pc:picChg chg="del">
          <ac:chgData name="Ivan Granja" userId="d0a12471-25a3-466a-a647-7cb796ed786c" providerId="ADAL" clId="{A9DAD972-E793-4934-B598-960E07B536E7}" dt="2020-09-14T21:42:57.058" v="10112" actId="21"/>
          <ac:picMkLst>
            <pc:docMk/>
            <pc:sldMk cId="0" sldId="336"/>
            <ac:picMk id="40964" creationId="{853E7B08-05DD-45BC-9664-7091DA15F6E8}"/>
          </ac:picMkLst>
        </pc:picChg>
      </pc:sldChg>
      <pc:sldChg chg="addSp delSp add del">
        <pc:chgData name="Ivan Granja" userId="d0a12471-25a3-466a-a647-7cb796ed786c" providerId="ADAL" clId="{A9DAD972-E793-4934-B598-960E07B536E7}" dt="2020-09-14T21:53:34.124" v="10527" actId="47"/>
        <pc:sldMkLst>
          <pc:docMk/>
          <pc:sldMk cId="0" sldId="337"/>
        </pc:sldMkLst>
        <pc:spChg chg="add del">
          <ac:chgData name="Ivan Granja" userId="d0a12471-25a3-466a-a647-7cb796ed786c" providerId="ADAL" clId="{A9DAD972-E793-4934-B598-960E07B536E7}" dt="2020-09-14T21:43:53.432" v="10123" actId="21"/>
          <ac:spMkLst>
            <pc:docMk/>
            <pc:sldMk cId="0" sldId="337"/>
            <ac:spMk id="4" creationId="{663658DD-52E9-4775-9CCE-F81736BC69C1}"/>
          </ac:spMkLst>
        </pc:spChg>
        <pc:spChg chg="add del">
          <ac:chgData name="Ivan Granja" userId="d0a12471-25a3-466a-a647-7cb796ed786c" providerId="ADAL" clId="{A9DAD972-E793-4934-B598-960E07B536E7}" dt="2020-09-14T21:43:53.432" v="10123" actId="21"/>
          <ac:spMkLst>
            <pc:docMk/>
            <pc:sldMk cId="0" sldId="337"/>
            <ac:spMk id="7" creationId="{9E2FBAA8-92C0-45CD-8081-2F5369AEEC24}"/>
          </ac:spMkLst>
        </pc:spChg>
        <pc:spChg chg="add del">
          <ac:chgData name="Ivan Granja" userId="d0a12471-25a3-466a-a647-7cb796ed786c" providerId="ADAL" clId="{A9DAD972-E793-4934-B598-960E07B536E7}" dt="2020-09-14T21:43:53.432" v="10123" actId="21"/>
          <ac:spMkLst>
            <pc:docMk/>
            <pc:sldMk cId="0" sldId="337"/>
            <ac:spMk id="43013" creationId="{1A4EF9E4-7363-42CA-B0B6-007A0FC3978B}"/>
          </ac:spMkLst>
        </pc:spChg>
        <pc:cxnChg chg="add del">
          <ac:chgData name="Ivan Granja" userId="d0a12471-25a3-466a-a647-7cb796ed786c" providerId="ADAL" clId="{A9DAD972-E793-4934-B598-960E07B536E7}" dt="2020-09-14T21:43:53.432" v="10123" actId="21"/>
          <ac:cxnSpMkLst>
            <pc:docMk/>
            <pc:sldMk cId="0" sldId="337"/>
            <ac:cxnSpMk id="8" creationId="{4FD7A2EF-84E8-4D16-8157-76FAF2D7E41B}"/>
          </ac:cxnSpMkLst>
        </pc:cxnChg>
        <pc:cxnChg chg="add del">
          <ac:chgData name="Ivan Granja" userId="d0a12471-25a3-466a-a647-7cb796ed786c" providerId="ADAL" clId="{A9DAD972-E793-4934-B598-960E07B536E7}" dt="2020-09-14T21:43:53.432" v="10123" actId="21"/>
          <ac:cxnSpMkLst>
            <pc:docMk/>
            <pc:sldMk cId="0" sldId="337"/>
            <ac:cxnSpMk id="10" creationId="{60FE94C2-8EB7-4298-80D3-73AB540850D0}"/>
          </ac:cxnSpMkLst>
        </pc:cxnChg>
      </pc:sldChg>
      <pc:sldChg chg="modSp add mod">
        <pc:chgData name="Ivan Granja" userId="d0a12471-25a3-466a-a647-7cb796ed786c" providerId="ADAL" clId="{A9DAD972-E793-4934-B598-960E07B536E7}" dt="2020-09-18T18:06:18.919" v="12605" actId="1076"/>
        <pc:sldMkLst>
          <pc:docMk/>
          <pc:sldMk cId="0" sldId="338"/>
        </pc:sldMkLst>
        <pc:spChg chg="mod">
          <ac:chgData name="Ivan Granja" userId="d0a12471-25a3-466a-a647-7cb796ed786c" providerId="ADAL" clId="{A9DAD972-E793-4934-B598-960E07B536E7}" dt="2020-09-18T18:06:18.919" v="12605" actId="1076"/>
          <ac:spMkLst>
            <pc:docMk/>
            <pc:sldMk cId="0" sldId="338"/>
            <ac:spMk id="45058" creationId="{F62FE078-BAEF-4A84-8B5C-16834355E57A}"/>
          </ac:spMkLst>
        </pc:spChg>
      </pc:sldChg>
      <pc:sldChg chg="modSp add mod">
        <pc:chgData name="Ivan Granja" userId="d0a12471-25a3-466a-a647-7cb796ed786c" providerId="ADAL" clId="{A9DAD972-E793-4934-B598-960E07B536E7}" dt="2020-09-18T18:06:47.884" v="12612" actId="1036"/>
        <pc:sldMkLst>
          <pc:docMk/>
          <pc:sldMk cId="0" sldId="339"/>
        </pc:sldMkLst>
        <pc:spChg chg="mod">
          <ac:chgData name="Ivan Granja" userId="d0a12471-25a3-466a-a647-7cb796ed786c" providerId="ADAL" clId="{A9DAD972-E793-4934-B598-960E07B536E7}" dt="2020-09-18T18:06:38.490" v="12606" actId="1076"/>
          <ac:spMkLst>
            <pc:docMk/>
            <pc:sldMk cId="0" sldId="339"/>
            <ac:spMk id="47107" creationId="{9DE36AF9-2B27-4F42-A29D-551D2BE89355}"/>
          </ac:spMkLst>
        </pc:spChg>
        <pc:picChg chg="mod">
          <ac:chgData name="Ivan Granja" userId="d0a12471-25a3-466a-a647-7cb796ed786c" providerId="ADAL" clId="{A9DAD972-E793-4934-B598-960E07B536E7}" dt="2020-09-18T18:06:42.995" v="12608" actId="14100"/>
          <ac:picMkLst>
            <pc:docMk/>
            <pc:sldMk cId="0" sldId="339"/>
            <ac:picMk id="47106" creationId="{7281398E-7A31-4599-A8FD-5F8237BD8046}"/>
          </ac:picMkLst>
        </pc:picChg>
        <pc:picChg chg="mod">
          <ac:chgData name="Ivan Granja" userId="d0a12471-25a3-466a-a647-7cb796ed786c" providerId="ADAL" clId="{A9DAD972-E793-4934-B598-960E07B536E7}" dt="2020-09-18T18:06:47.884" v="12612" actId="1036"/>
          <ac:picMkLst>
            <pc:docMk/>
            <pc:sldMk cId="0" sldId="339"/>
            <ac:picMk id="47109" creationId="{724965F4-A7E0-4E41-B80C-B2C07647B290}"/>
          </ac:picMkLst>
        </pc:picChg>
      </pc:sldChg>
      <pc:sldChg chg="addSp delSp modSp mod">
        <pc:chgData name="Ivan Granja" userId="d0a12471-25a3-466a-a647-7cb796ed786c" providerId="ADAL" clId="{A9DAD972-E793-4934-B598-960E07B536E7}" dt="2020-09-18T19:57:43.118" v="15358" actId="20577"/>
        <pc:sldMkLst>
          <pc:docMk/>
          <pc:sldMk cId="0" sldId="344"/>
        </pc:sldMkLst>
        <pc:spChg chg="add del mod">
          <ac:chgData name="Ivan Granja" userId="d0a12471-25a3-466a-a647-7cb796ed786c" providerId="ADAL" clId="{A9DAD972-E793-4934-B598-960E07B536E7}" dt="2020-09-18T19:57:26.584" v="15307"/>
          <ac:spMkLst>
            <pc:docMk/>
            <pc:sldMk cId="0" sldId="344"/>
            <ac:spMk id="2" creationId="{0319EA96-6563-42CC-86EE-22EBF3EA3A82}"/>
          </ac:spMkLst>
        </pc:spChg>
        <pc:spChg chg="add mod">
          <ac:chgData name="Ivan Granja" userId="d0a12471-25a3-466a-a647-7cb796ed786c" providerId="ADAL" clId="{A9DAD972-E793-4934-B598-960E07B536E7}" dt="2020-09-18T19:57:43.118" v="15358" actId="20577"/>
          <ac:spMkLst>
            <pc:docMk/>
            <pc:sldMk cId="0" sldId="344"/>
            <ac:spMk id="5" creationId="{E44DFFA3-E11F-4F3E-B275-E0C627F95059}"/>
          </ac:spMkLst>
        </pc:spChg>
        <pc:spChg chg="del">
          <ac:chgData name="Ivan Granja" userId="d0a12471-25a3-466a-a647-7cb796ed786c" providerId="ADAL" clId="{A9DAD972-E793-4934-B598-960E07B536E7}" dt="2020-09-18T19:57:24.526" v="15306" actId="478"/>
          <ac:spMkLst>
            <pc:docMk/>
            <pc:sldMk cId="0" sldId="344"/>
            <ac:spMk id="63490" creationId="{587B8D07-6707-40AE-97A8-3338A6C94EE2}"/>
          </ac:spMkLst>
        </pc:spChg>
      </pc:sldChg>
      <pc:sldChg chg="addSp delSp modSp mod">
        <pc:chgData name="Ivan Granja" userId="d0a12471-25a3-466a-a647-7cb796ed786c" providerId="ADAL" clId="{A9DAD972-E793-4934-B598-960E07B536E7}" dt="2020-09-14T21:55:46.388" v="10556" actId="20577"/>
        <pc:sldMkLst>
          <pc:docMk/>
          <pc:sldMk cId="0" sldId="410"/>
        </pc:sldMkLst>
        <pc:spChg chg="add mod">
          <ac:chgData name="Ivan Granja" userId="d0a12471-25a3-466a-a647-7cb796ed786c" providerId="ADAL" clId="{A9DAD972-E793-4934-B598-960E07B536E7}" dt="2020-09-14T18:04:20.801" v="1322" actId="1076"/>
          <ac:spMkLst>
            <pc:docMk/>
            <pc:sldMk cId="0" sldId="410"/>
            <ac:spMk id="7" creationId="{0768B7E7-0446-41AA-AC49-FB9CBB84B7DA}"/>
          </ac:spMkLst>
        </pc:spChg>
        <pc:spChg chg="add mod">
          <ac:chgData name="Ivan Granja" userId="d0a12471-25a3-466a-a647-7cb796ed786c" providerId="ADAL" clId="{A9DAD972-E793-4934-B598-960E07B536E7}" dt="2020-09-14T18:04:20.801" v="1322" actId="1076"/>
          <ac:spMkLst>
            <pc:docMk/>
            <pc:sldMk cId="0" sldId="410"/>
            <ac:spMk id="9" creationId="{C5CAC26E-BB30-4BF8-B2FC-465255C097A6}"/>
          </ac:spMkLst>
        </pc:spChg>
        <pc:spChg chg="mod">
          <ac:chgData name="Ivan Granja" userId="d0a12471-25a3-466a-a647-7cb796ed786c" providerId="ADAL" clId="{A9DAD972-E793-4934-B598-960E07B536E7}" dt="2020-09-14T18:04:50.970" v="1334" actId="1076"/>
          <ac:spMkLst>
            <pc:docMk/>
            <pc:sldMk cId="0" sldId="410"/>
            <ac:spMk id="21" creationId="{CBB5B40F-6073-42CE-AF08-9A6E53901351}"/>
          </ac:spMkLst>
        </pc:spChg>
        <pc:spChg chg="mod">
          <ac:chgData name="Ivan Granja" userId="d0a12471-25a3-466a-a647-7cb796ed786c" providerId="ADAL" clId="{A9DAD972-E793-4934-B598-960E07B536E7}" dt="2020-09-14T18:04:50.970" v="1334" actId="1076"/>
          <ac:spMkLst>
            <pc:docMk/>
            <pc:sldMk cId="0" sldId="410"/>
            <ac:spMk id="22" creationId="{0689D5AC-7F05-43F5-B2CC-3097CBDEDC2C}"/>
          </ac:spMkLst>
        </pc:spChg>
        <pc:spChg chg="mod">
          <ac:chgData name="Ivan Granja" userId="d0a12471-25a3-466a-a647-7cb796ed786c" providerId="ADAL" clId="{A9DAD972-E793-4934-B598-960E07B536E7}" dt="2020-09-14T18:04:45.265" v="1331" actId="1076"/>
          <ac:spMkLst>
            <pc:docMk/>
            <pc:sldMk cId="0" sldId="410"/>
            <ac:spMk id="28" creationId="{F554ED79-8AF3-4BC3-9C60-2998051A499A}"/>
          </ac:spMkLst>
        </pc:spChg>
        <pc:spChg chg="mod">
          <ac:chgData name="Ivan Granja" userId="d0a12471-25a3-466a-a647-7cb796ed786c" providerId="ADAL" clId="{A9DAD972-E793-4934-B598-960E07B536E7}" dt="2020-09-14T18:04:45.265" v="1331" actId="1076"/>
          <ac:spMkLst>
            <pc:docMk/>
            <pc:sldMk cId="0" sldId="410"/>
            <ac:spMk id="29" creationId="{F7B488AA-B0F2-423F-A034-66E66A38C373}"/>
          </ac:spMkLst>
        </pc:spChg>
        <pc:spChg chg="mod">
          <ac:chgData name="Ivan Granja" userId="d0a12471-25a3-466a-a647-7cb796ed786c" providerId="ADAL" clId="{A9DAD972-E793-4934-B598-960E07B536E7}" dt="2020-09-14T18:04:53.647" v="1335" actId="1076"/>
          <ac:spMkLst>
            <pc:docMk/>
            <pc:sldMk cId="0" sldId="410"/>
            <ac:spMk id="34" creationId="{D667DE10-8B55-41E5-8A05-78575B62F9F1}"/>
          </ac:spMkLst>
        </pc:spChg>
        <pc:spChg chg="mod">
          <ac:chgData name="Ivan Granja" userId="d0a12471-25a3-466a-a647-7cb796ed786c" providerId="ADAL" clId="{A9DAD972-E793-4934-B598-960E07B536E7}" dt="2020-09-14T18:04:53.647" v="1335" actId="1076"/>
          <ac:spMkLst>
            <pc:docMk/>
            <pc:sldMk cId="0" sldId="410"/>
            <ac:spMk id="35" creationId="{FD9EA665-AB11-4D73-A9B0-3A4A201CFAF0}"/>
          </ac:spMkLst>
        </pc:spChg>
        <pc:spChg chg="mod">
          <ac:chgData name="Ivan Granja" userId="d0a12471-25a3-466a-a647-7cb796ed786c" providerId="ADAL" clId="{A9DAD972-E793-4934-B598-960E07B536E7}" dt="2020-09-14T18:10:17.443" v="1627" actId="14100"/>
          <ac:spMkLst>
            <pc:docMk/>
            <pc:sldMk cId="0" sldId="410"/>
            <ac:spMk id="108546" creationId="{8BF95987-55DD-467D-9D9E-A7BC865AFEDB}"/>
          </ac:spMkLst>
        </pc:spChg>
        <pc:spChg chg="mod">
          <ac:chgData name="Ivan Granja" userId="d0a12471-25a3-466a-a647-7cb796ed786c" providerId="ADAL" clId="{A9DAD972-E793-4934-B598-960E07B536E7}" dt="2020-09-14T18:01:45.055" v="1296" actId="6549"/>
          <ac:spMkLst>
            <pc:docMk/>
            <pc:sldMk cId="0" sldId="410"/>
            <ac:spMk id="108547" creationId="{BFB5E452-9A12-457E-AE41-30E73CE4B122}"/>
          </ac:spMkLst>
        </pc:spChg>
        <pc:spChg chg="del">
          <ac:chgData name="Ivan Granja" userId="d0a12471-25a3-466a-a647-7cb796ed786c" providerId="ADAL" clId="{A9DAD972-E793-4934-B598-960E07B536E7}" dt="2020-09-14T18:01:33.313" v="1293" actId="478"/>
          <ac:spMkLst>
            <pc:docMk/>
            <pc:sldMk cId="0" sldId="410"/>
            <ac:spMk id="108548" creationId="{C800BAD2-5EBF-4BDF-942F-999550C75C1E}"/>
          </ac:spMkLst>
        </pc:spChg>
        <pc:grpChg chg="add del mod">
          <ac:chgData name="Ivan Granja" userId="d0a12471-25a3-466a-a647-7cb796ed786c" providerId="ADAL" clId="{A9DAD972-E793-4934-B598-960E07B536E7}" dt="2020-09-14T18:04:41.293" v="1329" actId="478"/>
          <ac:grpSpMkLst>
            <pc:docMk/>
            <pc:sldMk cId="0" sldId="410"/>
            <ac:grpSpMk id="11" creationId="{187071E9-A83D-46F3-9BBB-6FDBA25035E5}"/>
          </ac:grpSpMkLst>
        </pc:grpChg>
        <pc:grpChg chg="add mod">
          <ac:chgData name="Ivan Granja" userId="d0a12471-25a3-466a-a647-7cb796ed786c" providerId="ADAL" clId="{A9DAD972-E793-4934-B598-960E07B536E7}" dt="2020-09-14T18:04:50.970" v="1334" actId="1076"/>
          <ac:grpSpMkLst>
            <pc:docMk/>
            <pc:sldMk cId="0" sldId="410"/>
            <ac:grpSpMk id="17" creationId="{D1A08217-C307-417A-856E-FB364A96F62A}"/>
          </ac:grpSpMkLst>
        </pc:grpChg>
        <pc:grpChg chg="add mod">
          <ac:chgData name="Ivan Granja" userId="d0a12471-25a3-466a-a647-7cb796ed786c" providerId="ADAL" clId="{A9DAD972-E793-4934-B598-960E07B536E7}" dt="2020-09-14T18:05:50.842" v="1359" actId="207"/>
          <ac:grpSpMkLst>
            <pc:docMk/>
            <pc:sldMk cId="0" sldId="410"/>
            <ac:grpSpMk id="24" creationId="{FEE83988-2920-4845-B9DB-002C2B473F5D}"/>
          </ac:grpSpMkLst>
        </pc:grpChg>
        <pc:grpChg chg="add mod">
          <ac:chgData name="Ivan Granja" userId="d0a12471-25a3-466a-a647-7cb796ed786c" providerId="ADAL" clId="{A9DAD972-E793-4934-B598-960E07B536E7}" dt="2020-09-14T18:04:53.647" v="1335" actId="1076"/>
          <ac:grpSpMkLst>
            <pc:docMk/>
            <pc:sldMk cId="0" sldId="410"/>
            <ac:grpSpMk id="30" creationId="{48F3DE06-BC46-493C-A390-9ECE9E158E78}"/>
          </ac:grpSpMkLst>
        </pc:grpChg>
        <pc:graphicFrameChg chg="add mod modGraphic">
          <ac:chgData name="Ivan Granja" userId="d0a12471-25a3-466a-a647-7cb796ed786c" providerId="ADAL" clId="{A9DAD972-E793-4934-B598-960E07B536E7}" dt="2020-09-14T21:55:46.388" v="10556" actId="20577"/>
          <ac:graphicFrameMkLst>
            <pc:docMk/>
            <pc:sldMk cId="0" sldId="410"/>
            <ac:graphicFrameMk id="23" creationId="{1A44629E-8DAB-418E-9D3F-7378C7998969}"/>
          </ac:graphicFrameMkLst>
        </pc:graphicFrameChg>
        <pc:picChg chg="add mod">
          <ac:chgData name="Ivan Granja" userId="d0a12471-25a3-466a-a647-7cb796ed786c" providerId="ADAL" clId="{A9DAD972-E793-4934-B598-960E07B536E7}" dt="2020-09-14T18:04:20.801" v="1322" actId="1076"/>
          <ac:picMkLst>
            <pc:docMk/>
            <pc:sldMk cId="0" sldId="410"/>
            <ac:picMk id="2" creationId="{C3993E79-48AB-4542-9C9A-BF49989E47C1}"/>
          </ac:picMkLst>
        </pc:picChg>
        <pc:picChg chg="del mod">
          <ac:chgData name="Ivan Granja" userId="d0a12471-25a3-466a-a647-7cb796ed786c" providerId="ADAL" clId="{A9DAD972-E793-4934-B598-960E07B536E7}" dt="2020-09-14T18:03:25.679" v="1313" actId="478"/>
          <ac:picMkLst>
            <pc:docMk/>
            <pc:sldMk cId="0" sldId="410"/>
            <ac:picMk id="3" creationId="{C4CA1921-571D-4AD9-871F-5C87EAC046B5}"/>
          </ac:picMkLst>
        </pc:picChg>
        <pc:picChg chg="add mod">
          <ac:chgData name="Ivan Granja" userId="d0a12471-25a3-466a-a647-7cb796ed786c" providerId="ADAL" clId="{A9DAD972-E793-4934-B598-960E07B536E7}" dt="2020-09-14T18:04:20.801" v="1322" actId="1076"/>
          <ac:picMkLst>
            <pc:docMk/>
            <pc:sldMk cId="0" sldId="410"/>
            <ac:picMk id="4" creationId="{AD4D595F-69AA-45DC-B5BB-EF40D101A59B}"/>
          </ac:picMkLst>
        </pc:picChg>
        <pc:picChg chg="add mod">
          <ac:chgData name="Ivan Granja" userId="d0a12471-25a3-466a-a647-7cb796ed786c" providerId="ADAL" clId="{A9DAD972-E793-4934-B598-960E07B536E7}" dt="2020-09-14T18:04:20.801" v="1322" actId="1076"/>
          <ac:picMkLst>
            <pc:docMk/>
            <pc:sldMk cId="0" sldId="410"/>
            <ac:picMk id="5" creationId="{CFF54D3B-EDA5-45A7-8B9C-D965A14D5506}"/>
          </ac:picMkLst>
        </pc:picChg>
        <pc:picChg chg="mod">
          <ac:chgData name="Ivan Granja" userId="d0a12471-25a3-466a-a647-7cb796ed786c" providerId="ADAL" clId="{A9DAD972-E793-4934-B598-960E07B536E7}" dt="2020-09-14T18:04:50.970" v="1334" actId="1076"/>
          <ac:picMkLst>
            <pc:docMk/>
            <pc:sldMk cId="0" sldId="410"/>
            <ac:picMk id="18" creationId="{663667DF-6DBB-4404-8132-38B1036A0022}"/>
          </ac:picMkLst>
        </pc:picChg>
        <pc:picChg chg="mod">
          <ac:chgData name="Ivan Granja" userId="d0a12471-25a3-466a-a647-7cb796ed786c" providerId="ADAL" clId="{A9DAD972-E793-4934-B598-960E07B536E7}" dt="2020-09-14T18:04:50.970" v="1334" actId="1076"/>
          <ac:picMkLst>
            <pc:docMk/>
            <pc:sldMk cId="0" sldId="410"/>
            <ac:picMk id="19" creationId="{274233DA-81D4-47A7-9CFB-755875AEB2E8}"/>
          </ac:picMkLst>
        </pc:picChg>
        <pc:picChg chg="mod">
          <ac:chgData name="Ivan Granja" userId="d0a12471-25a3-466a-a647-7cb796ed786c" providerId="ADAL" clId="{A9DAD972-E793-4934-B598-960E07B536E7}" dt="2020-09-14T18:04:50.970" v="1334" actId="1076"/>
          <ac:picMkLst>
            <pc:docMk/>
            <pc:sldMk cId="0" sldId="410"/>
            <ac:picMk id="20" creationId="{1FAA4147-1B6C-4C8B-AD70-60B2C8C9D3A8}"/>
          </ac:picMkLst>
        </pc:picChg>
        <pc:picChg chg="mod">
          <ac:chgData name="Ivan Granja" userId="d0a12471-25a3-466a-a647-7cb796ed786c" providerId="ADAL" clId="{A9DAD972-E793-4934-B598-960E07B536E7}" dt="2020-09-14T18:04:45.265" v="1331" actId="1076"/>
          <ac:picMkLst>
            <pc:docMk/>
            <pc:sldMk cId="0" sldId="410"/>
            <ac:picMk id="25" creationId="{4623BC09-A8AF-4FA1-82A1-C830060CF378}"/>
          </ac:picMkLst>
        </pc:picChg>
        <pc:picChg chg="mod">
          <ac:chgData name="Ivan Granja" userId="d0a12471-25a3-466a-a647-7cb796ed786c" providerId="ADAL" clId="{A9DAD972-E793-4934-B598-960E07B536E7}" dt="2020-09-14T18:04:45.265" v="1331" actId="1076"/>
          <ac:picMkLst>
            <pc:docMk/>
            <pc:sldMk cId="0" sldId="410"/>
            <ac:picMk id="26" creationId="{A2250AD0-BBD0-4982-AF49-0993F472AF8E}"/>
          </ac:picMkLst>
        </pc:picChg>
        <pc:picChg chg="mod">
          <ac:chgData name="Ivan Granja" userId="d0a12471-25a3-466a-a647-7cb796ed786c" providerId="ADAL" clId="{A9DAD972-E793-4934-B598-960E07B536E7}" dt="2020-09-14T18:04:45.265" v="1331" actId="1076"/>
          <ac:picMkLst>
            <pc:docMk/>
            <pc:sldMk cId="0" sldId="410"/>
            <ac:picMk id="27" creationId="{210B88DB-7749-451A-94D8-000831E8153B}"/>
          </ac:picMkLst>
        </pc:picChg>
        <pc:picChg chg="mod">
          <ac:chgData name="Ivan Granja" userId="d0a12471-25a3-466a-a647-7cb796ed786c" providerId="ADAL" clId="{A9DAD972-E793-4934-B598-960E07B536E7}" dt="2020-09-14T18:04:53.647" v="1335" actId="1076"/>
          <ac:picMkLst>
            <pc:docMk/>
            <pc:sldMk cId="0" sldId="410"/>
            <ac:picMk id="31" creationId="{10927E6B-C85F-4979-BA76-9CBD6D4B7313}"/>
          </ac:picMkLst>
        </pc:picChg>
        <pc:picChg chg="mod">
          <ac:chgData name="Ivan Granja" userId="d0a12471-25a3-466a-a647-7cb796ed786c" providerId="ADAL" clId="{A9DAD972-E793-4934-B598-960E07B536E7}" dt="2020-09-14T18:04:53.647" v="1335" actId="1076"/>
          <ac:picMkLst>
            <pc:docMk/>
            <pc:sldMk cId="0" sldId="410"/>
            <ac:picMk id="32" creationId="{6E5EDD3B-12D2-48C8-8F9E-ADCC9F6E7D82}"/>
          </ac:picMkLst>
        </pc:picChg>
        <pc:picChg chg="mod">
          <ac:chgData name="Ivan Granja" userId="d0a12471-25a3-466a-a647-7cb796ed786c" providerId="ADAL" clId="{A9DAD972-E793-4934-B598-960E07B536E7}" dt="2020-09-14T18:04:53.647" v="1335" actId="1076"/>
          <ac:picMkLst>
            <pc:docMk/>
            <pc:sldMk cId="0" sldId="410"/>
            <ac:picMk id="33" creationId="{80146BA7-BFD5-4495-81FD-6EA8D38DCA5B}"/>
          </ac:picMkLst>
        </pc:picChg>
      </pc:sldChg>
      <pc:sldChg chg="addSp delSp modSp add mod modClrScheme chgLayout">
        <pc:chgData name="Ivan Granja" userId="d0a12471-25a3-466a-a647-7cb796ed786c" providerId="ADAL" clId="{A9DAD972-E793-4934-B598-960E07B536E7}" dt="2020-09-18T17:19:20.604" v="10590" actId="113"/>
        <pc:sldMkLst>
          <pc:docMk/>
          <pc:sldMk cId="1390042255" sldId="411"/>
        </pc:sldMkLst>
        <pc:spChg chg="add mod ord">
          <ac:chgData name="Ivan Granja" userId="d0a12471-25a3-466a-a647-7cb796ed786c" providerId="ADAL" clId="{A9DAD972-E793-4934-B598-960E07B536E7}" dt="2020-09-14T21:56:12.951" v="10557" actId="313"/>
          <ac:spMkLst>
            <pc:docMk/>
            <pc:sldMk cId="1390042255" sldId="411"/>
            <ac:spMk id="2" creationId="{46D1719A-E197-4E92-8457-4B3F4572D73E}"/>
          </ac:spMkLst>
        </pc:spChg>
        <pc:spChg chg="mod ord">
          <ac:chgData name="Ivan Granja" userId="d0a12471-25a3-466a-a647-7cb796ed786c" providerId="ADAL" clId="{A9DAD972-E793-4934-B598-960E07B536E7}" dt="2020-09-14T18:17:02.512" v="2279" actId="14100"/>
          <ac:spMkLst>
            <pc:docMk/>
            <pc:sldMk cId="1390042255" sldId="411"/>
            <ac:spMk id="108546" creationId="{8BF95987-55DD-467D-9D9E-A7BC865AFEDB}"/>
          </ac:spMkLst>
        </pc:spChg>
        <pc:spChg chg="mod ord">
          <ac:chgData name="Ivan Granja" userId="d0a12471-25a3-466a-a647-7cb796ed786c" providerId="ADAL" clId="{A9DAD972-E793-4934-B598-960E07B536E7}" dt="2020-09-14T18:11:16.792" v="1633" actId="700"/>
          <ac:spMkLst>
            <pc:docMk/>
            <pc:sldMk cId="1390042255" sldId="411"/>
            <ac:spMk id="108547" creationId="{BFB5E452-9A12-457E-AE41-30E73CE4B122}"/>
          </ac:spMkLst>
        </pc:spChg>
        <pc:grpChg chg="del">
          <ac:chgData name="Ivan Granja" userId="d0a12471-25a3-466a-a647-7cb796ed786c" providerId="ADAL" clId="{A9DAD972-E793-4934-B598-960E07B536E7}" dt="2020-09-14T18:11:05.672" v="1632" actId="478"/>
          <ac:grpSpMkLst>
            <pc:docMk/>
            <pc:sldMk cId="1390042255" sldId="411"/>
            <ac:grpSpMk id="17" creationId="{D1A08217-C307-417A-856E-FB364A96F62A}"/>
          </ac:grpSpMkLst>
        </pc:grpChg>
        <pc:grpChg chg="del">
          <ac:chgData name="Ivan Granja" userId="d0a12471-25a3-466a-a647-7cb796ed786c" providerId="ADAL" clId="{A9DAD972-E793-4934-B598-960E07B536E7}" dt="2020-09-14T18:11:04.290" v="1630" actId="478"/>
          <ac:grpSpMkLst>
            <pc:docMk/>
            <pc:sldMk cId="1390042255" sldId="411"/>
            <ac:grpSpMk id="24" creationId="{FEE83988-2920-4845-B9DB-002C2B473F5D}"/>
          </ac:grpSpMkLst>
        </pc:grpChg>
        <pc:grpChg chg="del">
          <ac:chgData name="Ivan Granja" userId="d0a12471-25a3-466a-a647-7cb796ed786c" providerId="ADAL" clId="{A9DAD972-E793-4934-B598-960E07B536E7}" dt="2020-09-14T18:11:04.966" v="1631" actId="478"/>
          <ac:grpSpMkLst>
            <pc:docMk/>
            <pc:sldMk cId="1390042255" sldId="411"/>
            <ac:grpSpMk id="30" creationId="{48F3DE06-BC46-493C-A390-9ECE9E158E78}"/>
          </ac:grpSpMkLst>
        </pc:grpChg>
        <pc:graphicFrameChg chg="modGraphic">
          <ac:chgData name="Ivan Granja" userId="d0a12471-25a3-466a-a647-7cb796ed786c" providerId="ADAL" clId="{A9DAD972-E793-4934-B598-960E07B536E7}" dt="2020-09-18T17:19:20.604" v="10590" actId="113"/>
          <ac:graphicFrameMkLst>
            <pc:docMk/>
            <pc:sldMk cId="1390042255" sldId="411"/>
            <ac:graphicFrameMk id="23" creationId="{1A44629E-8DAB-418E-9D3F-7378C7998969}"/>
          </ac:graphicFrameMkLst>
        </pc:graphicFrameChg>
      </pc:sldChg>
      <pc:sldChg chg="addSp delSp modSp new del mod modClrScheme chgLayout">
        <pc:chgData name="Ivan Granja" userId="d0a12471-25a3-466a-a647-7cb796ed786c" providerId="ADAL" clId="{A9DAD972-E793-4934-B598-960E07B536E7}" dt="2020-09-14T18:26:46.657" v="2477" actId="47"/>
        <pc:sldMkLst>
          <pc:docMk/>
          <pc:sldMk cId="400037790" sldId="412"/>
        </pc:sldMkLst>
        <pc:spChg chg="add del mod ord">
          <ac:chgData name="Ivan Granja" userId="d0a12471-25a3-466a-a647-7cb796ed786c" providerId="ADAL" clId="{A9DAD972-E793-4934-B598-960E07B536E7}" dt="2020-09-14T18:21:48.342" v="2422" actId="700"/>
          <ac:spMkLst>
            <pc:docMk/>
            <pc:sldMk cId="400037790" sldId="412"/>
            <ac:spMk id="2" creationId="{A8C49E2A-46CE-4C16-80E3-1523F30F6B3D}"/>
          </ac:spMkLst>
        </pc:spChg>
        <pc:spChg chg="add del mod ord">
          <ac:chgData name="Ivan Granja" userId="d0a12471-25a3-466a-a647-7cb796ed786c" providerId="ADAL" clId="{A9DAD972-E793-4934-B598-960E07B536E7}" dt="2020-09-14T18:21:48.342" v="2422" actId="700"/>
          <ac:spMkLst>
            <pc:docMk/>
            <pc:sldMk cId="400037790" sldId="412"/>
            <ac:spMk id="3" creationId="{D611FEC6-EF20-4C99-9CB6-ABED42250A91}"/>
          </ac:spMkLst>
        </pc:spChg>
        <pc:spChg chg="add del">
          <ac:chgData name="Ivan Granja" userId="d0a12471-25a3-466a-a647-7cb796ed786c" providerId="ADAL" clId="{A9DAD972-E793-4934-B598-960E07B536E7}" dt="2020-09-14T18:21:48.342" v="2422" actId="700"/>
          <ac:spMkLst>
            <pc:docMk/>
            <pc:sldMk cId="400037790" sldId="412"/>
            <ac:spMk id="4" creationId="{99E8D4E9-8942-477E-976E-B5CEEA40D498}"/>
          </ac:spMkLst>
        </pc:spChg>
        <pc:spChg chg="mod ord">
          <ac:chgData name="Ivan Granja" userId="d0a12471-25a3-466a-a647-7cb796ed786c" providerId="ADAL" clId="{A9DAD972-E793-4934-B598-960E07B536E7}" dt="2020-09-14T18:21:48.342" v="2422" actId="700"/>
          <ac:spMkLst>
            <pc:docMk/>
            <pc:sldMk cId="400037790" sldId="412"/>
            <ac:spMk id="5" creationId="{66E833BB-737D-420D-8940-9F454BE383A4}"/>
          </ac:spMkLst>
        </pc:spChg>
        <pc:spChg chg="add del mod ord">
          <ac:chgData name="Ivan Granja" userId="d0a12471-25a3-466a-a647-7cb796ed786c" providerId="ADAL" clId="{A9DAD972-E793-4934-B598-960E07B536E7}" dt="2020-09-14T18:21:31.144" v="2421" actId="700"/>
          <ac:spMkLst>
            <pc:docMk/>
            <pc:sldMk cId="400037790" sldId="412"/>
            <ac:spMk id="6" creationId="{5F43DCAB-743B-4E17-A56D-D75426177B43}"/>
          </ac:spMkLst>
        </pc:spChg>
        <pc:spChg chg="add del mod ord">
          <ac:chgData name="Ivan Granja" userId="d0a12471-25a3-466a-a647-7cb796ed786c" providerId="ADAL" clId="{A9DAD972-E793-4934-B598-960E07B536E7}" dt="2020-09-14T18:21:31.144" v="2421" actId="700"/>
          <ac:spMkLst>
            <pc:docMk/>
            <pc:sldMk cId="400037790" sldId="412"/>
            <ac:spMk id="7" creationId="{3B95D963-8DD1-4C02-A3BE-7FD7A3632C5A}"/>
          </ac:spMkLst>
        </pc:spChg>
        <pc:spChg chg="add mod ord">
          <ac:chgData name="Ivan Granja" userId="d0a12471-25a3-466a-a647-7cb796ed786c" providerId="ADAL" clId="{A9DAD972-E793-4934-B598-960E07B536E7}" dt="2020-09-14T18:22:07.467" v="2465" actId="20577"/>
          <ac:spMkLst>
            <pc:docMk/>
            <pc:sldMk cId="400037790" sldId="412"/>
            <ac:spMk id="8" creationId="{D368E1CE-F3B0-43C0-9D60-BB2FBD22C151}"/>
          </ac:spMkLst>
        </pc:spChg>
        <pc:spChg chg="add mod ord">
          <ac:chgData name="Ivan Granja" userId="d0a12471-25a3-466a-a647-7cb796ed786c" providerId="ADAL" clId="{A9DAD972-E793-4934-B598-960E07B536E7}" dt="2020-09-14T18:21:48.342" v="2422" actId="700"/>
          <ac:spMkLst>
            <pc:docMk/>
            <pc:sldMk cId="400037790" sldId="412"/>
            <ac:spMk id="9" creationId="{9A21F4F0-817B-41B1-97D6-6179EEC5621A}"/>
          </ac:spMkLst>
        </pc:spChg>
      </pc:sldChg>
      <pc:sldChg chg="addSp delSp modSp add del mod">
        <pc:chgData name="Ivan Granja" userId="d0a12471-25a3-466a-a647-7cb796ed786c" providerId="ADAL" clId="{A9DAD972-E793-4934-B598-960E07B536E7}" dt="2020-09-14T18:56:57.039" v="3814" actId="47"/>
        <pc:sldMkLst>
          <pc:docMk/>
          <pc:sldMk cId="0" sldId="413"/>
        </pc:sldMkLst>
        <pc:spChg chg="add del mod">
          <ac:chgData name="Ivan Granja" userId="d0a12471-25a3-466a-a647-7cb796ed786c" providerId="ADAL" clId="{A9DAD972-E793-4934-B598-960E07B536E7}" dt="2020-09-14T18:23:39.565" v="2469" actId="478"/>
          <ac:spMkLst>
            <pc:docMk/>
            <pc:sldMk cId="0" sldId="413"/>
            <ac:spMk id="2" creationId="{7F079BA3-B02C-4D3A-A595-7E6640F115B6}"/>
          </ac:spMkLst>
        </pc:spChg>
        <pc:spChg chg="add mod">
          <ac:chgData name="Ivan Granja" userId="d0a12471-25a3-466a-a647-7cb796ed786c" providerId="ADAL" clId="{A9DAD972-E793-4934-B598-960E07B536E7}" dt="2020-09-14T18:23:42.289" v="2470" actId="1076"/>
          <ac:spMkLst>
            <pc:docMk/>
            <pc:sldMk cId="0" sldId="413"/>
            <ac:spMk id="11" creationId="{C378CC71-2025-4239-8974-0BE718EF1982}"/>
          </ac:spMkLst>
        </pc:spChg>
        <pc:spChg chg="del">
          <ac:chgData name="Ivan Granja" userId="d0a12471-25a3-466a-a647-7cb796ed786c" providerId="ADAL" clId="{A9DAD972-E793-4934-B598-960E07B536E7}" dt="2020-09-14T18:23:31.972" v="2467" actId="478"/>
          <ac:spMkLst>
            <pc:docMk/>
            <pc:sldMk cId="0" sldId="413"/>
            <ac:spMk id="8194" creationId="{30D3AD99-18CE-4887-82B6-428AC4131732}"/>
          </ac:spMkLst>
        </pc:spChg>
        <pc:spChg chg="mod">
          <ac:chgData name="Ivan Granja" userId="d0a12471-25a3-466a-a647-7cb796ed786c" providerId="ADAL" clId="{A9DAD972-E793-4934-B598-960E07B536E7}" dt="2020-09-14T18:24:04.150" v="2474" actId="6549"/>
          <ac:spMkLst>
            <pc:docMk/>
            <pc:sldMk cId="0" sldId="413"/>
            <ac:spMk id="8196" creationId="{878D93CE-C0CF-4EBE-8600-9AAF22CB1C5D}"/>
          </ac:spMkLst>
        </pc:spChg>
        <pc:spChg chg="mod">
          <ac:chgData name="Ivan Granja" userId="d0a12471-25a3-466a-a647-7cb796ed786c" providerId="ADAL" clId="{A9DAD972-E793-4934-B598-960E07B536E7}" dt="2020-09-14T18:23:57.334" v="2472" actId="20577"/>
          <ac:spMkLst>
            <pc:docMk/>
            <pc:sldMk cId="0" sldId="413"/>
            <ac:spMk id="8198" creationId="{0BD47500-184F-460B-8C6A-8225A98F4B05}"/>
          </ac:spMkLst>
        </pc:spChg>
        <pc:picChg chg="del">
          <ac:chgData name="Ivan Granja" userId="d0a12471-25a3-466a-a647-7cb796ed786c" providerId="ADAL" clId="{A9DAD972-E793-4934-B598-960E07B536E7}" dt="2020-09-14T18:24:01.976" v="2473" actId="478"/>
          <ac:picMkLst>
            <pc:docMk/>
            <pc:sldMk cId="0" sldId="413"/>
            <ac:picMk id="8197" creationId="{BBC9CDB4-B1E0-401B-92DB-FB2BD254D4A7}"/>
          </ac:picMkLst>
        </pc:picChg>
      </pc:sldChg>
      <pc:sldChg chg="add del">
        <pc:chgData name="Ivan Granja" userId="d0a12471-25a3-466a-a647-7cb796ed786c" providerId="ADAL" clId="{A9DAD972-E793-4934-B598-960E07B536E7}" dt="2020-09-14T18:56:44.273" v="3812" actId="47"/>
        <pc:sldMkLst>
          <pc:docMk/>
          <pc:sldMk cId="0" sldId="414"/>
        </pc:sldMkLst>
      </pc:sldChg>
      <pc:sldChg chg="modSp add mod">
        <pc:chgData name="Ivan Granja" userId="d0a12471-25a3-466a-a647-7cb796ed786c" providerId="ADAL" clId="{A9DAD972-E793-4934-B598-960E07B536E7}" dt="2020-09-18T17:59:19.362" v="12403"/>
        <pc:sldMkLst>
          <pc:docMk/>
          <pc:sldMk cId="0" sldId="415"/>
        </pc:sldMkLst>
        <pc:spChg chg="mod">
          <ac:chgData name="Ivan Granja" userId="d0a12471-25a3-466a-a647-7cb796ed786c" providerId="ADAL" clId="{A9DAD972-E793-4934-B598-960E07B536E7}" dt="2020-09-18T17:59:19.362" v="12403"/>
          <ac:spMkLst>
            <pc:docMk/>
            <pc:sldMk cId="0" sldId="415"/>
            <ac:spMk id="192514" creationId="{1C7205AF-08EE-4705-9373-E6C0E0A12760}"/>
          </ac:spMkLst>
        </pc:spChg>
        <pc:spChg chg="mod">
          <ac:chgData name="Ivan Granja" userId="d0a12471-25a3-466a-a647-7cb796ed786c" providerId="ADAL" clId="{A9DAD972-E793-4934-B598-960E07B536E7}" dt="2020-09-14T18:51:53.855" v="3427" actId="20577"/>
          <ac:spMkLst>
            <pc:docMk/>
            <pc:sldMk cId="0" sldId="415"/>
            <ac:spMk id="192515" creationId="{AC734296-8C75-42C0-8E36-2942187BBCE9}"/>
          </ac:spMkLst>
        </pc:spChg>
        <pc:picChg chg="mod">
          <ac:chgData name="Ivan Granja" userId="d0a12471-25a3-466a-a647-7cb796ed786c" providerId="ADAL" clId="{A9DAD972-E793-4934-B598-960E07B536E7}" dt="2020-09-14T18:27:39.891" v="2499" actId="1076"/>
          <ac:picMkLst>
            <pc:docMk/>
            <pc:sldMk cId="0" sldId="415"/>
            <ac:picMk id="192516" creationId="{36E02CE2-7020-4D57-B655-319D343075C1}"/>
          </ac:picMkLst>
        </pc:picChg>
      </pc:sldChg>
      <pc:sldChg chg="modSp add mod">
        <pc:chgData name="Ivan Granja" userId="d0a12471-25a3-466a-a647-7cb796ed786c" providerId="ADAL" clId="{A9DAD972-E793-4934-B598-960E07B536E7}" dt="2020-09-18T17:59:19.362" v="12403"/>
        <pc:sldMkLst>
          <pc:docMk/>
          <pc:sldMk cId="0" sldId="416"/>
        </pc:sldMkLst>
        <pc:spChg chg="mod">
          <ac:chgData name="Ivan Granja" userId="d0a12471-25a3-466a-a647-7cb796ed786c" providerId="ADAL" clId="{A9DAD972-E793-4934-B598-960E07B536E7}" dt="2020-09-18T17:59:19.362" v="12403"/>
          <ac:spMkLst>
            <pc:docMk/>
            <pc:sldMk cId="0" sldId="416"/>
            <ac:spMk id="193538" creationId="{69160978-179E-44CA-8B55-6C2F4209D4CD}"/>
          </ac:spMkLst>
        </pc:spChg>
        <pc:spChg chg="mod">
          <ac:chgData name="Ivan Granja" userId="d0a12471-25a3-466a-a647-7cb796ed786c" providerId="ADAL" clId="{A9DAD972-E793-4934-B598-960E07B536E7}" dt="2020-09-14T21:57:19.541" v="10567" actId="20577"/>
          <ac:spMkLst>
            <pc:docMk/>
            <pc:sldMk cId="0" sldId="416"/>
            <ac:spMk id="193539" creationId="{A3B2153C-8A20-4AC6-AA0E-34CC3360B762}"/>
          </ac:spMkLst>
        </pc:spChg>
      </pc:sldChg>
      <pc:sldChg chg="modSp add mod">
        <pc:chgData name="Ivan Granja" userId="d0a12471-25a3-466a-a647-7cb796ed786c" providerId="ADAL" clId="{A9DAD972-E793-4934-B598-960E07B536E7}" dt="2020-09-14T19:00:19.942" v="3822" actId="108"/>
        <pc:sldMkLst>
          <pc:docMk/>
          <pc:sldMk cId="0" sldId="417"/>
        </pc:sldMkLst>
        <pc:spChg chg="mod">
          <ac:chgData name="Ivan Granja" userId="d0a12471-25a3-466a-a647-7cb796ed786c" providerId="ADAL" clId="{A9DAD972-E793-4934-B598-960E07B536E7}" dt="2020-09-14T18:48:03.458" v="3228" actId="20577"/>
          <ac:spMkLst>
            <pc:docMk/>
            <pc:sldMk cId="0" sldId="417"/>
            <ac:spMk id="194562" creationId="{E59D480B-88FD-4707-85DE-B64CC57EE4C5}"/>
          </ac:spMkLst>
        </pc:spChg>
        <pc:spChg chg="mod">
          <ac:chgData name="Ivan Granja" userId="d0a12471-25a3-466a-a647-7cb796ed786c" providerId="ADAL" clId="{A9DAD972-E793-4934-B598-960E07B536E7}" dt="2020-09-14T18:45:36.338" v="3115" actId="20577"/>
          <ac:spMkLst>
            <pc:docMk/>
            <pc:sldMk cId="0" sldId="417"/>
            <ac:spMk id="194563" creationId="{893DFD0E-9E50-4079-93B3-4E62062BF63D}"/>
          </ac:spMkLst>
        </pc:spChg>
        <pc:spChg chg="mod">
          <ac:chgData name="Ivan Granja" userId="d0a12471-25a3-466a-a647-7cb796ed786c" providerId="ADAL" clId="{A9DAD972-E793-4934-B598-960E07B536E7}" dt="2020-09-14T19:00:19.942" v="3822" actId="108"/>
          <ac:spMkLst>
            <pc:docMk/>
            <pc:sldMk cId="0" sldId="417"/>
            <ac:spMk id="194564" creationId="{85FEDFCC-DB02-40FD-ACF0-2CA3054480C6}"/>
          </ac:spMkLst>
        </pc:spChg>
        <pc:spChg chg="mod">
          <ac:chgData name="Ivan Granja" userId="d0a12471-25a3-466a-a647-7cb796ed786c" providerId="ADAL" clId="{A9DAD972-E793-4934-B598-960E07B536E7}" dt="2020-09-14T18:45:20.623" v="3010" actId="14100"/>
          <ac:spMkLst>
            <pc:docMk/>
            <pc:sldMk cId="0" sldId="417"/>
            <ac:spMk id="194565" creationId="{F3A47790-5844-4310-844B-A4B56A952E62}"/>
          </ac:spMkLst>
        </pc:spChg>
        <pc:spChg chg="mod">
          <ac:chgData name="Ivan Granja" userId="d0a12471-25a3-466a-a647-7cb796ed786c" providerId="ADAL" clId="{A9DAD972-E793-4934-B598-960E07B536E7}" dt="2020-09-14T18:45:43.693" v="3117" actId="14100"/>
          <ac:spMkLst>
            <pc:docMk/>
            <pc:sldMk cId="0" sldId="417"/>
            <ac:spMk id="194569" creationId="{6E053337-2377-41DE-A6C2-F932BB06F4F8}"/>
          </ac:spMkLst>
        </pc:spChg>
        <pc:spChg chg="mod">
          <ac:chgData name="Ivan Granja" userId="d0a12471-25a3-466a-a647-7cb796ed786c" providerId="ADAL" clId="{A9DAD972-E793-4934-B598-960E07B536E7}" dt="2020-09-14T18:45:49.297" v="3119" actId="14100"/>
          <ac:spMkLst>
            <pc:docMk/>
            <pc:sldMk cId="0" sldId="417"/>
            <ac:spMk id="194570" creationId="{F110F7DC-DAA8-4B3E-BD5B-162F006A88DF}"/>
          </ac:spMkLst>
        </pc:spChg>
        <pc:spChg chg="mod">
          <ac:chgData name="Ivan Granja" userId="d0a12471-25a3-466a-a647-7cb796ed786c" providerId="ADAL" clId="{A9DAD972-E793-4934-B598-960E07B536E7}" dt="2020-09-14T18:45:54.519" v="3120" actId="14100"/>
          <ac:spMkLst>
            <pc:docMk/>
            <pc:sldMk cId="0" sldId="417"/>
            <ac:spMk id="194571" creationId="{2A60CE63-18B7-4619-8EC1-A4F7B8845D8B}"/>
          </ac:spMkLst>
        </pc:spChg>
        <pc:spChg chg="mod">
          <ac:chgData name="Ivan Granja" userId="d0a12471-25a3-466a-a647-7cb796ed786c" providerId="ADAL" clId="{A9DAD972-E793-4934-B598-960E07B536E7}" dt="2020-09-14T18:46:29.264" v="3141" actId="14100"/>
          <ac:spMkLst>
            <pc:docMk/>
            <pc:sldMk cId="0" sldId="417"/>
            <ac:spMk id="194572" creationId="{FC7CDD81-2A11-411E-96C3-2246DDA56DBF}"/>
          </ac:spMkLst>
        </pc:spChg>
        <pc:spChg chg="mod">
          <ac:chgData name="Ivan Granja" userId="d0a12471-25a3-466a-a647-7cb796ed786c" providerId="ADAL" clId="{A9DAD972-E793-4934-B598-960E07B536E7}" dt="2020-09-14T18:47:30.759" v="3172" actId="14100"/>
          <ac:spMkLst>
            <pc:docMk/>
            <pc:sldMk cId="0" sldId="417"/>
            <ac:spMk id="194573" creationId="{57E55FBC-3F29-4764-BAEF-C9AA54DA7AD9}"/>
          </ac:spMkLst>
        </pc:spChg>
      </pc:sldChg>
      <pc:sldChg chg="modSp ord">
        <pc:chgData name="Ivan Granja" userId="d0a12471-25a3-466a-a647-7cb796ed786c" providerId="ADAL" clId="{A9DAD972-E793-4934-B598-960E07B536E7}" dt="2020-09-14T19:57:21.807" v="5657" actId="1076"/>
        <pc:sldMkLst>
          <pc:docMk/>
          <pc:sldMk cId="0" sldId="418"/>
        </pc:sldMkLst>
        <pc:spChg chg="mod">
          <ac:chgData name="Ivan Granja" userId="d0a12471-25a3-466a-a647-7cb796ed786c" providerId="ADAL" clId="{A9DAD972-E793-4934-B598-960E07B536E7}" dt="2020-09-14T19:57:21.807" v="5657" actId="1076"/>
          <ac:spMkLst>
            <pc:docMk/>
            <pc:sldMk cId="0" sldId="418"/>
            <ac:spMk id="16392" creationId="{30394EF4-5FB4-4FED-B881-8DF56B700CA2}"/>
          </ac:spMkLst>
        </pc:spChg>
      </pc:sldChg>
      <pc:sldChg chg="addSp delSp modSp new mod">
        <pc:chgData name="Ivan Granja" userId="d0a12471-25a3-466a-a647-7cb796ed786c" providerId="ADAL" clId="{A9DAD972-E793-4934-B598-960E07B536E7}" dt="2020-09-14T19:16:08.130" v="4339" actId="21"/>
        <pc:sldMkLst>
          <pc:docMk/>
          <pc:sldMk cId="284226783" sldId="419"/>
        </pc:sldMkLst>
        <pc:spChg chg="del">
          <ac:chgData name="Ivan Granja" userId="d0a12471-25a3-466a-a647-7cb796ed786c" providerId="ADAL" clId="{A9DAD972-E793-4934-B598-960E07B536E7}" dt="2020-09-14T19:07:05.889" v="4066"/>
          <ac:spMkLst>
            <pc:docMk/>
            <pc:sldMk cId="284226783" sldId="419"/>
            <ac:spMk id="2" creationId="{66667A0C-CCD5-4FC7-A9E4-97E283326854}"/>
          </ac:spMkLst>
        </pc:spChg>
        <pc:spChg chg="del mod">
          <ac:chgData name="Ivan Granja" userId="d0a12471-25a3-466a-a647-7cb796ed786c" providerId="ADAL" clId="{A9DAD972-E793-4934-B598-960E07B536E7}" dt="2020-09-14T19:11:58.207" v="4233" actId="478"/>
          <ac:spMkLst>
            <pc:docMk/>
            <pc:sldMk cId="284226783" sldId="419"/>
            <ac:spMk id="3" creationId="{ACC11455-74C1-4168-8B8E-E379F45829C9}"/>
          </ac:spMkLst>
        </pc:spChg>
        <pc:spChg chg="del mod">
          <ac:chgData name="Ivan Granja" userId="d0a12471-25a3-466a-a647-7cb796ed786c" providerId="ADAL" clId="{A9DAD972-E793-4934-B598-960E07B536E7}" dt="2020-09-14T19:12:01.150" v="4234" actId="478"/>
          <ac:spMkLst>
            <pc:docMk/>
            <pc:sldMk cId="284226783" sldId="419"/>
            <ac:spMk id="4" creationId="{7CC94A83-C02A-4E86-A761-085934D930A4}"/>
          </ac:spMkLst>
        </pc:spChg>
        <pc:spChg chg="add mod">
          <ac:chgData name="Ivan Granja" userId="d0a12471-25a3-466a-a647-7cb796ed786c" providerId="ADAL" clId="{A9DAD972-E793-4934-B598-960E07B536E7}" dt="2020-09-14T19:14:38.964" v="4268" actId="20577"/>
          <ac:spMkLst>
            <pc:docMk/>
            <pc:sldMk cId="284226783" sldId="419"/>
            <ac:spMk id="6" creationId="{7B9595F0-E8E0-4577-9CC5-08F343659201}"/>
          </ac:spMkLst>
        </pc:spChg>
        <pc:spChg chg="add del mod">
          <ac:chgData name="Ivan Granja" userId="d0a12471-25a3-466a-a647-7cb796ed786c" providerId="ADAL" clId="{A9DAD972-E793-4934-B598-960E07B536E7}" dt="2020-09-14T19:16:08.130" v="4339" actId="21"/>
          <ac:spMkLst>
            <pc:docMk/>
            <pc:sldMk cId="284226783" sldId="419"/>
            <ac:spMk id="12" creationId="{20CF6047-29AE-4565-8426-7E03208047D0}"/>
          </ac:spMkLst>
        </pc:spChg>
        <pc:picChg chg="add mod">
          <ac:chgData name="Ivan Granja" userId="d0a12471-25a3-466a-a647-7cb796ed786c" providerId="ADAL" clId="{A9DAD972-E793-4934-B598-960E07B536E7}" dt="2020-09-14T19:08:14.609" v="4107" actId="14100"/>
          <ac:picMkLst>
            <pc:docMk/>
            <pc:sldMk cId="284226783" sldId="419"/>
            <ac:picMk id="8" creationId="{AD4E428C-37B1-4810-AB40-0464FCF8AC6A}"/>
          </ac:picMkLst>
        </pc:picChg>
        <pc:picChg chg="add del mod">
          <ac:chgData name="Ivan Granja" userId="d0a12471-25a3-466a-a647-7cb796ed786c" providerId="ADAL" clId="{A9DAD972-E793-4934-B598-960E07B536E7}" dt="2020-09-14T19:13:34.187" v="4262" actId="478"/>
          <ac:picMkLst>
            <pc:docMk/>
            <pc:sldMk cId="284226783" sldId="419"/>
            <ac:picMk id="10" creationId="{FD7BCA7E-CE90-404E-B2F0-46B814B4958A}"/>
          </ac:picMkLst>
        </pc:picChg>
        <pc:picChg chg="add del mod">
          <ac:chgData name="Ivan Granja" userId="d0a12471-25a3-466a-a647-7cb796ed786c" providerId="ADAL" clId="{A9DAD972-E793-4934-B598-960E07B536E7}" dt="2020-09-14T19:16:08.130" v="4339" actId="21"/>
          <ac:picMkLst>
            <pc:docMk/>
            <pc:sldMk cId="284226783" sldId="419"/>
            <ac:picMk id="14" creationId="{64B7A353-051B-4DF3-8A8B-72AB8222AF43}"/>
          </ac:picMkLst>
        </pc:picChg>
      </pc:sldChg>
      <pc:sldChg chg="modSp add del mod">
        <pc:chgData name="Ivan Granja" userId="d0a12471-25a3-466a-a647-7cb796ed786c" providerId="ADAL" clId="{A9DAD972-E793-4934-B598-960E07B536E7}" dt="2020-09-14T19:57:50.013" v="5660" actId="47"/>
        <pc:sldMkLst>
          <pc:docMk/>
          <pc:sldMk cId="823180763" sldId="420"/>
        </pc:sldMkLst>
        <pc:spChg chg="mod">
          <ac:chgData name="Ivan Granja" userId="d0a12471-25a3-466a-a647-7cb796ed786c" providerId="ADAL" clId="{A9DAD972-E793-4934-B598-960E07B536E7}" dt="2020-09-14T19:06:38.329" v="4063" actId="20577"/>
          <ac:spMkLst>
            <pc:docMk/>
            <pc:sldMk cId="823180763" sldId="420"/>
            <ac:spMk id="12290" creationId="{614AD268-7C68-4EC1-BF11-719E986880DE}"/>
          </ac:spMkLst>
        </pc:spChg>
      </pc:sldChg>
      <pc:sldChg chg="addSp delSp modSp add mod ord">
        <pc:chgData name="Ivan Granja" userId="d0a12471-25a3-466a-a647-7cb796ed786c" providerId="ADAL" clId="{A9DAD972-E793-4934-B598-960E07B536E7}" dt="2020-09-18T17:59:19.362" v="12403"/>
        <pc:sldMkLst>
          <pc:docMk/>
          <pc:sldMk cId="1224741051" sldId="421"/>
        </pc:sldMkLst>
        <pc:spChg chg="add del mod">
          <ac:chgData name="Ivan Granja" userId="d0a12471-25a3-466a-a647-7cb796ed786c" providerId="ADAL" clId="{A9DAD972-E793-4934-B598-960E07B536E7}" dt="2020-09-14T20:15:22.195" v="6197" actId="3680"/>
          <ac:spMkLst>
            <pc:docMk/>
            <pc:sldMk cId="1224741051" sldId="421"/>
            <ac:spMk id="2" creationId="{652E8526-C203-4228-B4F3-AC9B00C5887A}"/>
          </ac:spMkLst>
        </pc:spChg>
        <pc:spChg chg="add mod">
          <ac:chgData name="Ivan Granja" userId="d0a12471-25a3-466a-a647-7cb796ed786c" providerId="ADAL" clId="{A9DAD972-E793-4934-B598-960E07B536E7}" dt="2020-09-14T20:48:32.554" v="8081" actId="20577"/>
          <ac:spMkLst>
            <pc:docMk/>
            <pc:sldMk cId="1224741051" sldId="421"/>
            <ac:spMk id="4" creationId="{A084F630-67BB-49B8-9709-3DD039BB76A5}"/>
          </ac:spMkLst>
        </pc:spChg>
        <pc:spChg chg="add del mod">
          <ac:chgData name="Ivan Granja" userId="d0a12471-25a3-466a-a647-7cb796ed786c" providerId="ADAL" clId="{A9DAD972-E793-4934-B598-960E07B536E7}" dt="2020-09-14T20:18:06.462" v="6354" actId="21"/>
          <ac:spMkLst>
            <pc:docMk/>
            <pc:sldMk cId="1224741051" sldId="421"/>
            <ac:spMk id="7" creationId="{662E0C43-BE26-4D39-9654-66D67829F2BC}"/>
          </ac:spMkLst>
        </pc:spChg>
        <pc:spChg chg="mod">
          <ac:chgData name="Ivan Granja" userId="d0a12471-25a3-466a-a647-7cb796ed786c" providerId="ADAL" clId="{A9DAD972-E793-4934-B598-960E07B536E7}" dt="2020-09-18T17:59:19.362" v="12403"/>
          <ac:spMkLst>
            <pc:docMk/>
            <pc:sldMk cId="1224741051" sldId="421"/>
            <ac:spMk id="10242" creationId="{3BF2C80A-7CC0-4327-996A-FB7AC3AB0F97}"/>
          </ac:spMkLst>
        </pc:spChg>
        <pc:spChg chg="del mod">
          <ac:chgData name="Ivan Granja" userId="d0a12471-25a3-466a-a647-7cb796ed786c" providerId="ADAL" clId="{A9DAD972-E793-4934-B598-960E07B536E7}" dt="2020-09-14T20:15:11.355" v="6196" actId="478"/>
          <ac:spMkLst>
            <pc:docMk/>
            <pc:sldMk cId="1224741051" sldId="421"/>
            <ac:spMk id="10243" creationId="{E74E71FE-BB83-484A-96D0-3917E256D04C}"/>
          </ac:spMkLst>
        </pc:spChg>
        <pc:graphicFrameChg chg="add del mod ord modGraphic">
          <ac:chgData name="Ivan Granja" userId="d0a12471-25a3-466a-a647-7cb796ed786c" providerId="ADAL" clId="{A9DAD972-E793-4934-B598-960E07B536E7}" dt="2020-09-14T20:23:55.986" v="6679" actId="20577"/>
          <ac:graphicFrameMkLst>
            <pc:docMk/>
            <pc:sldMk cId="1224741051" sldId="421"/>
            <ac:graphicFrameMk id="3" creationId="{BC89CD4F-4346-451D-8055-0BA132FDEA85}"/>
          </ac:graphicFrameMkLst>
        </pc:graphicFrameChg>
      </pc:sldChg>
      <pc:sldChg chg="addSp delSp modSp add mod ord">
        <pc:chgData name="Ivan Granja" userId="d0a12471-25a3-466a-a647-7cb796ed786c" providerId="ADAL" clId="{A9DAD972-E793-4934-B598-960E07B536E7}" dt="2020-09-18T17:59:19.362" v="12403"/>
        <pc:sldMkLst>
          <pc:docMk/>
          <pc:sldMk cId="2246658531" sldId="422"/>
        </pc:sldMkLst>
        <pc:spChg chg="add mod">
          <ac:chgData name="Ivan Granja" userId="d0a12471-25a3-466a-a647-7cb796ed786c" providerId="ADAL" clId="{A9DAD972-E793-4934-B598-960E07B536E7}" dt="2020-09-14T19:18:40.149" v="4364" actId="1038"/>
          <ac:spMkLst>
            <pc:docMk/>
            <pc:sldMk cId="2246658531" sldId="422"/>
            <ac:spMk id="2" creationId="{93582A30-63E2-4687-A15E-FF6AB49EFB67}"/>
          </ac:spMkLst>
        </pc:spChg>
        <pc:spChg chg="mod">
          <ac:chgData name="Ivan Granja" userId="d0a12471-25a3-466a-a647-7cb796ed786c" providerId="ADAL" clId="{A9DAD972-E793-4934-B598-960E07B536E7}" dt="2020-09-18T17:59:19.362" v="12403"/>
          <ac:spMkLst>
            <pc:docMk/>
            <pc:sldMk cId="2246658531" sldId="422"/>
            <ac:spMk id="10242" creationId="{3BF2C80A-7CC0-4327-996A-FB7AC3AB0F97}"/>
          </ac:spMkLst>
        </pc:spChg>
        <pc:spChg chg="del mod">
          <ac:chgData name="Ivan Granja" userId="d0a12471-25a3-466a-a647-7cb796ed786c" providerId="ADAL" clId="{A9DAD972-E793-4934-B598-960E07B536E7}" dt="2020-09-14T19:16:33.158" v="4346" actId="478"/>
          <ac:spMkLst>
            <pc:docMk/>
            <pc:sldMk cId="2246658531" sldId="422"/>
            <ac:spMk id="10243" creationId="{E74E71FE-BB83-484A-96D0-3917E256D04C}"/>
          </ac:spMkLst>
        </pc:spChg>
        <pc:picChg chg="add mod">
          <ac:chgData name="Ivan Granja" userId="d0a12471-25a3-466a-a647-7cb796ed786c" providerId="ADAL" clId="{A9DAD972-E793-4934-B598-960E07B536E7}" dt="2020-09-14T19:17:24.513" v="4353" actId="1076"/>
          <ac:picMkLst>
            <pc:docMk/>
            <pc:sldMk cId="2246658531" sldId="422"/>
            <ac:picMk id="3" creationId="{7791242E-B12B-4A04-B3C3-51D908FDD95A}"/>
          </ac:picMkLst>
        </pc:picChg>
        <pc:picChg chg="add mod">
          <ac:chgData name="Ivan Granja" userId="d0a12471-25a3-466a-a647-7cb796ed786c" providerId="ADAL" clId="{A9DAD972-E793-4934-B598-960E07B536E7}" dt="2020-09-14T19:18:22.983" v="4359" actId="14100"/>
          <ac:picMkLst>
            <pc:docMk/>
            <pc:sldMk cId="2246658531" sldId="422"/>
            <ac:picMk id="7" creationId="{4B87915F-5618-4286-BF85-41A2521BC0D4}"/>
          </ac:picMkLst>
        </pc:picChg>
      </pc:sldChg>
      <pc:sldChg chg="addSp delSp modSp add mod">
        <pc:chgData name="Ivan Granja" userId="d0a12471-25a3-466a-a647-7cb796ed786c" providerId="ADAL" clId="{A9DAD972-E793-4934-B598-960E07B536E7}" dt="2020-09-18T17:59:19.362" v="12403"/>
        <pc:sldMkLst>
          <pc:docMk/>
          <pc:sldMk cId="478651186" sldId="423"/>
        </pc:sldMkLst>
        <pc:spChg chg="add mod">
          <ac:chgData name="Ivan Granja" userId="d0a12471-25a3-466a-a647-7cb796ed786c" providerId="ADAL" clId="{A9DAD972-E793-4934-B598-960E07B536E7}" dt="2020-09-15T11:54:41.663" v="10581" actId="20577"/>
          <ac:spMkLst>
            <pc:docMk/>
            <pc:sldMk cId="478651186" sldId="423"/>
            <ac:spMk id="4" creationId="{A1BFB72B-DB8B-48DC-8F58-8040AB5244AB}"/>
          </ac:spMkLst>
        </pc:spChg>
        <pc:spChg chg="add mod">
          <ac:chgData name="Ivan Granja" userId="d0a12471-25a3-466a-a647-7cb796ed786c" providerId="ADAL" clId="{A9DAD972-E793-4934-B598-960E07B536E7}" dt="2020-09-14T19:47:34.452" v="5384" actId="14100"/>
          <ac:spMkLst>
            <pc:docMk/>
            <pc:sldMk cId="478651186" sldId="423"/>
            <ac:spMk id="5" creationId="{A9DC1FF7-EF8E-44A8-B380-DCE3DA2A3FDB}"/>
          </ac:spMkLst>
        </pc:spChg>
        <pc:spChg chg="add mod">
          <ac:chgData name="Ivan Granja" userId="d0a12471-25a3-466a-a647-7cb796ed786c" providerId="ADAL" clId="{A9DAD972-E793-4934-B598-960E07B536E7}" dt="2020-09-14T19:56:59.580" v="5655" actId="207"/>
          <ac:spMkLst>
            <pc:docMk/>
            <pc:sldMk cId="478651186" sldId="423"/>
            <ac:spMk id="6" creationId="{E4F71835-4D0B-446B-88CB-88C1F15C9F90}"/>
          </ac:spMkLst>
        </pc:spChg>
        <pc:spChg chg="add del">
          <ac:chgData name="Ivan Granja" userId="d0a12471-25a3-466a-a647-7cb796ed786c" providerId="ADAL" clId="{A9DAD972-E793-4934-B598-960E07B536E7}" dt="2020-09-14T19:49:01.330" v="5416" actId="22"/>
          <ac:spMkLst>
            <pc:docMk/>
            <pc:sldMk cId="478651186" sldId="423"/>
            <ac:spMk id="10" creationId="{86247E2F-28C1-4B60-AFCC-813E250C3E9D}"/>
          </ac:spMkLst>
        </pc:spChg>
        <pc:spChg chg="add del">
          <ac:chgData name="Ivan Granja" userId="d0a12471-25a3-466a-a647-7cb796ed786c" providerId="ADAL" clId="{A9DAD972-E793-4934-B598-960E07B536E7}" dt="2020-09-14T19:49:03.631" v="5418" actId="22"/>
          <ac:spMkLst>
            <pc:docMk/>
            <pc:sldMk cId="478651186" sldId="423"/>
            <ac:spMk id="12" creationId="{036D41A0-F1CD-44A2-B235-B168EFC5980B}"/>
          </ac:spMkLst>
        </pc:spChg>
        <pc:spChg chg="add mod">
          <ac:chgData name="Ivan Granja" userId="d0a12471-25a3-466a-a647-7cb796ed786c" providerId="ADAL" clId="{A9DAD972-E793-4934-B598-960E07B536E7}" dt="2020-09-14T19:50:21.926" v="5545" actId="1035"/>
          <ac:spMkLst>
            <pc:docMk/>
            <pc:sldMk cId="478651186" sldId="423"/>
            <ac:spMk id="14" creationId="{17E911CC-E7E8-472D-9F2C-6F06CE299C17}"/>
          </ac:spMkLst>
        </pc:spChg>
        <pc:spChg chg="add mod">
          <ac:chgData name="Ivan Granja" userId="d0a12471-25a3-466a-a647-7cb796ed786c" providerId="ADAL" clId="{A9DAD972-E793-4934-B598-960E07B536E7}" dt="2020-09-14T19:50:34.215" v="5548" actId="14100"/>
          <ac:spMkLst>
            <pc:docMk/>
            <pc:sldMk cId="478651186" sldId="423"/>
            <ac:spMk id="16" creationId="{0DFE627C-CB35-4299-B627-1BB3621F52E9}"/>
          </ac:spMkLst>
        </pc:spChg>
        <pc:spChg chg="add mod">
          <ac:chgData name="Ivan Granja" userId="d0a12471-25a3-466a-a647-7cb796ed786c" providerId="ADAL" clId="{A9DAD972-E793-4934-B598-960E07B536E7}" dt="2020-09-14T19:51:03.442" v="5552" actId="14100"/>
          <ac:spMkLst>
            <pc:docMk/>
            <pc:sldMk cId="478651186" sldId="423"/>
            <ac:spMk id="18" creationId="{7308062D-85F3-44AD-8956-200B1B125E66}"/>
          </ac:spMkLst>
        </pc:spChg>
        <pc:spChg chg="add mod">
          <ac:chgData name="Ivan Granja" userId="d0a12471-25a3-466a-a647-7cb796ed786c" providerId="ADAL" clId="{A9DAD972-E793-4934-B598-960E07B536E7}" dt="2020-09-14T19:51:54.228" v="5556" actId="1076"/>
          <ac:spMkLst>
            <pc:docMk/>
            <pc:sldMk cId="478651186" sldId="423"/>
            <ac:spMk id="20" creationId="{0406B667-8218-4D4D-956A-8CB64F261AE8}"/>
          </ac:spMkLst>
        </pc:spChg>
        <pc:spChg chg="add mod">
          <ac:chgData name="Ivan Granja" userId="d0a12471-25a3-466a-a647-7cb796ed786c" providerId="ADAL" clId="{A9DAD972-E793-4934-B598-960E07B536E7}" dt="2020-09-14T19:52:06.005" v="5560" actId="1076"/>
          <ac:spMkLst>
            <pc:docMk/>
            <pc:sldMk cId="478651186" sldId="423"/>
            <ac:spMk id="22" creationId="{21FB7304-EEF7-4E03-B67E-1498A003D1E3}"/>
          </ac:spMkLst>
        </pc:spChg>
        <pc:spChg chg="add mod">
          <ac:chgData name="Ivan Granja" userId="d0a12471-25a3-466a-a647-7cb796ed786c" providerId="ADAL" clId="{A9DAD972-E793-4934-B598-960E07B536E7}" dt="2020-09-14T19:52:31.685" v="5565" actId="1076"/>
          <ac:spMkLst>
            <pc:docMk/>
            <pc:sldMk cId="478651186" sldId="423"/>
            <ac:spMk id="24" creationId="{FF48CB46-8AB9-4CA8-8B41-580A701102C7}"/>
          </ac:spMkLst>
        </pc:spChg>
        <pc:spChg chg="add mod">
          <ac:chgData name="Ivan Granja" userId="d0a12471-25a3-466a-a647-7cb796ed786c" providerId="ADAL" clId="{A9DAD972-E793-4934-B598-960E07B536E7}" dt="2020-09-14T19:52:02.481" v="5559" actId="1076"/>
          <ac:spMkLst>
            <pc:docMk/>
            <pc:sldMk cId="478651186" sldId="423"/>
            <ac:spMk id="26" creationId="{68977B23-AE6D-41F9-8CF1-EE31EE639E0C}"/>
          </ac:spMkLst>
        </pc:spChg>
        <pc:spChg chg="add mod">
          <ac:chgData name="Ivan Granja" userId="d0a12471-25a3-466a-a647-7cb796ed786c" providerId="ADAL" clId="{A9DAD972-E793-4934-B598-960E07B536E7}" dt="2020-09-14T19:52:18.991" v="5562" actId="1076"/>
          <ac:spMkLst>
            <pc:docMk/>
            <pc:sldMk cId="478651186" sldId="423"/>
            <ac:spMk id="28" creationId="{14C9B4BA-D995-4BB8-ABA0-B88F7E103734}"/>
          </ac:spMkLst>
        </pc:spChg>
        <pc:spChg chg="add mod">
          <ac:chgData name="Ivan Granja" userId="d0a12471-25a3-466a-a647-7cb796ed786c" providerId="ADAL" clId="{A9DAD972-E793-4934-B598-960E07B536E7}" dt="2020-09-14T19:52:25.733" v="5564" actId="1076"/>
          <ac:spMkLst>
            <pc:docMk/>
            <pc:sldMk cId="478651186" sldId="423"/>
            <ac:spMk id="30" creationId="{6CB6B451-05A0-439A-9C3B-81BE6D9C6D57}"/>
          </ac:spMkLst>
        </pc:spChg>
        <pc:spChg chg="add mod">
          <ac:chgData name="Ivan Granja" userId="d0a12471-25a3-466a-a647-7cb796ed786c" providerId="ADAL" clId="{A9DAD972-E793-4934-B598-960E07B536E7}" dt="2020-09-14T19:52:39.131" v="5566" actId="1038"/>
          <ac:spMkLst>
            <pc:docMk/>
            <pc:sldMk cId="478651186" sldId="423"/>
            <ac:spMk id="32" creationId="{D959CCC0-1685-40D5-AFB6-847D36C7DFB2}"/>
          </ac:spMkLst>
        </pc:spChg>
        <pc:spChg chg="mod">
          <ac:chgData name="Ivan Granja" userId="d0a12471-25a3-466a-a647-7cb796ed786c" providerId="ADAL" clId="{A9DAD972-E793-4934-B598-960E07B536E7}" dt="2020-09-18T17:59:19.362" v="12403"/>
          <ac:spMkLst>
            <pc:docMk/>
            <pc:sldMk cId="478651186" sldId="423"/>
            <ac:spMk id="10242" creationId="{3BF2C80A-7CC0-4327-996A-FB7AC3AB0F97}"/>
          </ac:spMkLst>
        </pc:spChg>
        <pc:spChg chg="mod">
          <ac:chgData name="Ivan Granja" userId="d0a12471-25a3-466a-a647-7cb796ed786c" providerId="ADAL" clId="{A9DAD972-E793-4934-B598-960E07B536E7}" dt="2020-09-14T19:46:39.875" v="5365" actId="12"/>
          <ac:spMkLst>
            <pc:docMk/>
            <pc:sldMk cId="478651186" sldId="423"/>
            <ac:spMk id="10243" creationId="{E74E71FE-BB83-484A-96D0-3917E256D04C}"/>
          </ac:spMkLst>
        </pc:spChg>
        <pc:picChg chg="add mod ord">
          <ac:chgData name="Ivan Granja" userId="d0a12471-25a3-466a-a647-7cb796ed786c" providerId="ADAL" clId="{A9DAD972-E793-4934-B598-960E07B536E7}" dt="2020-09-14T19:51:59.184" v="5558" actId="1076"/>
          <ac:picMkLst>
            <pc:docMk/>
            <pc:sldMk cId="478651186" sldId="423"/>
            <ac:picMk id="3" creationId="{366189F1-9EFE-4C44-9503-E0C33641DBA0}"/>
          </ac:picMkLst>
        </pc:picChg>
        <pc:picChg chg="del">
          <ac:chgData name="Ivan Granja" userId="d0a12471-25a3-466a-a647-7cb796ed786c" providerId="ADAL" clId="{A9DAD972-E793-4934-B598-960E07B536E7}" dt="2020-09-14T19:45:39" v="5359" actId="478"/>
          <ac:picMkLst>
            <pc:docMk/>
            <pc:sldMk cId="478651186" sldId="423"/>
            <ac:picMk id="7" creationId="{CD2FD710-281C-4FD0-823B-AE44CFB57C2F}"/>
          </ac:picMkLst>
        </pc:picChg>
      </pc:sldChg>
      <pc:sldChg chg="addSp delSp modSp add mod ord">
        <pc:chgData name="Ivan Granja" userId="d0a12471-25a3-466a-a647-7cb796ed786c" providerId="ADAL" clId="{A9DAD972-E793-4934-B598-960E07B536E7}" dt="2020-09-18T17:59:19.362" v="12403"/>
        <pc:sldMkLst>
          <pc:docMk/>
          <pc:sldMk cId="4164944503" sldId="424"/>
        </pc:sldMkLst>
        <pc:spChg chg="add del mod">
          <ac:chgData name="Ivan Granja" userId="d0a12471-25a3-466a-a647-7cb796ed786c" providerId="ADAL" clId="{A9DAD972-E793-4934-B598-960E07B536E7}" dt="2020-09-14T19:38:51.957" v="5232" actId="478"/>
          <ac:spMkLst>
            <pc:docMk/>
            <pc:sldMk cId="4164944503" sldId="424"/>
            <ac:spMk id="2" creationId="{D847E154-172C-4BC5-8E84-CBB7F721EF8B}"/>
          </ac:spMkLst>
        </pc:spChg>
        <pc:spChg chg="del mod">
          <ac:chgData name="Ivan Granja" userId="d0a12471-25a3-466a-a647-7cb796ed786c" providerId="ADAL" clId="{A9DAD972-E793-4934-B598-960E07B536E7}" dt="2020-09-14T19:44:41.060" v="5298" actId="478"/>
          <ac:spMkLst>
            <pc:docMk/>
            <pc:sldMk cId="4164944503" sldId="424"/>
            <ac:spMk id="8" creationId="{F3B1E245-DC6C-4C6D-B45C-FDBEE646029D}"/>
          </ac:spMkLst>
        </pc:spChg>
        <pc:spChg chg="mod">
          <ac:chgData name="Ivan Granja" userId="d0a12471-25a3-466a-a647-7cb796ed786c" providerId="ADAL" clId="{A9DAD972-E793-4934-B598-960E07B536E7}" dt="2020-09-14T19:56:41.290" v="5653" actId="207"/>
          <ac:spMkLst>
            <pc:docMk/>
            <pc:sldMk cId="4164944503" sldId="424"/>
            <ac:spMk id="9" creationId="{98FC26C5-59BC-4509-B5BC-CD30D364E495}"/>
          </ac:spMkLst>
        </pc:spChg>
        <pc:spChg chg="del">
          <ac:chgData name="Ivan Granja" userId="d0a12471-25a3-466a-a647-7cb796ed786c" providerId="ADAL" clId="{A9DAD972-E793-4934-B598-960E07B536E7}" dt="2020-09-14T19:53:46.203" v="5578" actId="478"/>
          <ac:spMkLst>
            <pc:docMk/>
            <pc:sldMk cId="4164944503" sldId="424"/>
            <ac:spMk id="10" creationId="{76F70F81-9593-46C2-9A8E-92CE460C4D6F}"/>
          </ac:spMkLst>
        </pc:spChg>
        <pc:spChg chg="add del mod">
          <ac:chgData name="Ivan Granja" userId="d0a12471-25a3-466a-a647-7cb796ed786c" providerId="ADAL" clId="{A9DAD972-E793-4934-B598-960E07B536E7}" dt="2020-09-14T19:42:51.819" v="5277" actId="478"/>
          <ac:spMkLst>
            <pc:docMk/>
            <pc:sldMk cId="4164944503" sldId="424"/>
            <ac:spMk id="11" creationId="{7DE036BE-8E02-474D-95BC-5D4376032DAA}"/>
          </ac:spMkLst>
        </pc:spChg>
        <pc:spChg chg="add mod">
          <ac:chgData name="Ivan Granja" userId="d0a12471-25a3-466a-a647-7cb796ed786c" providerId="ADAL" clId="{A9DAD972-E793-4934-B598-960E07B536E7}" dt="2020-09-15T11:57:18.792" v="10587" actId="20577"/>
          <ac:spMkLst>
            <pc:docMk/>
            <pc:sldMk cId="4164944503" sldId="424"/>
            <ac:spMk id="12" creationId="{3DAE9711-91A5-4EB1-98EB-6FE6951801F7}"/>
          </ac:spMkLst>
        </pc:spChg>
        <pc:spChg chg="del mod">
          <ac:chgData name="Ivan Granja" userId="d0a12471-25a3-466a-a647-7cb796ed786c" providerId="ADAL" clId="{A9DAD972-E793-4934-B598-960E07B536E7}" dt="2020-09-14T19:55:50.762" v="5645" actId="478"/>
          <ac:spMkLst>
            <pc:docMk/>
            <pc:sldMk cId="4164944503" sldId="424"/>
            <ac:spMk id="13" creationId="{F29E2896-E86B-41DB-80E5-B360681F194C}"/>
          </ac:spMkLst>
        </pc:spChg>
        <pc:spChg chg="del mod">
          <ac:chgData name="Ivan Granja" userId="d0a12471-25a3-466a-a647-7cb796ed786c" providerId="ADAL" clId="{A9DAD972-E793-4934-B598-960E07B536E7}" dt="2020-09-14T19:44:46.289" v="5302" actId="478"/>
          <ac:spMkLst>
            <pc:docMk/>
            <pc:sldMk cId="4164944503" sldId="424"/>
            <ac:spMk id="15" creationId="{96E617B2-8609-4293-B4A8-152C90CF7C9D}"/>
          </ac:spMkLst>
        </pc:spChg>
        <pc:spChg chg="del mod">
          <ac:chgData name="Ivan Granja" userId="d0a12471-25a3-466a-a647-7cb796ed786c" providerId="ADAL" clId="{A9DAD972-E793-4934-B598-960E07B536E7}" dt="2020-09-14T19:44:47.066" v="5303" actId="478"/>
          <ac:spMkLst>
            <pc:docMk/>
            <pc:sldMk cId="4164944503" sldId="424"/>
            <ac:spMk id="17" creationId="{5AE3649B-2223-45F1-A63C-22D04BB4086A}"/>
          </ac:spMkLst>
        </pc:spChg>
        <pc:spChg chg="del mod">
          <ac:chgData name="Ivan Granja" userId="d0a12471-25a3-466a-a647-7cb796ed786c" providerId="ADAL" clId="{A9DAD972-E793-4934-B598-960E07B536E7}" dt="2020-09-14T19:44:45.016" v="5301" actId="478"/>
          <ac:spMkLst>
            <pc:docMk/>
            <pc:sldMk cId="4164944503" sldId="424"/>
            <ac:spMk id="19" creationId="{95630AF2-64EA-4025-8122-A19ACCFB6249}"/>
          </ac:spMkLst>
        </pc:spChg>
        <pc:spChg chg="del mod">
          <ac:chgData name="Ivan Granja" userId="d0a12471-25a3-466a-a647-7cb796ed786c" providerId="ADAL" clId="{A9DAD972-E793-4934-B598-960E07B536E7}" dt="2020-09-14T19:44:42.491" v="5299" actId="478"/>
          <ac:spMkLst>
            <pc:docMk/>
            <pc:sldMk cId="4164944503" sldId="424"/>
            <ac:spMk id="21" creationId="{1B4B3434-F4AD-4998-8C4B-6D581057B853}"/>
          </ac:spMkLst>
        </pc:spChg>
        <pc:spChg chg="del mod">
          <ac:chgData name="Ivan Granja" userId="d0a12471-25a3-466a-a647-7cb796ed786c" providerId="ADAL" clId="{A9DAD972-E793-4934-B598-960E07B536E7}" dt="2020-09-14T19:44:44.227" v="5300" actId="478"/>
          <ac:spMkLst>
            <pc:docMk/>
            <pc:sldMk cId="4164944503" sldId="424"/>
            <ac:spMk id="23" creationId="{8AB94DC5-0C3C-404B-A963-F65766D8615D}"/>
          </ac:spMkLst>
        </pc:spChg>
        <pc:spChg chg="del mod">
          <ac:chgData name="Ivan Granja" userId="d0a12471-25a3-466a-a647-7cb796ed786c" providerId="ADAL" clId="{A9DAD972-E793-4934-B598-960E07B536E7}" dt="2020-09-14T19:55:52.316" v="5646" actId="478"/>
          <ac:spMkLst>
            <pc:docMk/>
            <pc:sldMk cId="4164944503" sldId="424"/>
            <ac:spMk id="25" creationId="{006BEB8D-4EAA-4869-85EE-F68BA304470C}"/>
          </ac:spMkLst>
        </pc:spChg>
        <pc:spChg chg="mod">
          <ac:chgData name="Ivan Granja" userId="d0a12471-25a3-466a-a647-7cb796ed786c" providerId="ADAL" clId="{A9DAD972-E793-4934-B598-960E07B536E7}" dt="2020-09-14T19:55:05.210" v="5635" actId="14100"/>
          <ac:spMkLst>
            <pc:docMk/>
            <pc:sldMk cId="4164944503" sldId="424"/>
            <ac:spMk id="27" creationId="{06C6E7C7-F2A6-4C9B-A5DB-3BD2638C1374}"/>
          </ac:spMkLst>
        </pc:spChg>
        <pc:spChg chg="del mod">
          <ac:chgData name="Ivan Granja" userId="d0a12471-25a3-466a-a647-7cb796ed786c" providerId="ADAL" clId="{A9DAD972-E793-4934-B598-960E07B536E7}" dt="2020-09-14T19:55:45.060" v="5641" actId="478"/>
          <ac:spMkLst>
            <pc:docMk/>
            <pc:sldMk cId="4164944503" sldId="424"/>
            <ac:spMk id="31" creationId="{6515B35A-D227-4A11-A41B-DEE66D2B761F}"/>
          </ac:spMkLst>
        </pc:spChg>
        <pc:spChg chg="mod">
          <ac:chgData name="Ivan Granja" userId="d0a12471-25a3-466a-a647-7cb796ed786c" providerId="ADAL" clId="{A9DAD972-E793-4934-B598-960E07B536E7}" dt="2020-09-14T19:55:33.022" v="5640" actId="14100"/>
          <ac:spMkLst>
            <pc:docMk/>
            <pc:sldMk cId="4164944503" sldId="424"/>
            <ac:spMk id="33" creationId="{53733B81-EB5C-4D00-A58B-0142AC4B930C}"/>
          </ac:spMkLst>
        </pc:spChg>
        <pc:spChg chg="mod">
          <ac:chgData name="Ivan Granja" userId="d0a12471-25a3-466a-a647-7cb796ed786c" providerId="ADAL" clId="{A9DAD972-E793-4934-B598-960E07B536E7}" dt="2020-09-18T17:59:19.362" v="12403"/>
          <ac:spMkLst>
            <pc:docMk/>
            <pc:sldMk cId="4164944503" sldId="424"/>
            <ac:spMk id="10242" creationId="{3BF2C80A-7CC0-4327-996A-FB7AC3AB0F97}"/>
          </ac:spMkLst>
        </pc:spChg>
        <pc:spChg chg="del">
          <ac:chgData name="Ivan Granja" userId="d0a12471-25a3-466a-a647-7cb796ed786c" providerId="ADAL" clId="{A9DAD972-E793-4934-B598-960E07B536E7}" dt="2020-09-14T19:37:38.661" v="5217" actId="478"/>
          <ac:spMkLst>
            <pc:docMk/>
            <pc:sldMk cId="4164944503" sldId="424"/>
            <ac:spMk id="10243" creationId="{E74E71FE-BB83-484A-96D0-3917E256D04C}"/>
          </ac:spMkLst>
        </pc:spChg>
        <pc:picChg chg="add del mod ord">
          <ac:chgData name="Ivan Granja" userId="d0a12471-25a3-466a-a647-7cb796ed786c" providerId="ADAL" clId="{A9DAD972-E793-4934-B598-960E07B536E7}" dt="2020-09-14T19:38:34.936" v="5229" actId="22"/>
          <ac:picMkLst>
            <pc:docMk/>
            <pc:sldMk cId="4164944503" sldId="424"/>
            <ac:picMk id="4" creationId="{10241443-52E7-4697-947E-2FAD403A21C9}"/>
          </ac:picMkLst>
        </pc:picChg>
        <pc:picChg chg="add del mod ord">
          <ac:chgData name="Ivan Granja" userId="d0a12471-25a3-466a-a647-7cb796ed786c" providerId="ADAL" clId="{A9DAD972-E793-4934-B598-960E07B536E7}" dt="2020-09-14T19:56:03.441" v="5650" actId="1076"/>
          <ac:picMkLst>
            <pc:docMk/>
            <pc:sldMk cId="4164944503" sldId="424"/>
            <ac:picMk id="6" creationId="{CEA0E92B-5BD9-45F3-A654-E0784A74B29F}"/>
          </ac:picMkLst>
        </pc:picChg>
        <pc:picChg chg="del">
          <ac:chgData name="Ivan Granja" userId="d0a12471-25a3-466a-a647-7cb796ed786c" providerId="ADAL" clId="{A9DAD972-E793-4934-B598-960E07B536E7}" dt="2020-09-14T19:37:36.186" v="5216" actId="478"/>
          <ac:picMkLst>
            <pc:docMk/>
            <pc:sldMk cId="4164944503" sldId="424"/>
            <ac:picMk id="7" creationId="{CD2FD710-281C-4FD0-823B-AE44CFB57C2F}"/>
          </ac:picMkLst>
        </pc:picChg>
      </pc:sldChg>
      <pc:sldChg chg="modSp add">
        <pc:chgData name="Ivan Granja" userId="d0a12471-25a3-466a-a647-7cb796ed786c" providerId="ADAL" clId="{A9DAD972-E793-4934-B598-960E07B536E7}" dt="2020-09-18T17:59:19.362" v="12403"/>
        <pc:sldMkLst>
          <pc:docMk/>
          <pc:sldMk cId="2112630848" sldId="425"/>
        </pc:sldMkLst>
        <pc:spChg chg="mod">
          <ac:chgData name="Ivan Granja" userId="d0a12471-25a3-466a-a647-7cb796ed786c" providerId="ADAL" clId="{A9DAD972-E793-4934-B598-960E07B536E7}" dt="2020-09-18T17:59:19.362" v="12403"/>
          <ac:spMkLst>
            <pc:docMk/>
            <pc:sldMk cId="2112630848" sldId="425"/>
            <ac:spMk id="10242" creationId="{3BF2C80A-7CC0-4327-996A-FB7AC3AB0F97}"/>
          </ac:spMkLst>
        </pc:spChg>
      </pc:sldChg>
      <pc:sldChg chg="modSp add mod ord">
        <pc:chgData name="Ivan Granja" userId="d0a12471-25a3-466a-a647-7cb796ed786c" providerId="ADAL" clId="{A9DAD972-E793-4934-B598-960E07B536E7}" dt="2020-09-18T17:59:19.362" v="12403"/>
        <pc:sldMkLst>
          <pc:docMk/>
          <pc:sldMk cId="1154367208" sldId="426"/>
        </pc:sldMkLst>
        <pc:spChg chg="mod">
          <ac:chgData name="Ivan Granja" userId="d0a12471-25a3-466a-a647-7cb796ed786c" providerId="ADAL" clId="{A9DAD972-E793-4934-B598-960E07B536E7}" dt="2020-09-18T17:59:19.362" v="12403"/>
          <ac:spMkLst>
            <pc:docMk/>
            <pc:sldMk cId="1154367208" sldId="426"/>
            <ac:spMk id="2" creationId="{4A9A91FC-D25F-415E-947D-CF123940F6B1}"/>
          </ac:spMkLst>
        </pc:spChg>
        <pc:spChg chg="mod">
          <ac:chgData name="Ivan Granja" userId="d0a12471-25a3-466a-a647-7cb796ed786c" providerId="ADAL" clId="{A9DAD972-E793-4934-B598-960E07B536E7}" dt="2020-09-18T17:21:54.331" v="10634" actId="20577"/>
          <ac:spMkLst>
            <pc:docMk/>
            <pc:sldMk cId="1154367208" sldId="426"/>
            <ac:spMk id="32770" creationId="{F00C989A-57A9-47CF-A8D1-E69707FBE283}"/>
          </ac:spMkLst>
        </pc:spChg>
      </pc:sldChg>
      <pc:sldChg chg="modSp add">
        <pc:chgData name="Ivan Granja" userId="d0a12471-25a3-466a-a647-7cb796ed786c" providerId="ADAL" clId="{A9DAD972-E793-4934-B598-960E07B536E7}" dt="2020-09-18T17:59:19.362" v="12403"/>
        <pc:sldMkLst>
          <pc:docMk/>
          <pc:sldMk cId="2540240500" sldId="427"/>
        </pc:sldMkLst>
        <pc:spChg chg="mod">
          <ac:chgData name="Ivan Granja" userId="d0a12471-25a3-466a-a647-7cb796ed786c" providerId="ADAL" clId="{A9DAD972-E793-4934-B598-960E07B536E7}" dt="2020-09-18T17:59:19.362" v="12403"/>
          <ac:spMkLst>
            <pc:docMk/>
            <pc:sldMk cId="2540240500" sldId="427"/>
            <ac:spMk id="10242" creationId="{3BF2C80A-7CC0-4327-996A-FB7AC3AB0F97}"/>
          </ac:spMkLst>
        </pc:spChg>
      </pc:sldChg>
      <pc:sldChg chg="modSp add mod">
        <pc:chgData name="Ivan Granja" userId="d0a12471-25a3-466a-a647-7cb796ed786c" providerId="ADAL" clId="{A9DAD972-E793-4934-B598-960E07B536E7}" dt="2020-09-18T17:59:19.362" v="12403"/>
        <pc:sldMkLst>
          <pc:docMk/>
          <pc:sldMk cId="293032348" sldId="428"/>
        </pc:sldMkLst>
        <pc:spChg chg="mod">
          <ac:chgData name="Ivan Granja" userId="d0a12471-25a3-466a-a647-7cb796ed786c" providerId="ADAL" clId="{A9DAD972-E793-4934-B598-960E07B536E7}" dt="2020-09-18T17:59:19.362" v="12403"/>
          <ac:spMkLst>
            <pc:docMk/>
            <pc:sldMk cId="293032348" sldId="428"/>
            <ac:spMk id="2" creationId="{4A9A91FC-D25F-415E-947D-CF123940F6B1}"/>
          </ac:spMkLst>
        </pc:spChg>
        <pc:spChg chg="mod">
          <ac:chgData name="Ivan Granja" userId="d0a12471-25a3-466a-a647-7cb796ed786c" providerId="ADAL" clId="{A9DAD972-E793-4934-B598-960E07B536E7}" dt="2020-09-18T17:52:35.558" v="12122" actId="113"/>
          <ac:spMkLst>
            <pc:docMk/>
            <pc:sldMk cId="293032348" sldId="428"/>
            <ac:spMk id="32770" creationId="{F00C989A-57A9-47CF-A8D1-E69707FBE283}"/>
          </ac:spMkLst>
        </pc:spChg>
      </pc:sldChg>
      <pc:sldChg chg="modSp add del mod">
        <pc:chgData name="Ivan Granja" userId="d0a12471-25a3-466a-a647-7cb796ed786c" providerId="ADAL" clId="{A9DAD972-E793-4934-B598-960E07B536E7}" dt="2020-09-14T21:23:26.982" v="9451" actId="47"/>
        <pc:sldMkLst>
          <pc:docMk/>
          <pc:sldMk cId="3654237383" sldId="429"/>
        </pc:sldMkLst>
        <pc:spChg chg="mod">
          <ac:chgData name="Ivan Granja" userId="d0a12471-25a3-466a-a647-7cb796ed786c" providerId="ADAL" clId="{A9DAD972-E793-4934-B598-960E07B536E7}" dt="2020-09-14T21:18:40.909" v="9348" actId="21"/>
          <ac:spMkLst>
            <pc:docMk/>
            <pc:sldMk cId="3654237383" sldId="429"/>
            <ac:spMk id="56323" creationId="{9691B76A-EF7F-4442-BB00-5763F2FCB4E3}"/>
          </ac:spMkLst>
        </pc:spChg>
      </pc:sldChg>
      <pc:sldChg chg="modSp add del mod">
        <pc:chgData name="Ivan Granja" userId="d0a12471-25a3-466a-a647-7cb796ed786c" providerId="ADAL" clId="{A9DAD972-E793-4934-B598-960E07B536E7}" dt="2020-09-14T21:23:27.844" v="9452" actId="47"/>
        <pc:sldMkLst>
          <pc:docMk/>
          <pc:sldMk cId="4232534916" sldId="430"/>
        </pc:sldMkLst>
        <pc:spChg chg="mod">
          <ac:chgData name="Ivan Granja" userId="d0a12471-25a3-466a-a647-7cb796ed786c" providerId="ADAL" clId="{A9DAD972-E793-4934-B598-960E07B536E7}" dt="2020-09-14T21:11:29.521" v="9300" actId="20577"/>
          <ac:spMkLst>
            <pc:docMk/>
            <pc:sldMk cId="4232534916" sldId="430"/>
            <ac:spMk id="56323" creationId="{9691B76A-EF7F-4442-BB00-5763F2FCB4E3}"/>
          </ac:spMkLst>
        </pc:spChg>
      </pc:sldChg>
      <pc:sldChg chg="modSp add del mod">
        <pc:chgData name="Ivan Granja" userId="d0a12471-25a3-466a-a647-7cb796ed786c" providerId="ADAL" clId="{A9DAD972-E793-4934-B598-960E07B536E7}" dt="2020-09-14T21:20:22.577" v="9365" actId="47"/>
        <pc:sldMkLst>
          <pc:docMk/>
          <pc:sldMk cId="843860780" sldId="431"/>
        </pc:sldMkLst>
        <pc:spChg chg="mod">
          <ac:chgData name="Ivan Granja" userId="d0a12471-25a3-466a-a647-7cb796ed786c" providerId="ADAL" clId="{A9DAD972-E793-4934-B598-960E07B536E7}" dt="2020-09-14T21:20:10.373" v="9362" actId="21"/>
          <ac:spMkLst>
            <pc:docMk/>
            <pc:sldMk cId="843860780" sldId="431"/>
            <ac:spMk id="56323" creationId="{9691B76A-EF7F-4442-BB00-5763F2FCB4E3}"/>
          </ac:spMkLst>
        </pc:spChg>
      </pc:sldChg>
      <pc:sldChg chg="add del">
        <pc:chgData name="Ivan Granja" userId="d0a12471-25a3-466a-a647-7cb796ed786c" providerId="ADAL" clId="{A9DAD972-E793-4934-B598-960E07B536E7}" dt="2020-09-14T21:20:26.491" v="9366" actId="47"/>
        <pc:sldMkLst>
          <pc:docMk/>
          <pc:sldMk cId="2590221864" sldId="432"/>
        </pc:sldMkLst>
      </pc:sldChg>
      <pc:sldChg chg="addSp modSp add mod">
        <pc:chgData name="Ivan Granja" userId="d0a12471-25a3-466a-a647-7cb796ed786c" providerId="ADAL" clId="{A9DAD972-E793-4934-B598-960E07B536E7}" dt="2020-09-18T17:51:20.952" v="12051" actId="22"/>
        <pc:sldMkLst>
          <pc:docMk/>
          <pc:sldMk cId="59089552" sldId="433"/>
        </pc:sldMkLst>
        <pc:spChg chg="add">
          <ac:chgData name="Ivan Granja" userId="d0a12471-25a3-466a-a647-7cb796ed786c" providerId="ADAL" clId="{A9DAD972-E793-4934-B598-960E07B536E7}" dt="2020-09-18T17:51:20.952" v="12051" actId="22"/>
          <ac:spMkLst>
            <pc:docMk/>
            <pc:sldMk cId="59089552" sldId="433"/>
            <ac:spMk id="2" creationId="{784E0389-914E-4786-8274-6DC7B332AC39}"/>
          </ac:spMkLst>
        </pc:spChg>
        <pc:spChg chg="mod">
          <ac:chgData name="Ivan Granja" userId="d0a12471-25a3-466a-a647-7cb796ed786c" providerId="ADAL" clId="{A9DAD972-E793-4934-B598-960E07B536E7}" dt="2020-09-18T17:24:11.649" v="10690"/>
          <ac:spMkLst>
            <pc:docMk/>
            <pc:sldMk cId="59089552" sldId="433"/>
            <ac:spMk id="56323" creationId="{9691B76A-EF7F-4442-BB00-5763F2FCB4E3}"/>
          </ac:spMkLst>
        </pc:spChg>
      </pc:sldChg>
      <pc:sldChg chg="addSp delSp modSp add del mod">
        <pc:chgData name="Ivan Granja" userId="d0a12471-25a3-466a-a647-7cb796ed786c" providerId="ADAL" clId="{A9DAD972-E793-4934-B598-960E07B536E7}" dt="2020-09-14T21:23:26.117" v="9450" actId="47"/>
        <pc:sldMkLst>
          <pc:docMk/>
          <pc:sldMk cId="3004043061" sldId="434"/>
        </pc:sldMkLst>
        <pc:graphicFrameChg chg="add del modGraphic">
          <ac:chgData name="Ivan Granja" userId="d0a12471-25a3-466a-a647-7cb796ed786c" providerId="ADAL" clId="{A9DAD972-E793-4934-B598-960E07B536E7}" dt="2020-09-14T21:21:16.820" v="9448" actId="27309"/>
          <ac:graphicFrameMkLst>
            <pc:docMk/>
            <pc:sldMk cId="3004043061" sldId="434"/>
            <ac:graphicFrameMk id="3" creationId="{63EFF1FC-A334-48B1-8E3F-280354FBF83C}"/>
          </ac:graphicFrameMkLst>
        </pc:graphicFrameChg>
      </pc:sldChg>
      <pc:sldChg chg="addSp modSp add mod">
        <pc:chgData name="Ivan Granja" userId="d0a12471-25a3-466a-a647-7cb796ed786c" providerId="ADAL" clId="{A9DAD972-E793-4934-B598-960E07B536E7}" dt="2020-09-18T17:51:25.825" v="12052" actId="22"/>
        <pc:sldMkLst>
          <pc:docMk/>
          <pc:sldMk cId="2604719440" sldId="435"/>
        </pc:sldMkLst>
        <pc:spChg chg="add">
          <ac:chgData name="Ivan Granja" userId="d0a12471-25a3-466a-a647-7cb796ed786c" providerId="ADAL" clId="{A9DAD972-E793-4934-B598-960E07B536E7}" dt="2020-09-18T17:51:25.825" v="12052" actId="22"/>
          <ac:spMkLst>
            <pc:docMk/>
            <pc:sldMk cId="2604719440" sldId="435"/>
            <ac:spMk id="2" creationId="{BA3875A9-DDBC-4733-8004-A71432B22190}"/>
          </ac:spMkLst>
        </pc:spChg>
        <pc:spChg chg="mod">
          <ac:chgData name="Ivan Granja" userId="d0a12471-25a3-466a-a647-7cb796ed786c" providerId="ADAL" clId="{A9DAD972-E793-4934-B598-960E07B536E7}" dt="2020-09-18T17:25:00.718" v="10756" actId="20577"/>
          <ac:spMkLst>
            <pc:docMk/>
            <pc:sldMk cId="2604719440" sldId="435"/>
            <ac:spMk id="56323" creationId="{9691B76A-EF7F-4442-BB00-5763F2FCB4E3}"/>
          </ac:spMkLst>
        </pc:spChg>
      </pc:sldChg>
      <pc:sldChg chg="addSp delSp modSp add mod">
        <pc:chgData name="Ivan Granja" userId="d0a12471-25a3-466a-a647-7cb796ed786c" providerId="ADAL" clId="{A9DAD972-E793-4934-B598-960E07B536E7}" dt="2020-09-18T18:05:38.466" v="12599" actId="1038"/>
        <pc:sldMkLst>
          <pc:docMk/>
          <pc:sldMk cId="1328689260" sldId="436"/>
        </pc:sldMkLst>
        <pc:spChg chg="del">
          <ac:chgData name="Ivan Granja" userId="d0a12471-25a3-466a-a647-7cb796ed786c" providerId="ADAL" clId="{A9DAD972-E793-4934-B598-960E07B536E7}" dt="2020-09-14T21:42:20.140" v="10105" actId="478"/>
          <ac:spMkLst>
            <pc:docMk/>
            <pc:sldMk cId="1328689260" sldId="436"/>
            <ac:spMk id="12" creationId="{899D5400-C94F-4081-BE24-F0BE953D4791}"/>
          </ac:spMkLst>
        </pc:spChg>
        <pc:spChg chg="mod">
          <ac:chgData name="Ivan Granja" userId="d0a12471-25a3-466a-a647-7cb796ed786c" providerId="ADAL" clId="{A9DAD972-E793-4934-B598-960E07B536E7}" dt="2020-09-18T18:02:36.059" v="12504" actId="20577"/>
          <ac:spMkLst>
            <pc:docMk/>
            <pc:sldMk cId="1328689260" sldId="436"/>
            <ac:spMk id="56323" creationId="{448C9BF5-D442-4EF8-894A-C28FFF970456}"/>
          </ac:spMkLst>
        </pc:spChg>
        <pc:picChg chg="add mod">
          <ac:chgData name="Ivan Granja" userId="d0a12471-25a3-466a-a647-7cb796ed786c" providerId="ADAL" clId="{A9DAD972-E793-4934-B598-960E07B536E7}" dt="2020-09-18T18:05:38.466" v="12599" actId="1038"/>
          <ac:picMkLst>
            <pc:docMk/>
            <pc:sldMk cId="1328689260" sldId="436"/>
            <ac:picMk id="2" creationId="{AF343702-DDD2-4181-A0F4-7CE782A5EEB5}"/>
          </ac:picMkLst>
        </pc:picChg>
        <pc:picChg chg="del">
          <ac:chgData name="Ivan Granja" userId="d0a12471-25a3-466a-a647-7cb796ed786c" providerId="ADAL" clId="{A9DAD972-E793-4934-B598-960E07B536E7}" dt="2020-09-14T21:42:21.606" v="10106" actId="478"/>
          <ac:picMkLst>
            <pc:docMk/>
            <pc:sldMk cId="1328689260" sldId="436"/>
            <ac:picMk id="8" creationId="{45740E0A-535D-4BD4-B353-2EFDC145ACDA}"/>
          </ac:picMkLst>
        </pc:picChg>
      </pc:sldChg>
      <pc:sldChg chg="addSp modSp add mod">
        <pc:chgData name="Ivan Granja" userId="d0a12471-25a3-466a-a647-7cb796ed786c" providerId="ADAL" clId="{A9DAD972-E793-4934-B598-960E07B536E7}" dt="2020-09-18T18:24:41.813" v="13328" actId="692"/>
        <pc:sldMkLst>
          <pc:docMk/>
          <pc:sldMk cId="79701641" sldId="437"/>
        </pc:sldMkLst>
        <pc:spChg chg="add mod">
          <ac:chgData name="Ivan Granja" userId="d0a12471-25a3-466a-a647-7cb796ed786c" providerId="ADAL" clId="{A9DAD972-E793-4934-B598-960E07B536E7}" dt="2020-09-18T18:24:41.813" v="13328" actId="692"/>
          <ac:spMkLst>
            <pc:docMk/>
            <pc:sldMk cId="79701641" sldId="437"/>
            <ac:spMk id="3" creationId="{90BCBBF8-169F-426B-8DF5-8F964ED9A68B}"/>
          </ac:spMkLst>
        </pc:spChg>
        <pc:spChg chg="add mod">
          <ac:chgData name="Ivan Granja" userId="d0a12471-25a3-466a-a647-7cb796ed786c" providerId="ADAL" clId="{A9DAD972-E793-4934-B598-960E07B536E7}" dt="2020-09-18T18:24:07.845" v="13321" actId="20577"/>
          <ac:spMkLst>
            <pc:docMk/>
            <pc:sldMk cId="79701641" sldId="437"/>
            <ac:spMk id="5" creationId="{5218EDF9-6CB0-436A-8149-A5F166A669A9}"/>
          </ac:spMkLst>
        </pc:spChg>
        <pc:spChg chg="add mod">
          <ac:chgData name="Ivan Granja" userId="d0a12471-25a3-466a-a647-7cb796ed786c" providerId="ADAL" clId="{A9DAD972-E793-4934-B598-960E07B536E7}" dt="2020-09-18T18:07:15.775" v="12614" actId="1038"/>
          <ac:spMkLst>
            <pc:docMk/>
            <pc:sldMk cId="79701641" sldId="437"/>
            <ac:spMk id="6" creationId="{2C4AE486-44CB-42B6-AC01-D6DF1687240A}"/>
          </ac:spMkLst>
        </pc:spChg>
        <pc:spChg chg="add mod">
          <ac:chgData name="Ivan Granja" userId="d0a12471-25a3-466a-a647-7cb796ed786c" providerId="ADAL" clId="{A9DAD972-E793-4934-B598-960E07B536E7}" dt="2020-09-18T18:07:15.775" v="12614" actId="1038"/>
          <ac:spMkLst>
            <pc:docMk/>
            <pc:sldMk cId="79701641" sldId="437"/>
            <ac:spMk id="7" creationId="{7301C446-4030-4345-BDD3-2961EB353449}"/>
          </ac:spMkLst>
        </pc:spChg>
        <pc:spChg chg="mod">
          <ac:chgData name="Ivan Granja" userId="d0a12471-25a3-466a-a647-7cb796ed786c" providerId="ADAL" clId="{A9DAD972-E793-4934-B598-960E07B536E7}" dt="2020-09-14T21:47:47.392" v="10291" actId="20577"/>
          <ac:spMkLst>
            <pc:docMk/>
            <pc:sldMk cId="79701641" sldId="437"/>
            <ac:spMk id="56323" creationId="{448C9BF5-D442-4EF8-894A-C28FFF970456}"/>
          </ac:spMkLst>
        </pc:spChg>
        <pc:picChg chg="mod">
          <ac:chgData name="Ivan Granja" userId="d0a12471-25a3-466a-a647-7cb796ed786c" providerId="ADAL" clId="{A9DAD972-E793-4934-B598-960E07B536E7}" dt="2020-09-18T18:05:42.372" v="12601" actId="1038"/>
          <ac:picMkLst>
            <pc:docMk/>
            <pc:sldMk cId="79701641" sldId="437"/>
            <ac:picMk id="2" creationId="{AF343702-DDD2-4181-A0F4-7CE782A5EEB5}"/>
          </ac:picMkLst>
        </pc:picChg>
        <pc:cxnChg chg="add mod">
          <ac:chgData name="Ivan Granja" userId="d0a12471-25a3-466a-a647-7cb796ed786c" providerId="ADAL" clId="{A9DAD972-E793-4934-B598-960E07B536E7}" dt="2020-09-18T18:05:57.009" v="12602" actId="14100"/>
          <ac:cxnSpMkLst>
            <pc:docMk/>
            <pc:sldMk cId="79701641" sldId="437"/>
            <ac:cxnSpMk id="8" creationId="{720035F0-F86D-4645-8D54-808ED31A191A}"/>
          </ac:cxnSpMkLst>
        </pc:cxnChg>
        <pc:cxnChg chg="add mod">
          <ac:chgData name="Ivan Granja" userId="d0a12471-25a3-466a-a647-7cb796ed786c" providerId="ADAL" clId="{A9DAD972-E793-4934-B598-960E07B536E7}" dt="2020-09-18T18:06:00.546" v="12603" actId="14100"/>
          <ac:cxnSpMkLst>
            <pc:docMk/>
            <pc:sldMk cId="79701641" sldId="437"/>
            <ac:cxnSpMk id="9" creationId="{298EE73B-861C-4365-B8B5-0222F19101DF}"/>
          </ac:cxnSpMkLst>
        </pc:cxnChg>
      </pc:sldChg>
      <pc:sldChg chg="addSp delSp modSp add mod ord">
        <pc:chgData name="Ivan Granja" userId="d0a12471-25a3-466a-a647-7cb796ed786c" providerId="ADAL" clId="{A9DAD972-E793-4934-B598-960E07B536E7}" dt="2020-09-21T12:35:53.965" v="15648" actId="1038"/>
        <pc:sldMkLst>
          <pc:docMk/>
          <pc:sldMk cId="1899368971" sldId="438"/>
        </pc:sldMkLst>
        <pc:spChg chg="mod">
          <ac:chgData name="Ivan Granja" userId="d0a12471-25a3-466a-a647-7cb796ed786c" providerId="ADAL" clId="{A9DAD972-E793-4934-B598-960E07B536E7}" dt="2020-09-18T17:59:19.362" v="12403"/>
          <ac:spMkLst>
            <pc:docMk/>
            <pc:sldMk cId="1899368971" sldId="438"/>
            <ac:spMk id="2" creationId="{4A9A91FC-D25F-415E-947D-CF123940F6B1}"/>
          </ac:spMkLst>
        </pc:spChg>
        <pc:spChg chg="add del mod">
          <ac:chgData name="Ivan Granja" userId="d0a12471-25a3-466a-a647-7cb796ed786c" providerId="ADAL" clId="{A9DAD972-E793-4934-B598-960E07B536E7}" dt="2020-09-18T17:33:41.230" v="11569" actId="478"/>
          <ac:spMkLst>
            <pc:docMk/>
            <pc:sldMk cId="1899368971" sldId="438"/>
            <ac:spMk id="3" creationId="{AD19C8E9-9412-4640-A86C-A16070F612E6}"/>
          </ac:spMkLst>
        </pc:spChg>
        <pc:spChg chg="add mod">
          <ac:chgData name="Ivan Granja" userId="d0a12471-25a3-466a-a647-7cb796ed786c" providerId="ADAL" clId="{A9DAD972-E793-4934-B598-960E07B536E7}" dt="2020-09-21T12:35:53.965" v="15648" actId="1038"/>
          <ac:spMkLst>
            <pc:docMk/>
            <pc:sldMk cId="1899368971" sldId="438"/>
            <ac:spMk id="7" creationId="{BB2820B6-71DB-46E7-B071-806CA8CC885F}"/>
          </ac:spMkLst>
        </pc:spChg>
        <pc:spChg chg="mod">
          <ac:chgData name="Ivan Granja" userId="d0a12471-25a3-466a-a647-7cb796ed786c" providerId="ADAL" clId="{A9DAD972-E793-4934-B598-960E07B536E7}" dt="2020-09-21T12:35:49.409" v="15640" actId="313"/>
          <ac:spMkLst>
            <pc:docMk/>
            <pc:sldMk cId="1899368971" sldId="438"/>
            <ac:spMk id="32770" creationId="{F00C989A-57A9-47CF-A8D1-E69707FBE283}"/>
          </ac:spMkLst>
        </pc:spChg>
        <pc:picChg chg="add del">
          <ac:chgData name="Ivan Granja" userId="d0a12471-25a3-466a-a647-7cb796ed786c" providerId="ADAL" clId="{A9DAD972-E793-4934-B598-960E07B536E7}" dt="2020-09-18T17:33:17.125" v="11522" actId="478"/>
          <ac:picMkLst>
            <pc:docMk/>
            <pc:sldMk cId="1899368971" sldId="438"/>
            <ac:picMk id="5" creationId="{234EDF07-E880-403A-9CB2-EB3F013B8E48}"/>
          </ac:picMkLst>
        </pc:picChg>
      </pc:sldChg>
      <pc:sldChg chg="addSp delSp modSp add mod">
        <pc:chgData name="Ivan Granja" userId="d0a12471-25a3-466a-a647-7cb796ed786c" providerId="ADAL" clId="{A9DAD972-E793-4934-B598-960E07B536E7}" dt="2020-09-18T17:48:43.797" v="12012" actId="14100"/>
        <pc:sldMkLst>
          <pc:docMk/>
          <pc:sldMk cId="1654854111" sldId="439"/>
        </pc:sldMkLst>
        <pc:spChg chg="mod">
          <ac:chgData name="Ivan Granja" userId="d0a12471-25a3-466a-a647-7cb796ed786c" providerId="ADAL" clId="{A9DAD972-E793-4934-B598-960E07B536E7}" dt="2020-09-18T17:48:43.797" v="12012" actId="14100"/>
          <ac:spMkLst>
            <pc:docMk/>
            <pc:sldMk cId="1654854111" sldId="439"/>
            <ac:spMk id="2" creationId="{4A9A91FC-D25F-415E-947D-CF123940F6B1}"/>
          </ac:spMkLst>
        </pc:spChg>
        <pc:spChg chg="add del mod">
          <ac:chgData name="Ivan Granja" userId="d0a12471-25a3-466a-a647-7cb796ed786c" providerId="ADAL" clId="{A9DAD972-E793-4934-B598-960E07B536E7}" dt="2020-09-18T17:36:43.915" v="11675" actId="478"/>
          <ac:spMkLst>
            <pc:docMk/>
            <pc:sldMk cId="1654854111" sldId="439"/>
            <ac:spMk id="3" creationId="{071511AE-2284-4C73-83DA-53A1AFF5900D}"/>
          </ac:spMkLst>
        </pc:spChg>
        <pc:spChg chg="add mod topLvl">
          <ac:chgData name="Ivan Granja" userId="d0a12471-25a3-466a-a647-7cb796ed786c" providerId="ADAL" clId="{A9DAD972-E793-4934-B598-960E07B536E7}" dt="2020-09-18T17:48:25.982" v="11997" actId="20577"/>
          <ac:spMkLst>
            <pc:docMk/>
            <pc:sldMk cId="1654854111" sldId="439"/>
            <ac:spMk id="8" creationId="{0EE279A1-A8E6-4AB1-A08F-44A202A4000F}"/>
          </ac:spMkLst>
        </pc:spChg>
        <pc:spChg chg="add mod topLvl">
          <ac:chgData name="Ivan Granja" userId="d0a12471-25a3-466a-a647-7cb796ed786c" providerId="ADAL" clId="{A9DAD972-E793-4934-B598-960E07B536E7}" dt="2020-09-18T17:46:43.776" v="11935" actId="21"/>
          <ac:spMkLst>
            <pc:docMk/>
            <pc:sldMk cId="1654854111" sldId="439"/>
            <ac:spMk id="10" creationId="{2204A31E-6EA9-45D5-8A66-10FFC90CD6C8}"/>
          </ac:spMkLst>
        </pc:spChg>
        <pc:spChg chg="add mod topLvl">
          <ac:chgData name="Ivan Granja" userId="d0a12471-25a3-466a-a647-7cb796ed786c" providerId="ADAL" clId="{A9DAD972-E793-4934-B598-960E07B536E7}" dt="2020-09-18T17:46:43.776" v="11935" actId="21"/>
          <ac:spMkLst>
            <pc:docMk/>
            <pc:sldMk cId="1654854111" sldId="439"/>
            <ac:spMk id="12" creationId="{B89E4A97-2709-45B3-9F30-895BAE5930E5}"/>
          </ac:spMkLst>
        </pc:spChg>
        <pc:spChg chg="add mod topLvl">
          <ac:chgData name="Ivan Granja" userId="d0a12471-25a3-466a-a647-7cb796ed786c" providerId="ADAL" clId="{A9DAD972-E793-4934-B598-960E07B536E7}" dt="2020-09-18T17:46:43.776" v="11935" actId="21"/>
          <ac:spMkLst>
            <pc:docMk/>
            <pc:sldMk cId="1654854111" sldId="439"/>
            <ac:spMk id="14" creationId="{2882D1ED-ABFF-41D2-AB07-D59DD1B454C5}"/>
          </ac:spMkLst>
        </pc:spChg>
        <pc:spChg chg="add mod topLvl">
          <ac:chgData name="Ivan Granja" userId="d0a12471-25a3-466a-a647-7cb796ed786c" providerId="ADAL" clId="{A9DAD972-E793-4934-B598-960E07B536E7}" dt="2020-09-18T17:46:43.776" v="11935" actId="21"/>
          <ac:spMkLst>
            <pc:docMk/>
            <pc:sldMk cId="1654854111" sldId="439"/>
            <ac:spMk id="16" creationId="{7319D074-EA80-4C9F-AD23-667858E826D0}"/>
          </ac:spMkLst>
        </pc:spChg>
        <pc:spChg chg="add mod topLvl">
          <ac:chgData name="Ivan Granja" userId="d0a12471-25a3-466a-a647-7cb796ed786c" providerId="ADAL" clId="{A9DAD972-E793-4934-B598-960E07B536E7}" dt="2020-09-18T17:46:43.776" v="11935" actId="21"/>
          <ac:spMkLst>
            <pc:docMk/>
            <pc:sldMk cId="1654854111" sldId="439"/>
            <ac:spMk id="18" creationId="{45158A0B-C8E7-4E20-A052-B975C1FD40E3}"/>
          </ac:spMkLst>
        </pc:spChg>
        <pc:spChg chg="add mod topLvl">
          <ac:chgData name="Ivan Granja" userId="d0a12471-25a3-466a-a647-7cb796ed786c" providerId="ADAL" clId="{A9DAD972-E793-4934-B598-960E07B536E7}" dt="2020-09-18T17:46:43.776" v="11935" actId="21"/>
          <ac:spMkLst>
            <pc:docMk/>
            <pc:sldMk cId="1654854111" sldId="439"/>
            <ac:spMk id="20" creationId="{2CF732F8-DDCD-43AF-BB7A-31C1AAA837EC}"/>
          </ac:spMkLst>
        </pc:spChg>
        <pc:spChg chg="add mod topLvl">
          <ac:chgData name="Ivan Granja" userId="d0a12471-25a3-466a-a647-7cb796ed786c" providerId="ADAL" clId="{A9DAD972-E793-4934-B598-960E07B536E7}" dt="2020-09-18T17:46:43.776" v="11935" actId="21"/>
          <ac:spMkLst>
            <pc:docMk/>
            <pc:sldMk cId="1654854111" sldId="439"/>
            <ac:spMk id="22" creationId="{45362D42-BFD8-45C6-AF3B-E4D4FD3C3878}"/>
          </ac:spMkLst>
        </pc:spChg>
        <pc:spChg chg="add mod">
          <ac:chgData name="Ivan Granja" userId="d0a12471-25a3-466a-a647-7cb796ed786c" providerId="ADAL" clId="{A9DAD972-E793-4934-B598-960E07B536E7}" dt="2020-09-18T17:46:47.396" v="11936" actId="1076"/>
          <ac:spMkLst>
            <pc:docMk/>
            <pc:sldMk cId="1654854111" sldId="439"/>
            <ac:spMk id="24" creationId="{4CAF9934-C870-4752-83A6-B354A23D5B7E}"/>
          </ac:spMkLst>
        </pc:spChg>
        <pc:spChg chg="add mod">
          <ac:chgData name="Ivan Granja" userId="d0a12471-25a3-466a-a647-7cb796ed786c" providerId="ADAL" clId="{A9DAD972-E793-4934-B598-960E07B536E7}" dt="2020-09-18T17:46:59.310" v="11941" actId="1076"/>
          <ac:spMkLst>
            <pc:docMk/>
            <pc:sldMk cId="1654854111" sldId="439"/>
            <ac:spMk id="27" creationId="{7A345A59-D64A-44F2-A960-A4BC81F8EE90}"/>
          </ac:spMkLst>
        </pc:spChg>
        <pc:spChg chg="add mod topLvl">
          <ac:chgData name="Ivan Granja" userId="d0a12471-25a3-466a-a647-7cb796ed786c" providerId="ADAL" clId="{A9DAD972-E793-4934-B598-960E07B536E7}" dt="2020-09-18T17:46:43.776" v="11935" actId="21"/>
          <ac:spMkLst>
            <pc:docMk/>
            <pc:sldMk cId="1654854111" sldId="439"/>
            <ac:spMk id="29" creationId="{14336B6B-356D-4EE8-95E1-489EC411EDA5}"/>
          </ac:spMkLst>
        </pc:spChg>
        <pc:spChg chg="add del">
          <ac:chgData name="Ivan Granja" userId="d0a12471-25a3-466a-a647-7cb796ed786c" providerId="ADAL" clId="{A9DAD972-E793-4934-B598-960E07B536E7}" dt="2020-09-18T17:42:35.551" v="11856" actId="22"/>
          <ac:spMkLst>
            <pc:docMk/>
            <pc:sldMk cId="1654854111" sldId="439"/>
            <ac:spMk id="31" creationId="{DA2A86F5-759D-48C2-BEE3-6B1C4D7694A2}"/>
          </ac:spMkLst>
        </pc:spChg>
        <pc:spChg chg="add del">
          <ac:chgData name="Ivan Granja" userId="d0a12471-25a3-466a-a647-7cb796ed786c" providerId="ADAL" clId="{A9DAD972-E793-4934-B598-960E07B536E7}" dt="2020-09-18T17:46:22.093" v="11926" actId="22"/>
          <ac:spMkLst>
            <pc:docMk/>
            <pc:sldMk cId="1654854111" sldId="439"/>
            <ac:spMk id="37" creationId="{D5295213-850F-427E-A29C-E938A93853E3}"/>
          </ac:spMkLst>
        </pc:spChg>
        <pc:spChg chg="add mod">
          <ac:chgData name="Ivan Granja" userId="d0a12471-25a3-466a-a647-7cb796ed786c" providerId="ADAL" clId="{A9DAD972-E793-4934-B598-960E07B536E7}" dt="2020-09-18T17:47:56.273" v="11989" actId="14100"/>
          <ac:spMkLst>
            <pc:docMk/>
            <pc:sldMk cId="1654854111" sldId="439"/>
            <ac:spMk id="43" creationId="{BC9D1B8A-AB06-49FE-8C22-5729B61957CB}"/>
          </ac:spMkLst>
        </pc:spChg>
        <pc:spChg chg="add mod">
          <ac:chgData name="Ivan Granja" userId="d0a12471-25a3-466a-a647-7cb796ed786c" providerId="ADAL" clId="{A9DAD972-E793-4934-B598-960E07B536E7}" dt="2020-09-18T17:48:08.657" v="11992" actId="14100"/>
          <ac:spMkLst>
            <pc:docMk/>
            <pc:sldMk cId="1654854111" sldId="439"/>
            <ac:spMk id="45" creationId="{32F41359-AB79-48C6-B464-D1C06DD09AB5}"/>
          </ac:spMkLst>
        </pc:spChg>
        <pc:spChg chg="del">
          <ac:chgData name="Ivan Granja" userId="d0a12471-25a3-466a-a647-7cb796ed786c" providerId="ADAL" clId="{A9DAD972-E793-4934-B598-960E07B536E7}" dt="2020-09-18T17:36:41.958" v="11674" actId="478"/>
          <ac:spMkLst>
            <pc:docMk/>
            <pc:sldMk cId="1654854111" sldId="439"/>
            <ac:spMk id="32770" creationId="{F00C989A-57A9-47CF-A8D1-E69707FBE283}"/>
          </ac:spMkLst>
        </pc:spChg>
        <pc:grpChg chg="add mod">
          <ac:chgData name="Ivan Granja" userId="d0a12471-25a3-466a-a647-7cb796ed786c" providerId="ADAL" clId="{A9DAD972-E793-4934-B598-960E07B536E7}" dt="2020-09-18T17:37:18.366" v="11680" actId="164"/>
          <ac:grpSpMkLst>
            <pc:docMk/>
            <pc:sldMk cId="1654854111" sldId="439"/>
            <ac:grpSpMk id="26" creationId="{D953A1F4-2F45-4325-B951-FB1065821ED0}"/>
          </ac:grpSpMkLst>
        </pc:grpChg>
        <pc:grpChg chg="add del mod">
          <ac:chgData name="Ivan Granja" userId="d0a12471-25a3-466a-a647-7cb796ed786c" providerId="ADAL" clId="{A9DAD972-E793-4934-B598-960E07B536E7}" dt="2020-09-18T17:46:05.674" v="11919" actId="165"/>
          <ac:grpSpMkLst>
            <pc:docMk/>
            <pc:sldMk cId="1654854111" sldId="439"/>
            <ac:grpSpMk id="35" creationId="{57AFCBB1-8AFF-49ED-A609-6EB72E9A9008}"/>
          </ac:grpSpMkLst>
        </pc:grpChg>
        <pc:grpChg chg="add del mod">
          <ac:chgData name="Ivan Granja" userId="d0a12471-25a3-466a-a647-7cb796ed786c" providerId="ADAL" clId="{A9DAD972-E793-4934-B598-960E07B536E7}" dt="2020-09-18T17:46:43.776" v="11935" actId="21"/>
          <ac:grpSpMkLst>
            <pc:docMk/>
            <pc:sldMk cId="1654854111" sldId="439"/>
            <ac:grpSpMk id="36" creationId="{28AE2819-C58C-4695-929E-3404EDB89D03}"/>
          </ac:grpSpMkLst>
        </pc:grpChg>
        <pc:picChg chg="add del">
          <ac:chgData name="Ivan Granja" userId="d0a12471-25a3-466a-a647-7cb796ed786c" providerId="ADAL" clId="{A9DAD972-E793-4934-B598-960E07B536E7}" dt="2020-09-18T17:36:48.899" v="11677" actId="22"/>
          <ac:picMkLst>
            <pc:docMk/>
            <pc:sldMk cId="1654854111" sldId="439"/>
            <ac:picMk id="4" creationId="{9B1231E9-E4EC-46FB-B52D-2916BD542B70}"/>
          </ac:picMkLst>
        </pc:picChg>
        <pc:picChg chg="add del mod topLvl">
          <ac:chgData name="Ivan Granja" userId="d0a12471-25a3-466a-a647-7cb796ed786c" providerId="ADAL" clId="{A9DAD972-E793-4934-B598-960E07B536E7}" dt="2020-09-18T17:46:43.776" v="11935" actId="21"/>
          <ac:picMkLst>
            <pc:docMk/>
            <pc:sldMk cId="1654854111" sldId="439"/>
            <ac:picMk id="6" creationId="{CAB360DC-1E16-4607-965F-819CFAAE0DCF}"/>
          </ac:picMkLst>
        </pc:picChg>
        <pc:picChg chg="add mod">
          <ac:chgData name="Ivan Granja" userId="d0a12471-25a3-466a-a647-7cb796ed786c" providerId="ADAL" clId="{A9DAD972-E793-4934-B598-960E07B536E7}" dt="2020-09-18T17:47:15.849" v="11944" actId="14100"/>
          <ac:picMkLst>
            <pc:docMk/>
            <pc:sldMk cId="1654854111" sldId="439"/>
            <ac:picMk id="34" creationId="{87E6DE8A-E87A-4234-9E23-283DBD71B9AF}"/>
          </ac:picMkLst>
        </pc:picChg>
        <pc:picChg chg="add del mod">
          <ac:chgData name="Ivan Granja" userId="d0a12471-25a3-466a-a647-7cb796ed786c" providerId="ADAL" clId="{A9DAD972-E793-4934-B598-960E07B536E7}" dt="2020-09-18T17:46:56.959" v="11940" actId="21"/>
          <ac:picMkLst>
            <pc:docMk/>
            <pc:sldMk cId="1654854111" sldId="439"/>
            <ac:picMk id="39" creationId="{6AA1FE4F-C888-4D6A-85D5-C8F51172D719}"/>
          </ac:picMkLst>
        </pc:picChg>
        <pc:picChg chg="add mod">
          <ac:chgData name="Ivan Granja" userId="d0a12471-25a3-466a-a647-7cb796ed786c" providerId="ADAL" clId="{A9DAD972-E793-4934-B598-960E07B536E7}" dt="2020-09-18T17:47:45.591" v="11959" actId="167"/>
          <ac:picMkLst>
            <pc:docMk/>
            <pc:sldMk cId="1654854111" sldId="439"/>
            <ac:picMk id="41" creationId="{BB076C7F-D700-47C0-8087-B96200F3A386}"/>
          </ac:picMkLst>
        </pc:picChg>
      </pc:sldChg>
      <pc:sldChg chg="del">
        <pc:chgData name="Ivan Granja" userId="d0a12471-25a3-466a-a647-7cb796ed786c" providerId="ADAL" clId="{A9DAD972-E793-4934-B598-960E07B536E7}" dt="2020-09-18T18:45:36.765" v="14102" actId="2696"/>
        <pc:sldMkLst>
          <pc:docMk/>
          <pc:sldMk cId="0" sldId="440"/>
        </pc:sldMkLst>
      </pc:sldChg>
      <pc:sldChg chg="modSp del mod">
        <pc:chgData name="Ivan Granja" userId="d0a12471-25a3-466a-a647-7cb796ed786c" providerId="ADAL" clId="{A9DAD972-E793-4934-B598-960E07B536E7}" dt="2020-09-18T18:47:13.254" v="14159" actId="2696"/>
        <pc:sldMkLst>
          <pc:docMk/>
          <pc:sldMk cId="1544218867" sldId="441"/>
        </pc:sldMkLst>
        <pc:spChg chg="mod">
          <ac:chgData name="Ivan Granja" userId="d0a12471-25a3-466a-a647-7cb796ed786c" providerId="ADAL" clId="{A9DAD972-E793-4934-B598-960E07B536E7}" dt="2020-09-18T18:46:21.166" v="14129" actId="122"/>
          <ac:spMkLst>
            <pc:docMk/>
            <pc:sldMk cId="1544218867" sldId="441"/>
            <ac:spMk id="206850" creationId="{7E12B6C5-7C58-49B9-B610-375DD39C9DE0}"/>
          </ac:spMkLst>
        </pc:spChg>
        <pc:spChg chg="mod">
          <ac:chgData name="Ivan Granja" userId="d0a12471-25a3-466a-a647-7cb796ed786c" providerId="ADAL" clId="{A9DAD972-E793-4934-B598-960E07B536E7}" dt="2020-09-18T18:46:16.680" v="14128" actId="113"/>
          <ac:spMkLst>
            <pc:docMk/>
            <pc:sldMk cId="1544218867" sldId="441"/>
            <ac:spMk id="206855" creationId="{B76E506B-3D91-4A36-9699-04F4D6BBD667}"/>
          </ac:spMkLst>
        </pc:spChg>
        <pc:spChg chg="mod">
          <ac:chgData name="Ivan Granja" userId="d0a12471-25a3-466a-a647-7cb796ed786c" providerId="ADAL" clId="{A9DAD972-E793-4934-B598-960E07B536E7}" dt="2020-09-18T18:46:29.611" v="14130" actId="1076"/>
          <ac:spMkLst>
            <pc:docMk/>
            <pc:sldMk cId="1544218867" sldId="441"/>
            <ac:spMk id="206856" creationId="{3EB41C7F-0C43-4071-BD30-7C4DB4F783F1}"/>
          </ac:spMkLst>
        </pc:spChg>
        <pc:picChg chg="mod">
          <ac:chgData name="Ivan Granja" userId="d0a12471-25a3-466a-a647-7cb796ed786c" providerId="ADAL" clId="{A9DAD972-E793-4934-B598-960E07B536E7}" dt="2020-09-18T18:46:01.366" v="14104" actId="1076"/>
          <ac:picMkLst>
            <pc:docMk/>
            <pc:sldMk cId="1544218867" sldId="441"/>
            <ac:picMk id="206851" creationId="{1DAAED6B-2691-40A4-9CD9-70FD1A663D6E}"/>
          </ac:picMkLst>
        </pc:picChg>
      </pc:sldChg>
      <pc:sldChg chg="modSp mod">
        <pc:chgData name="Ivan Granja" userId="d0a12471-25a3-466a-a647-7cb796ed786c" providerId="ADAL" clId="{A9DAD972-E793-4934-B598-960E07B536E7}" dt="2020-09-18T19:23:24.566" v="14685" actId="20577"/>
        <pc:sldMkLst>
          <pc:docMk/>
          <pc:sldMk cId="0" sldId="442"/>
        </pc:sldMkLst>
        <pc:spChg chg="mod">
          <ac:chgData name="Ivan Granja" userId="d0a12471-25a3-466a-a647-7cb796ed786c" providerId="ADAL" clId="{A9DAD972-E793-4934-B598-960E07B536E7}" dt="2020-09-18T19:23:24.566" v="14685" actId="20577"/>
          <ac:spMkLst>
            <pc:docMk/>
            <pc:sldMk cId="0" sldId="442"/>
            <ac:spMk id="236546" creationId="{98E2CA7A-68FC-4E45-9966-BBB1DDDFAE74}"/>
          </ac:spMkLst>
        </pc:spChg>
        <pc:spChg chg="mod">
          <ac:chgData name="Ivan Granja" userId="d0a12471-25a3-466a-a647-7cb796ed786c" providerId="ADAL" clId="{A9DAD972-E793-4934-B598-960E07B536E7}" dt="2020-09-18T19:23:04.649" v="14680"/>
          <ac:spMkLst>
            <pc:docMk/>
            <pc:sldMk cId="0" sldId="442"/>
            <ac:spMk id="236547" creationId="{29E05A66-83C9-4024-8543-3A1564900343}"/>
          </ac:spMkLst>
        </pc:spChg>
      </pc:sldChg>
      <pc:sldChg chg="addSp delSp modSp add mod">
        <pc:chgData name="Ivan Granja" userId="d0a12471-25a3-466a-a647-7cb796ed786c" providerId="ADAL" clId="{A9DAD972-E793-4934-B598-960E07B536E7}" dt="2020-09-18T18:36:23.478" v="13864" actId="20577"/>
        <pc:sldMkLst>
          <pc:docMk/>
          <pc:sldMk cId="3277443781" sldId="443"/>
        </pc:sldMkLst>
        <pc:spChg chg="add del mod">
          <ac:chgData name="Ivan Granja" userId="d0a12471-25a3-466a-a647-7cb796ed786c" providerId="ADAL" clId="{A9DAD972-E793-4934-B598-960E07B536E7}" dt="2020-09-18T18:26:40.895" v="13418" actId="478"/>
          <ac:spMkLst>
            <pc:docMk/>
            <pc:sldMk cId="3277443781" sldId="443"/>
            <ac:spMk id="2" creationId="{86B0B9D1-4BF6-4D45-B537-A792AD5EFBF2}"/>
          </ac:spMkLst>
        </pc:spChg>
        <pc:spChg chg="add mod">
          <ac:chgData name="Ivan Granja" userId="d0a12471-25a3-466a-a647-7cb796ed786c" providerId="ADAL" clId="{A9DAD972-E793-4934-B598-960E07B536E7}" dt="2020-09-18T18:36:23.478" v="13864" actId="20577"/>
          <ac:spMkLst>
            <pc:docMk/>
            <pc:sldMk cId="3277443781" sldId="443"/>
            <ac:spMk id="4" creationId="{14E7CD2F-9383-47B1-8535-8A4BFA7CAB76}"/>
          </ac:spMkLst>
        </pc:spChg>
        <pc:spChg chg="add del">
          <ac:chgData name="Ivan Granja" userId="d0a12471-25a3-466a-a647-7cb796ed786c" providerId="ADAL" clId="{A9DAD972-E793-4934-B598-960E07B536E7}" dt="2020-09-18T18:27:09.379" v="13420" actId="22"/>
          <ac:spMkLst>
            <pc:docMk/>
            <pc:sldMk cId="3277443781" sldId="443"/>
            <ac:spMk id="6" creationId="{E7529EE7-83C4-45D2-B939-AD78F5B8EFB6}"/>
          </ac:spMkLst>
        </pc:spChg>
        <pc:spChg chg="add mod">
          <ac:chgData name="Ivan Granja" userId="d0a12471-25a3-466a-a647-7cb796ed786c" providerId="ADAL" clId="{A9DAD972-E793-4934-B598-960E07B536E7}" dt="2020-09-18T18:31:58.390" v="13689" actId="1076"/>
          <ac:spMkLst>
            <pc:docMk/>
            <pc:sldMk cId="3277443781" sldId="443"/>
            <ac:spMk id="9" creationId="{DF140EE3-5C95-4318-B8E2-5109A56464CD}"/>
          </ac:spMkLst>
        </pc:spChg>
        <pc:spChg chg="add mod">
          <ac:chgData name="Ivan Granja" userId="d0a12471-25a3-466a-a647-7cb796ed786c" providerId="ADAL" clId="{A9DAD972-E793-4934-B598-960E07B536E7}" dt="2020-09-18T18:34:29.163" v="13833" actId="1036"/>
          <ac:spMkLst>
            <pc:docMk/>
            <pc:sldMk cId="3277443781" sldId="443"/>
            <ac:spMk id="13" creationId="{866DBA24-6B6C-4F90-BEC2-7C686F09FA53}"/>
          </ac:spMkLst>
        </pc:spChg>
        <pc:spChg chg="add mod">
          <ac:chgData name="Ivan Granja" userId="d0a12471-25a3-466a-a647-7cb796ed786c" providerId="ADAL" clId="{A9DAD972-E793-4934-B598-960E07B536E7}" dt="2020-09-18T18:34:29.163" v="13833" actId="1036"/>
          <ac:spMkLst>
            <pc:docMk/>
            <pc:sldMk cId="3277443781" sldId="443"/>
            <ac:spMk id="14" creationId="{57B977C9-F746-475B-94C2-C1140B6354B2}"/>
          </ac:spMkLst>
        </pc:spChg>
        <pc:spChg chg="del">
          <ac:chgData name="Ivan Granja" userId="d0a12471-25a3-466a-a647-7cb796ed786c" providerId="ADAL" clId="{A9DAD972-E793-4934-B598-960E07B536E7}" dt="2020-09-18T18:26:38.511" v="13417" actId="478"/>
          <ac:spMkLst>
            <pc:docMk/>
            <pc:sldMk cId="3277443781" sldId="443"/>
            <ac:spMk id="224259" creationId="{8CEE06B4-0782-45E2-B8BA-C8BE893210D5}"/>
          </ac:spMkLst>
        </pc:spChg>
        <pc:picChg chg="add mod ord">
          <ac:chgData name="Ivan Granja" userId="d0a12471-25a3-466a-a647-7cb796ed786c" providerId="ADAL" clId="{A9DAD972-E793-4934-B598-960E07B536E7}" dt="2020-09-18T18:34:57.155" v="13844" actId="14100"/>
          <ac:picMkLst>
            <pc:docMk/>
            <pc:sldMk cId="3277443781" sldId="443"/>
            <ac:picMk id="8" creationId="{CF302238-B202-4A9C-BD7A-E858146B7F1F}"/>
          </ac:picMkLst>
        </pc:picChg>
        <pc:picChg chg="add mod">
          <ac:chgData name="Ivan Granja" userId="d0a12471-25a3-466a-a647-7cb796ed786c" providerId="ADAL" clId="{A9DAD972-E793-4934-B598-960E07B536E7}" dt="2020-09-18T18:34:29.163" v="13833" actId="1036"/>
          <ac:picMkLst>
            <pc:docMk/>
            <pc:sldMk cId="3277443781" sldId="443"/>
            <ac:picMk id="12" creationId="{524CA936-A880-45D0-B230-DCB5298E0924}"/>
          </ac:picMkLst>
        </pc:picChg>
        <pc:picChg chg="add mod">
          <ac:chgData name="Ivan Granja" userId="d0a12471-25a3-466a-a647-7cb796ed786c" providerId="ADAL" clId="{A9DAD972-E793-4934-B598-960E07B536E7}" dt="2020-09-18T18:34:29.163" v="13833" actId="1036"/>
          <ac:picMkLst>
            <pc:docMk/>
            <pc:sldMk cId="3277443781" sldId="443"/>
            <ac:picMk id="18" creationId="{EB5FC01B-05BE-4DFB-9B8B-F893FE4608D8}"/>
          </ac:picMkLst>
        </pc:picChg>
      </pc:sldChg>
      <pc:sldChg chg="addSp delSp modSp new mod">
        <pc:chgData name="Ivan Granja" userId="d0a12471-25a3-466a-a647-7cb796ed786c" providerId="ADAL" clId="{A9DAD972-E793-4934-B598-960E07B536E7}" dt="2020-09-21T23:27:45.628" v="21526" actId="1037"/>
        <pc:sldMkLst>
          <pc:docMk/>
          <pc:sldMk cId="3657656022" sldId="444"/>
        </pc:sldMkLst>
        <pc:spChg chg="mod">
          <ac:chgData name="Ivan Granja" userId="d0a12471-25a3-466a-a647-7cb796ed786c" providerId="ADAL" clId="{A9DAD972-E793-4934-B598-960E07B536E7}" dt="2020-09-18T19:21:20.914" v="14676" actId="20577"/>
          <ac:spMkLst>
            <pc:docMk/>
            <pc:sldMk cId="3657656022" sldId="444"/>
            <ac:spMk id="2" creationId="{9F210E26-0A1F-4FD4-99DE-FA6FFFF5DC47}"/>
          </ac:spMkLst>
        </pc:spChg>
        <pc:spChg chg="mod">
          <ac:chgData name="Ivan Granja" userId="d0a12471-25a3-466a-a647-7cb796ed786c" providerId="ADAL" clId="{A9DAD972-E793-4934-B598-960E07B536E7}" dt="2020-09-18T18:48:01.697" v="14162"/>
          <ac:spMkLst>
            <pc:docMk/>
            <pc:sldMk cId="3657656022" sldId="444"/>
            <ac:spMk id="4" creationId="{E6CFA504-F114-4337-BFF2-DE5E0EBF2875}"/>
          </ac:spMkLst>
        </pc:spChg>
        <pc:picChg chg="add del">
          <ac:chgData name="Ivan Granja" userId="d0a12471-25a3-466a-a647-7cb796ed786c" providerId="ADAL" clId="{A9DAD972-E793-4934-B598-960E07B536E7}" dt="2020-09-18T19:17:16.075" v="14367" actId="478"/>
          <ac:picMkLst>
            <pc:docMk/>
            <pc:sldMk cId="3657656022" sldId="444"/>
            <ac:picMk id="6" creationId="{BA05E873-AAC1-43A8-AA61-6BF4E91B5F54}"/>
          </ac:picMkLst>
        </pc:picChg>
        <pc:picChg chg="add mod">
          <ac:chgData name="Ivan Granja" userId="d0a12471-25a3-466a-a647-7cb796ed786c" providerId="ADAL" clId="{A9DAD972-E793-4934-B598-960E07B536E7}" dt="2020-09-18T19:21:26.776" v="14677" actId="1076"/>
          <ac:picMkLst>
            <pc:docMk/>
            <pc:sldMk cId="3657656022" sldId="444"/>
            <ac:picMk id="8" creationId="{A90E2772-C7EE-4D4F-B4B6-680D51FEC6C2}"/>
          </ac:picMkLst>
        </pc:picChg>
        <pc:cxnChg chg="add mod">
          <ac:chgData name="Ivan Granja" userId="d0a12471-25a3-466a-a647-7cb796ed786c" providerId="ADAL" clId="{A9DAD972-E793-4934-B598-960E07B536E7}" dt="2020-09-21T23:26:44.929" v="21518" actId="692"/>
          <ac:cxnSpMkLst>
            <pc:docMk/>
            <pc:sldMk cId="3657656022" sldId="444"/>
            <ac:cxnSpMk id="6" creationId="{03E32B9E-4E86-4777-834C-99F04E2988FC}"/>
          </ac:cxnSpMkLst>
        </pc:cxnChg>
        <pc:cxnChg chg="add mod">
          <ac:chgData name="Ivan Granja" userId="d0a12471-25a3-466a-a647-7cb796ed786c" providerId="ADAL" clId="{A9DAD972-E793-4934-B598-960E07B536E7}" dt="2020-09-21T23:26:56.269" v="21521" actId="14100"/>
          <ac:cxnSpMkLst>
            <pc:docMk/>
            <pc:sldMk cId="3657656022" sldId="444"/>
            <ac:cxnSpMk id="9" creationId="{C930321E-A41C-42E3-B02A-1684CEF10060}"/>
          </ac:cxnSpMkLst>
        </pc:cxnChg>
        <pc:cxnChg chg="add mod">
          <ac:chgData name="Ivan Granja" userId="d0a12471-25a3-466a-a647-7cb796ed786c" providerId="ADAL" clId="{A9DAD972-E793-4934-B598-960E07B536E7}" dt="2020-09-21T23:27:45.628" v="21526" actId="1037"/>
          <ac:cxnSpMkLst>
            <pc:docMk/>
            <pc:sldMk cId="3657656022" sldId="444"/>
            <ac:cxnSpMk id="10" creationId="{884CA478-418E-49EE-ADD8-1F4B6F609F3F}"/>
          </ac:cxnSpMkLst>
        </pc:cxnChg>
      </pc:sldChg>
      <pc:sldChg chg="new del">
        <pc:chgData name="Ivan Granja" userId="d0a12471-25a3-466a-a647-7cb796ed786c" providerId="ADAL" clId="{A9DAD972-E793-4934-B598-960E07B536E7}" dt="2020-09-21T18:27:58.306" v="15651" actId="47"/>
        <pc:sldMkLst>
          <pc:docMk/>
          <pc:sldMk cId="2960953732" sldId="445"/>
        </pc:sldMkLst>
      </pc:sldChg>
      <pc:sldChg chg="addSp delSp modSp add mod">
        <pc:chgData name="Ivan Granja" userId="d0a12471-25a3-466a-a647-7cb796ed786c" providerId="ADAL" clId="{A9DAD972-E793-4934-B598-960E07B536E7}" dt="2020-09-21T19:06:19.595" v="16218" actId="14100"/>
        <pc:sldMkLst>
          <pc:docMk/>
          <pc:sldMk cId="0" sldId="446"/>
        </pc:sldMkLst>
        <pc:spChg chg="add del mod">
          <ac:chgData name="Ivan Granja" userId="d0a12471-25a3-466a-a647-7cb796ed786c" providerId="ADAL" clId="{A9DAD972-E793-4934-B598-960E07B536E7}" dt="2020-09-21T19:00:53.449" v="16133" actId="478"/>
          <ac:spMkLst>
            <pc:docMk/>
            <pc:sldMk cId="0" sldId="446"/>
            <ac:spMk id="3" creationId="{02995E59-848C-49CD-A0A6-4C8CC41E1F51}"/>
          </ac:spMkLst>
        </pc:spChg>
        <pc:spChg chg="mod">
          <ac:chgData name="Ivan Granja" userId="d0a12471-25a3-466a-a647-7cb796ed786c" providerId="ADAL" clId="{A9DAD972-E793-4934-B598-960E07B536E7}" dt="2020-09-21T19:06:19.595" v="16218" actId="14100"/>
          <ac:spMkLst>
            <pc:docMk/>
            <pc:sldMk cId="0" sldId="446"/>
            <ac:spMk id="253954" creationId="{34054D89-CE53-4662-A230-71B3ED0F91CE}"/>
          </ac:spMkLst>
        </pc:spChg>
        <pc:graphicFrameChg chg="del mod">
          <ac:chgData name="Ivan Granja" userId="d0a12471-25a3-466a-a647-7cb796ed786c" providerId="ADAL" clId="{A9DAD972-E793-4934-B598-960E07B536E7}" dt="2020-09-21T18:31:46.379" v="16125" actId="478"/>
          <ac:graphicFrameMkLst>
            <pc:docMk/>
            <pc:sldMk cId="0" sldId="446"/>
            <ac:graphicFrameMk id="253955" creationId="{785ADCE5-217C-4014-93A2-FD34B0433BAF}"/>
          </ac:graphicFrameMkLst>
        </pc:graphicFrameChg>
        <pc:picChg chg="add del">
          <ac:chgData name="Ivan Granja" userId="d0a12471-25a3-466a-a647-7cb796ed786c" providerId="ADAL" clId="{A9DAD972-E793-4934-B598-960E07B536E7}" dt="2020-09-21T18:35:10.032" v="16132" actId="22"/>
          <ac:picMkLst>
            <pc:docMk/>
            <pc:sldMk cId="0" sldId="446"/>
            <ac:picMk id="5" creationId="{D68417A6-F421-4145-A0EA-57385F3E6AF6}"/>
          </ac:picMkLst>
        </pc:picChg>
        <pc:picChg chg="add mod">
          <ac:chgData name="Ivan Granja" userId="d0a12471-25a3-466a-a647-7cb796ed786c" providerId="ADAL" clId="{A9DAD972-E793-4934-B598-960E07B536E7}" dt="2020-09-21T19:05:30.615" v="16167" actId="1076"/>
          <ac:picMkLst>
            <pc:docMk/>
            <pc:sldMk cId="0" sldId="446"/>
            <ac:picMk id="7" creationId="{E5040E15-B417-49EA-A021-766F13E77274}"/>
          </ac:picMkLst>
        </pc:picChg>
        <pc:picChg chg="add mod">
          <ac:chgData name="Ivan Granja" userId="d0a12471-25a3-466a-a647-7cb796ed786c" providerId="ADAL" clId="{A9DAD972-E793-4934-B598-960E07B536E7}" dt="2020-09-21T19:05:32.874" v="16168" actId="14100"/>
          <ac:picMkLst>
            <pc:docMk/>
            <pc:sldMk cId="0" sldId="446"/>
            <ac:picMk id="8" creationId="{831F667B-33A9-435E-8519-257DFA5F45FF}"/>
          </ac:picMkLst>
        </pc:picChg>
      </pc:sldChg>
      <pc:sldChg chg="addSp delSp modSp add mod">
        <pc:chgData name="Ivan Granja" userId="d0a12471-25a3-466a-a647-7cb796ed786c" providerId="ADAL" clId="{A9DAD972-E793-4934-B598-960E07B536E7}" dt="2020-09-21T19:31:25.312" v="16449" actId="20577"/>
        <pc:sldMkLst>
          <pc:docMk/>
          <pc:sldMk cId="0" sldId="447"/>
        </pc:sldMkLst>
        <pc:spChg chg="mod">
          <ac:chgData name="Ivan Granja" userId="d0a12471-25a3-466a-a647-7cb796ed786c" providerId="ADAL" clId="{A9DAD972-E793-4934-B598-960E07B536E7}" dt="2020-09-21T19:31:25.312" v="16449" actId="20577"/>
          <ac:spMkLst>
            <pc:docMk/>
            <pc:sldMk cId="0" sldId="447"/>
            <ac:spMk id="254979" creationId="{F511CFD7-05B8-4C54-89E7-FB859EE2F5BD}"/>
          </ac:spMkLst>
        </pc:spChg>
        <pc:picChg chg="add del mod">
          <ac:chgData name="Ivan Granja" userId="d0a12471-25a3-466a-a647-7cb796ed786c" providerId="ADAL" clId="{A9DAD972-E793-4934-B598-960E07B536E7}" dt="2020-09-21T19:31:18.200" v="16446" actId="478"/>
          <ac:picMkLst>
            <pc:docMk/>
            <pc:sldMk cId="0" sldId="447"/>
            <ac:picMk id="3" creationId="{EB271699-8DC1-4D05-8F41-6DF5BA4DBB78}"/>
          </ac:picMkLst>
        </pc:picChg>
      </pc:sldChg>
      <pc:sldChg chg="modSp add mod">
        <pc:chgData name="Ivan Granja" userId="d0a12471-25a3-466a-a647-7cb796ed786c" providerId="ADAL" clId="{A9DAD972-E793-4934-B598-960E07B536E7}" dt="2020-09-21T22:04:55.372" v="19040" actId="20577"/>
        <pc:sldMkLst>
          <pc:docMk/>
          <pc:sldMk cId="0" sldId="448"/>
        </pc:sldMkLst>
        <pc:spChg chg="mod">
          <ac:chgData name="Ivan Granja" userId="d0a12471-25a3-466a-a647-7cb796ed786c" providerId="ADAL" clId="{A9DAD972-E793-4934-B598-960E07B536E7}" dt="2020-09-21T22:04:55.372" v="19040" actId="20577"/>
          <ac:spMkLst>
            <pc:docMk/>
            <pc:sldMk cId="0" sldId="448"/>
            <ac:spMk id="258050" creationId="{62CF96DA-614D-4BFA-8D0A-2E27C0B6BC6C}"/>
          </ac:spMkLst>
        </pc:spChg>
        <pc:spChg chg="mod">
          <ac:chgData name="Ivan Granja" userId="d0a12471-25a3-466a-a647-7cb796ed786c" providerId="ADAL" clId="{A9DAD972-E793-4934-B598-960E07B536E7}" dt="2020-09-21T20:04:06.305" v="18876" actId="20577"/>
          <ac:spMkLst>
            <pc:docMk/>
            <pc:sldMk cId="0" sldId="448"/>
            <ac:spMk id="258051" creationId="{BF9324AD-9B05-4CAF-A0D9-A21AFA163DBB}"/>
          </ac:spMkLst>
        </pc:spChg>
      </pc:sldChg>
      <pc:sldChg chg="addSp delSp modSp add mod">
        <pc:chgData name="Ivan Granja" userId="d0a12471-25a3-466a-a647-7cb796ed786c" providerId="ADAL" clId="{A9DAD972-E793-4934-B598-960E07B536E7}" dt="2020-09-21T22:11:56.513" v="19379" actId="313"/>
        <pc:sldMkLst>
          <pc:docMk/>
          <pc:sldMk cId="0" sldId="449"/>
        </pc:sldMkLst>
        <pc:spChg chg="add mod">
          <ac:chgData name="Ivan Granja" userId="d0a12471-25a3-466a-a647-7cb796ed786c" providerId="ADAL" clId="{A9DAD972-E793-4934-B598-960E07B536E7}" dt="2020-09-21T22:08:48.804" v="19118"/>
          <ac:spMkLst>
            <pc:docMk/>
            <pc:sldMk cId="0" sldId="449"/>
            <ac:spMk id="2" creationId="{6E6822D0-3915-4540-BB3A-2E1C4ECE5564}"/>
          </ac:spMkLst>
        </pc:spChg>
        <pc:spChg chg="del">
          <ac:chgData name="Ivan Granja" userId="d0a12471-25a3-466a-a647-7cb796ed786c" providerId="ADAL" clId="{A9DAD972-E793-4934-B598-960E07B536E7}" dt="2020-09-21T22:08:47.033" v="19117" actId="478"/>
          <ac:spMkLst>
            <pc:docMk/>
            <pc:sldMk cId="0" sldId="449"/>
            <ac:spMk id="260098" creationId="{2F2A81A4-E0DB-4096-B0C0-1D959B108963}"/>
          </ac:spMkLst>
        </pc:spChg>
        <pc:spChg chg="mod">
          <ac:chgData name="Ivan Granja" userId="d0a12471-25a3-466a-a647-7cb796ed786c" providerId="ADAL" clId="{A9DAD972-E793-4934-B598-960E07B536E7}" dt="2020-09-21T22:11:56.513" v="19379" actId="313"/>
          <ac:spMkLst>
            <pc:docMk/>
            <pc:sldMk cId="0" sldId="449"/>
            <ac:spMk id="260099" creationId="{32CAF7E5-784C-405F-A1A7-AAD88AB58E82}"/>
          </ac:spMkLst>
        </pc:spChg>
      </pc:sldChg>
      <pc:sldChg chg="modSp add del mod">
        <pc:chgData name="Ivan Granja" userId="d0a12471-25a3-466a-a647-7cb796ed786c" providerId="ADAL" clId="{A9DAD972-E793-4934-B598-960E07B536E7}" dt="2020-09-21T22:16:11.647" v="19851" actId="2696"/>
        <pc:sldMkLst>
          <pc:docMk/>
          <pc:sldMk cId="0" sldId="450"/>
        </pc:sldMkLst>
        <pc:spChg chg="mod">
          <ac:chgData name="Ivan Granja" userId="d0a12471-25a3-466a-a647-7cb796ed786c" providerId="ADAL" clId="{A9DAD972-E793-4934-B598-960E07B536E7}" dt="2020-09-21T22:12:11.891" v="19381" actId="21"/>
          <ac:spMkLst>
            <pc:docMk/>
            <pc:sldMk cId="0" sldId="450"/>
            <ac:spMk id="261123" creationId="{E768C48F-3379-4DE8-A539-CFEA69EAEB08}"/>
          </ac:spMkLst>
        </pc:spChg>
      </pc:sldChg>
      <pc:sldChg chg="addSp modSp add mod">
        <pc:chgData name="Ivan Granja" userId="d0a12471-25a3-466a-a647-7cb796ed786c" providerId="ADAL" clId="{A9DAD972-E793-4934-B598-960E07B536E7}" dt="2020-09-21T23:00:51.383" v="20619" actId="313"/>
        <pc:sldMkLst>
          <pc:docMk/>
          <pc:sldMk cId="0" sldId="451"/>
        </pc:sldMkLst>
        <pc:spChg chg="mod">
          <ac:chgData name="Ivan Granja" userId="d0a12471-25a3-466a-a647-7cb796ed786c" providerId="ADAL" clId="{A9DAD972-E793-4934-B598-960E07B536E7}" dt="2020-09-21T22:59:38.323" v="20584" actId="1076"/>
          <ac:spMkLst>
            <pc:docMk/>
            <pc:sldMk cId="0" sldId="451"/>
            <ac:spMk id="262146" creationId="{14546721-2BB3-4ED1-B934-EDAE450AB6C3}"/>
          </ac:spMkLst>
        </pc:spChg>
        <pc:spChg chg="mod">
          <ac:chgData name="Ivan Granja" userId="d0a12471-25a3-466a-a647-7cb796ed786c" providerId="ADAL" clId="{A9DAD972-E793-4934-B598-960E07B536E7}" dt="2020-09-21T23:00:51.383" v="20619" actId="313"/>
          <ac:spMkLst>
            <pc:docMk/>
            <pc:sldMk cId="0" sldId="451"/>
            <ac:spMk id="262147" creationId="{EEA7F019-FBB0-4435-82AA-0A66222549FC}"/>
          </ac:spMkLst>
        </pc:spChg>
        <pc:picChg chg="add mod">
          <ac:chgData name="Ivan Granja" userId="d0a12471-25a3-466a-a647-7cb796ed786c" providerId="ADAL" clId="{A9DAD972-E793-4934-B598-960E07B536E7}" dt="2020-09-21T22:55:44.997" v="20423" actId="14100"/>
          <ac:picMkLst>
            <pc:docMk/>
            <pc:sldMk cId="0" sldId="451"/>
            <ac:picMk id="3" creationId="{D8AC0C93-B5B4-4D0D-8D28-A50C36B85ECA}"/>
          </ac:picMkLst>
        </pc:picChg>
      </pc:sldChg>
      <pc:sldChg chg="modSp add mod">
        <pc:chgData name="Ivan Granja" userId="d0a12471-25a3-466a-a647-7cb796ed786c" providerId="ADAL" clId="{A9DAD972-E793-4934-B598-960E07B536E7}" dt="2020-09-21T23:11:11.289" v="21516" actId="313"/>
        <pc:sldMkLst>
          <pc:docMk/>
          <pc:sldMk cId="0" sldId="452"/>
        </pc:sldMkLst>
        <pc:spChg chg="mod">
          <ac:chgData name="Ivan Granja" userId="d0a12471-25a3-466a-a647-7cb796ed786c" providerId="ADAL" clId="{A9DAD972-E793-4934-B598-960E07B536E7}" dt="2020-09-21T23:11:11.289" v="21516" actId="313"/>
          <ac:spMkLst>
            <pc:docMk/>
            <pc:sldMk cId="0" sldId="452"/>
            <ac:spMk id="263171" creationId="{DB3B95E7-C5E3-4DEC-A0F4-CCEBF9C2C908}"/>
          </ac:spMkLst>
        </pc:spChg>
      </pc:sldChg>
      <pc:sldChg chg="addSp modSp add mod">
        <pc:chgData name="Ivan Granja" userId="d0a12471-25a3-466a-a647-7cb796ed786c" providerId="ADAL" clId="{A9DAD972-E793-4934-B598-960E07B536E7}" dt="2020-09-21T19:39:31.793" v="17028" actId="20577"/>
        <pc:sldMkLst>
          <pc:docMk/>
          <pc:sldMk cId="1166300720" sldId="453"/>
        </pc:sldMkLst>
        <pc:spChg chg="add mod">
          <ac:chgData name="Ivan Granja" userId="d0a12471-25a3-466a-a647-7cb796ed786c" providerId="ADAL" clId="{A9DAD972-E793-4934-B598-960E07B536E7}" dt="2020-09-21T19:38:28.635" v="16936" actId="1076"/>
          <ac:spMkLst>
            <pc:docMk/>
            <pc:sldMk cId="1166300720" sldId="453"/>
            <ac:spMk id="2" creationId="{1255EA7A-87A4-47B9-88D8-646019695C3F}"/>
          </ac:spMkLst>
        </pc:spChg>
        <pc:spChg chg="add mod">
          <ac:chgData name="Ivan Granja" userId="d0a12471-25a3-466a-a647-7cb796ed786c" providerId="ADAL" clId="{A9DAD972-E793-4934-B598-960E07B536E7}" dt="2020-09-21T19:38:33.314" v="16938" actId="14100"/>
          <ac:spMkLst>
            <pc:docMk/>
            <pc:sldMk cId="1166300720" sldId="453"/>
            <ac:spMk id="4" creationId="{F866BA7B-5F4E-457E-B6A8-45040FBC3088}"/>
          </ac:spMkLst>
        </pc:spChg>
        <pc:spChg chg="add mod">
          <ac:chgData name="Ivan Granja" userId="d0a12471-25a3-466a-a647-7cb796ed786c" providerId="ADAL" clId="{A9DAD972-E793-4934-B598-960E07B536E7}" dt="2020-09-21T19:38:45.676" v="16944" actId="1038"/>
          <ac:spMkLst>
            <pc:docMk/>
            <pc:sldMk cId="1166300720" sldId="453"/>
            <ac:spMk id="5" creationId="{C417172B-A3CA-4074-8869-15F469667EF7}"/>
          </ac:spMkLst>
        </pc:spChg>
        <pc:spChg chg="add mod">
          <ac:chgData name="Ivan Granja" userId="d0a12471-25a3-466a-a647-7cb796ed786c" providerId="ADAL" clId="{A9DAD972-E793-4934-B598-960E07B536E7}" dt="2020-09-21T19:38:56.403" v="16948" actId="1076"/>
          <ac:spMkLst>
            <pc:docMk/>
            <pc:sldMk cId="1166300720" sldId="453"/>
            <ac:spMk id="7" creationId="{F09F46B2-E680-4A66-8D98-D60061E79403}"/>
          </ac:spMkLst>
        </pc:spChg>
        <pc:spChg chg="add mod">
          <ac:chgData name="Ivan Granja" userId="d0a12471-25a3-466a-a647-7cb796ed786c" providerId="ADAL" clId="{A9DAD972-E793-4934-B598-960E07B536E7}" dt="2020-09-21T19:39:01.469" v="16950" actId="1076"/>
          <ac:spMkLst>
            <pc:docMk/>
            <pc:sldMk cId="1166300720" sldId="453"/>
            <ac:spMk id="9" creationId="{655FDF13-3F1D-4CA1-9646-B558C1FDE5C7}"/>
          </ac:spMkLst>
        </pc:spChg>
        <pc:spChg chg="mod">
          <ac:chgData name="Ivan Granja" userId="d0a12471-25a3-466a-a647-7cb796ed786c" providerId="ADAL" clId="{A9DAD972-E793-4934-B598-960E07B536E7}" dt="2020-09-21T19:30:51.202" v="16381" actId="20577"/>
          <ac:spMkLst>
            <pc:docMk/>
            <pc:sldMk cId="1166300720" sldId="453"/>
            <ac:spMk id="254978" creationId="{0FF721CC-50D7-4755-9EDD-68D1829AEFCB}"/>
          </ac:spMkLst>
        </pc:spChg>
        <pc:spChg chg="mod">
          <ac:chgData name="Ivan Granja" userId="d0a12471-25a3-466a-a647-7cb796ed786c" providerId="ADAL" clId="{A9DAD972-E793-4934-B598-960E07B536E7}" dt="2020-09-21T19:39:31.793" v="17028" actId="20577"/>
          <ac:spMkLst>
            <pc:docMk/>
            <pc:sldMk cId="1166300720" sldId="453"/>
            <ac:spMk id="254979" creationId="{F511CFD7-05B8-4C54-89E7-FB859EE2F5BD}"/>
          </ac:spMkLst>
        </pc:spChg>
        <pc:picChg chg="mod">
          <ac:chgData name="Ivan Granja" userId="d0a12471-25a3-466a-a647-7cb796ed786c" providerId="ADAL" clId="{A9DAD972-E793-4934-B598-960E07B536E7}" dt="2020-09-21T19:38:53.018" v="16947" actId="1076"/>
          <ac:picMkLst>
            <pc:docMk/>
            <pc:sldMk cId="1166300720" sldId="453"/>
            <ac:picMk id="3" creationId="{EB271699-8DC1-4D05-8F41-6DF5BA4DBB78}"/>
          </ac:picMkLst>
        </pc:picChg>
      </pc:sldChg>
      <pc:sldChg chg="modSp add mod">
        <pc:chgData name="Ivan Granja" userId="d0a12471-25a3-466a-a647-7cb796ed786c" providerId="ADAL" clId="{A9DAD972-E793-4934-B598-960E07B536E7}" dt="2020-09-27T22:38:02.769" v="23365" actId="20577"/>
        <pc:sldMkLst>
          <pc:docMk/>
          <pc:sldMk cId="1238984295" sldId="454"/>
        </pc:sldMkLst>
        <pc:spChg chg="mod">
          <ac:chgData name="Ivan Granja" userId="d0a12471-25a3-466a-a647-7cb796ed786c" providerId="ADAL" clId="{A9DAD972-E793-4934-B598-960E07B536E7}" dt="2020-09-27T22:38:02.769" v="23365" actId="20577"/>
          <ac:spMkLst>
            <pc:docMk/>
            <pc:sldMk cId="1238984295" sldId="454"/>
            <ac:spMk id="256003" creationId="{18CD41B9-424C-42F7-AA22-25A1F20FAA95}"/>
          </ac:spMkLst>
        </pc:spChg>
      </pc:sldChg>
      <pc:sldChg chg="new del">
        <pc:chgData name="Ivan Granja" userId="d0a12471-25a3-466a-a647-7cb796ed786c" providerId="ADAL" clId="{A9DAD972-E793-4934-B598-960E07B536E7}" dt="2020-09-21T22:04:45.932" v="19035" actId="47"/>
        <pc:sldMkLst>
          <pc:docMk/>
          <pc:sldMk cId="2509475883" sldId="455"/>
        </pc:sldMkLst>
      </pc:sldChg>
      <pc:sldChg chg="modSp add mod">
        <pc:chgData name="Ivan Granja" userId="d0a12471-25a3-466a-a647-7cb796ed786c" providerId="ADAL" clId="{A9DAD972-E793-4934-B598-960E07B536E7}" dt="2020-09-21T22:57:41.039" v="20507" actId="313"/>
        <pc:sldMkLst>
          <pc:docMk/>
          <pc:sldMk cId="2895910560" sldId="455"/>
        </pc:sldMkLst>
        <pc:spChg chg="mod">
          <ac:chgData name="Ivan Granja" userId="d0a12471-25a3-466a-a647-7cb796ed786c" providerId="ADAL" clId="{A9DAD972-E793-4934-B598-960E07B536E7}" dt="2020-09-21T22:57:41.039" v="20507" actId="313"/>
          <ac:spMkLst>
            <pc:docMk/>
            <pc:sldMk cId="2895910560" sldId="455"/>
            <ac:spMk id="260099" creationId="{32CAF7E5-784C-405F-A1A7-AAD88AB58E82}"/>
          </ac:spMkLst>
        </pc:spChg>
      </pc:sldChg>
      <pc:sldChg chg="addSp delSp modSp mod">
        <pc:chgData name="Ivan Granja" userId="d0a12471-25a3-466a-a647-7cb796ed786c" providerId="ADAL" clId="{A9DAD972-E793-4934-B598-960E07B536E7}" dt="2020-09-22T00:06:47.009" v="23307" actId="478"/>
        <pc:sldMkLst>
          <pc:docMk/>
          <pc:sldMk cId="0" sldId="456"/>
        </pc:sldMkLst>
        <pc:spChg chg="add mod">
          <ac:chgData name="Ivan Granja" userId="d0a12471-25a3-466a-a647-7cb796ed786c" providerId="ADAL" clId="{A9DAD972-E793-4934-B598-960E07B536E7}" dt="2020-09-21T23:46:51.038" v="21903" actId="20577"/>
          <ac:spMkLst>
            <pc:docMk/>
            <pc:sldMk cId="0" sldId="456"/>
            <ac:spMk id="2" creationId="{D02EB059-8D99-41C1-8C23-59B761F6B6C3}"/>
          </ac:spMkLst>
        </pc:spChg>
        <pc:spChg chg="add del mod">
          <ac:chgData name="Ivan Granja" userId="d0a12471-25a3-466a-a647-7cb796ed786c" providerId="ADAL" clId="{A9DAD972-E793-4934-B598-960E07B536E7}" dt="2020-09-22T00:03:08.525" v="23246" actId="478"/>
          <ac:spMkLst>
            <pc:docMk/>
            <pc:sldMk cId="0" sldId="456"/>
            <ac:spMk id="4" creationId="{00153B51-7048-4181-9FA0-AEFC094E41D6}"/>
          </ac:spMkLst>
        </pc:spChg>
        <pc:spChg chg="add del mod">
          <ac:chgData name="Ivan Granja" userId="d0a12471-25a3-466a-a647-7cb796ed786c" providerId="ADAL" clId="{A9DAD972-E793-4934-B598-960E07B536E7}" dt="2020-09-22T00:06:47.009" v="23307" actId="478"/>
          <ac:spMkLst>
            <pc:docMk/>
            <pc:sldMk cId="0" sldId="456"/>
            <ac:spMk id="7" creationId="{FD6A6D48-20CC-49CA-A94A-78D27CDB709D}"/>
          </ac:spMkLst>
        </pc:spChg>
        <pc:spChg chg="add del mod">
          <ac:chgData name="Ivan Granja" userId="d0a12471-25a3-466a-a647-7cb796ed786c" providerId="ADAL" clId="{A9DAD972-E793-4934-B598-960E07B536E7}" dt="2020-09-22T00:05:16.445" v="23288" actId="478"/>
          <ac:spMkLst>
            <pc:docMk/>
            <pc:sldMk cId="0" sldId="456"/>
            <ac:spMk id="8" creationId="{C0C2C2FD-B6BD-4E5B-9994-7671CE32DEFE}"/>
          </ac:spMkLst>
        </pc:spChg>
        <pc:spChg chg="add del mod">
          <ac:chgData name="Ivan Granja" userId="d0a12471-25a3-466a-a647-7cb796ed786c" providerId="ADAL" clId="{A9DAD972-E793-4934-B598-960E07B536E7}" dt="2020-09-22T00:05:46.121" v="23294" actId="478"/>
          <ac:spMkLst>
            <pc:docMk/>
            <pc:sldMk cId="0" sldId="456"/>
            <ac:spMk id="9" creationId="{5FFFE33D-CBCC-4B25-A9B0-2E1A75A08395}"/>
          </ac:spMkLst>
        </pc:spChg>
        <pc:spChg chg="add del mod">
          <ac:chgData name="Ivan Granja" userId="d0a12471-25a3-466a-a647-7cb796ed786c" providerId="ADAL" clId="{A9DAD972-E793-4934-B598-960E07B536E7}" dt="2020-09-22T00:06:43.671" v="23306" actId="478"/>
          <ac:spMkLst>
            <pc:docMk/>
            <pc:sldMk cId="0" sldId="456"/>
            <ac:spMk id="11" creationId="{39ABC178-8335-434F-B510-D0EDA2FAE995}"/>
          </ac:spMkLst>
        </pc:spChg>
        <pc:spChg chg="del">
          <ac:chgData name="Ivan Granja" userId="d0a12471-25a3-466a-a647-7cb796ed786c" providerId="ADAL" clId="{A9DAD972-E793-4934-B598-960E07B536E7}" dt="2020-09-21T23:46:33.664" v="21858" actId="478"/>
          <ac:spMkLst>
            <pc:docMk/>
            <pc:sldMk cId="0" sldId="456"/>
            <ac:spMk id="144386" creationId="{45CC5A11-699E-4466-A89F-BF8236528351}"/>
          </ac:spMkLst>
        </pc:spChg>
        <pc:spChg chg="mod">
          <ac:chgData name="Ivan Granja" userId="d0a12471-25a3-466a-a647-7cb796ed786c" providerId="ADAL" clId="{A9DAD972-E793-4934-B598-960E07B536E7}" dt="2020-09-21T23:49:53.603" v="22264" actId="20577"/>
          <ac:spMkLst>
            <pc:docMk/>
            <pc:sldMk cId="0" sldId="456"/>
            <ac:spMk id="144389" creationId="{9E056875-9935-4631-8600-6AE04AAE1DDC}"/>
          </ac:spMkLst>
        </pc:spChg>
        <pc:picChg chg="add mod">
          <ac:chgData name="Ivan Granja" userId="d0a12471-25a3-466a-a647-7cb796ed786c" providerId="ADAL" clId="{A9DAD972-E793-4934-B598-960E07B536E7}" dt="2020-09-21T23:49:34.523" v="22250" actId="1076"/>
          <ac:picMkLst>
            <pc:docMk/>
            <pc:sldMk cId="0" sldId="456"/>
            <ac:picMk id="3" creationId="{A3BBAA1E-6E69-495B-B498-A4C772DFEE3D}"/>
          </ac:picMkLst>
        </pc:picChg>
        <pc:picChg chg="del mod">
          <ac:chgData name="Ivan Granja" userId="d0a12471-25a3-466a-a647-7cb796ed786c" providerId="ADAL" clId="{A9DAD972-E793-4934-B598-960E07B536E7}" dt="2020-09-21T23:48:33.386" v="22216" actId="21"/>
          <ac:picMkLst>
            <pc:docMk/>
            <pc:sldMk cId="0" sldId="456"/>
            <ac:picMk id="5" creationId="{5DFC0A95-C5ED-4DC3-A1F1-5805E0A5C268}"/>
          </ac:picMkLst>
        </pc:picChg>
      </pc:sldChg>
      <pc:sldMasterChg chg="modSldLayout">
        <pc:chgData name="Ivan Granja" userId="d0a12471-25a3-466a-a647-7cb796ed786c" providerId="ADAL" clId="{A9DAD972-E793-4934-B598-960E07B536E7}" dt="2020-09-18T17:59:20.904" v="12404"/>
        <pc:sldMasterMkLst>
          <pc:docMk/>
          <pc:sldMasterMk cId="0" sldId="2147483648"/>
        </pc:sldMasterMkLst>
        <pc:sldLayoutChg chg="addSp delSp modSp">
          <pc:chgData name="Ivan Granja" userId="d0a12471-25a3-466a-a647-7cb796ed786c" providerId="ADAL" clId="{A9DAD972-E793-4934-B598-960E07B536E7}" dt="2020-09-18T17:59:20.904" v="12404"/>
          <pc:sldLayoutMkLst>
            <pc:docMk/>
            <pc:sldMasterMk cId="0" sldId="2147483648"/>
            <pc:sldLayoutMk cId="2239197413" sldId="2147483650"/>
          </pc:sldLayoutMkLst>
          <pc:spChg chg="del">
            <ac:chgData name="Ivan Granja" userId="d0a12471-25a3-466a-a647-7cb796ed786c" providerId="ADAL" clId="{A9DAD972-E793-4934-B598-960E07B536E7}" dt="2020-09-18T17:59:19.362" v="12403"/>
            <ac:spMkLst>
              <pc:docMk/>
              <pc:sldMasterMk cId="0" sldId="2147483648"/>
              <pc:sldLayoutMk cId="2239197413" sldId="2147483650"/>
              <ac:spMk id="2" creationId="{00000000-0000-0000-0000-000000000000}"/>
            </ac:spMkLst>
          </pc:spChg>
          <pc:spChg chg="add mod">
            <ac:chgData name="Ivan Granja" userId="d0a12471-25a3-466a-a647-7cb796ed786c" providerId="ADAL" clId="{A9DAD972-E793-4934-B598-960E07B536E7}" dt="2020-09-18T17:59:20.904" v="12404"/>
            <ac:spMkLst>
              <pc:docMk/>
              <pc:sldMasterMk cId="0" sldId="2147483648"/>
              <pc:sldLayoutMk cId="2239197413" sldId="2147483650"/>
              <ac:spMk id="5" creationId="{097529DA-62BB-429F-8133-6C842F841F81}"/>
            </ac:spMkLst>
          </pc:spChg>
        </pc:sldLayoutChg>
      </pc:sldMasterChg>
    </pc:docChg>
  </pc:docChgLst>
  <pc:docChgLst>
    <pc:chgData name="Ivan Granja" userId="d0a12471-25a3-466a-a647-7cb796ed786c" providerId="ADAL" clId="{F1F722D7-754C-45BE-BB00-5C1B1EA43C8F}"/>
    <pc:docChg chg="undo custSel addSld delSld modSld sldOrd">
      <pc:chgData name="Ivan Granja" userId="d0a12471-25a3-466a-a647-7cb796ed786c" providerId="ADAL" clId="{F1F722D7-754C-45BE-BB00-5C1B1EA43C8F}" dt="2021-10-13T20:16:39.809" v="1694" actId="47"/>
      <pc:docMkLst>
        <pc:docMk/>
      </pc:docMkLst>
      <pc:sldChg chg="modSp mod">
        <pc:chgData name="Ivan Granja" userId="d0a12471-25a3-466a-a647-7cb796ed786c" providerId="ADAL" clId="{F1F722D7-754C-45BE-BB00-5C1B1EA43C8F}" dt="2021-10-13T15:19:55.532" v="3" actId="20577"/>
        <pc:sldMkLst>
          <pc:docMk/>
          <pc:sldMk cId="0" sldId="256"/>
        </pc:sldMkLst>
        <pc:spChg chg="mod">
          <ac:chgData name="Ivan Granja" userId="d0a12471-25a3-466a-a647-7cb796ed786c" providerId="ADAL" clId="{F1F722D7-754C-45BE-BB00-5C1B1EA43C8F}" dt="2021-10-13T15:19:55.532" v="3" actId="20577"/>
          <ac:spMkLst>
            <pc:docMk/>
            <pc:sldMk cId="0" sldId="256"/>
            <ac:spMk id="4103" creationId="{00000000-0000-0000-0000-000000000000}"/>
          </ac:spMkLst>
        </pc:spChg>
      </pc:sldChg>
      <pc:sldChg chg="modSp mod">
        <pc:chgData name="Ivan Granja" userId="d0a12471-25a3-466a-a647-7cb796ed786c" providerId="ADAL" clId="{F1F722D7-754C-45BE-BB00-5C1B1EA43C8F}" dt="2021-10-13T15:23:33.035" v="275" actId="20577"/>
        <pc:sldMkLst>
          <pc:docMk/>
          <pc:sldMk cId="0" sldId="261"/>
        </pc:sldMkLst>
        <pc:spChg chg="mod">
          <ac:chgData name="Ivan Granja" userId="d0a12471-25a3-466a-a647-7cb796ed786c" providerId="ADAL" clId="{F1F722D7-754C-45BE-BB00-5C1B1EA43C8F}" dt="2021-10-13T15:22:04.061" v="138" actId="20577"/>
          <ac:spMkLst>
            <pc:docMk/>
            <pc:sldMk cId="0" sldId="261"/>
            <ac:spMk id="243714" creationId="{A138D622-4747-43CE-8D3F-3A5EC6876BE0}"/>
          </ac:spMkLst>
        </pc:spChg>
        <pc:spChg chg="mod">
          <ac:chgData name="Ivan Granja" userId="d0a12471-25a3-466a-a647-7cb796ed786c" providerId="ADAL" clId="{F1F722D7-754C-45BE-BB00-5C1B1EA43C8F}" dt="2021-10-13T15:23:33.035" v="275" actId="20577"/>
          <ac:spMkLst>
            <pc:docMk/>
            <pc:sldMk cId="0" sldId="261"/>
            <ac:spMk id="243715" creationId="{2F58B5CD-E644-4206-A348-F81B01D76DE2}"/>
          </ac:spMkLst>
        </pc:spChg>
      </pc:sldChg>
      <pc:sldChg chg="modSp mod ord">
        <pc:chgData name="Ivan Granja" userId="d0a12471-25a3-466a-a647-7cb796ed786c" providerId="ADAL" clId="{F1F722D7-754C-45BE-BB00-5C1B1EA43C8F}" dt="2021-10-13T17:40:02.594" v="1608" actId="20577"/>
        <pc:sldMkLst>
          <pc:docMk/>
          <pc:sldMk cId="0" sldId="262"/>
        </pc:sldMkLst>
        <pc:spChg chg="mod">
          <ac:chgData name="Ivan Granja" userId="d0a12471-25a3-466a-a647-7cb796ed786c" providerId="ADAL" clId="{F1F722D7-754C-45BE-BB00-5C1B1EA43C8F}" dt="2021-10-13T17:25:03.301" v="978" actId="20577"/>
          <ac:spMkLst>
            <pc:docMk/>
            <pc:sldMk cId="0" sldId="262"/>
            <ac:spMk id="244738" creationId="{490932FC-986D-4FD1-85D5-2A8287D1DC9B}"/>
          </ac:spMkLst>
        </pc:spChg>
        <pc:spChg chg="mod">
          <ac:chgData name="Ivan Granja" userId="d0a12471-25a3-466a-a647-7cb796ed786c" providerId="ADAL" clId="{F1F722D7-754C-45BE-BB00-5C1B1EA43C8F}" dt="2021-10-13T17:40:02.594" v="1608" actId="20577"/>
          <ac:spMkLst>
            <pc:docMk/>
            <pc:sldMk cId="0" sldId="262"/>
            <ac:spMk id="244739" creationId="{868AA9C6-0733-4E75-A219-6D785F484172}"/>
          </ac:spMkLst>
        </pc:spChg>
      </pc:sldChg>
      <pc:sldChg chg="modSp mod">
        <pc:chgData name="Ivan Granja" userId="d0a12471-25a3-466a-a647-7cb796ed786c" providerId="ADAL" clId="{F1F722D7-754C-45BE-BB00-5C1B1EA43C8F}" dt="2021-10-13T15:27:35.755" v="563" actId="20577"/>
        <pc:sldMkLst>
          <pc:docMk/>
          <pc:sldMk cId="0" sldId="263"/>
        </pc:sldMkLst>
        <pc:spChg chg="mod">
          <ac:chgData name="Ivan Granja" userId="d0a12471-25a3-466a-a647-7cb796ed786c" providerId="ADAL" clId="{F1F722D7-754C-45BE-BB00-5C1B1EA43C8F}" dt="2021-10-13T15:27:35.755" v="563" actId="20577"/>
          <ac:spMkLst>
            <pc:docMk/>
            <pc:sldMk cId="0" sldId="263"/>
            <ac:spMk id="245766" creationId="{53AEC6E5-030E-4ED1-8643-9DC6B4CC4707}"/>
          </ac:spMkLst>
        </pc:spChg>
      </pc:sldChg>
      <pc:sldChg chg="del">
        <pc:chgData name="Ivan Granja" userId="d0a12471-25a3-466a-a647-7cb796ed786c" providerId="ADAL" clId="{F1F722D7-754C-45BE-BB00-5C1B1EA43C8F}" dt="2021-10-13T17:38:41.491" v="1539" actId="2696"/>
        <pc:sldMkLst>
          <pc:docMk/>
          <pc:sldMk cId="3248840996" sldId="264"/>
        </pc:sldMkLst>
      </pc:sldChg>
      <pc:sldChg chg="add">
        <pc:chgData name="Ivan Granja" userId="d0a12471-25a3-466a-a647-7cb796ed786c" providerId="ADAL" clId="{F1F722D7-754C-45BE-BB00-5C1B1EA43C8F}" dt="2021-10-13T17:38:51.247" v="1540"/>
        <pc:sldMkLst>
          <pc:docMk/>
          <pc:sldMk cId="3248840996" sldId="264"/>
        </pc:sldMkLst>
      </pc:sldChg>
      <pc:sldChg chg="del">
        <pc:chgData name="Ivan Granja" userId="d0a12471-25a3-466a-a647-7cb796ed786c" providerId="ADAL" clId="{F1F722D7-754C-45BE-BB00-5C1B1EA43C8F}" dt="2021-10-13T20:16:38.712" v="1693" actId="47"/>
        <pc:sldMkLst>
          <pc:docMk/>
          <pc:sldMk cId="0" sldId="265"/>
        </pc:sldMkLst>
      </pc:sldChg>
      <pc:sldChg chg="modSp mod">
        <pc:chgData name="Ivan Granja" userId="d0a12471-25a3-466a-a647-7cb796ed786c" providerId="ADAL" clId="{F1F722D7-754C-45BE-BB00-5C1B1EA43C8F}" dt="2021-10-13T15:21:44.078" v="125" actId="313"/>
        <pc:sldMkLst>
          <pc:docMk/>
          <pc:sldMk cId="0" sldId="268"/>
        </pc:sldMkLst>
        <pc:spChg chg="mod">
          <ac:chgData name="Ivan Granja" userId="d0a12471-25a3-466a-a647-7cb796ed786c" providerId="ADAL" clId="{F1F722D7-754C-45BE-BB00-5C1B1EA43C8F}" dt="2021-10-13T15:20:16.255" v="8" actId="20577"/>
          <ac:spMkLst>
            <pc:docMk/>
            <pc:sldMk cId="0" sldId="268"/>
            <ac:spMk id="250882" creationId="{1E0406E9-A9B7-4741-A319-14BEC06437A9}"/>
          </ac:spMkLst>
        </pc:spChg>
        <pc:spChg chg="mod">
          <ac:chgData name="Ivan Granja" userId="d0a12471-25a3-466a-a647-7cb796ed786c" providerId="ADAL" clId="{F1F722D7-754C-45BE-BB00-5C1B1EA43C8F}" dt="2021-10-13T15:21:44.078" v="125" actId="313"/>
          <ac:spMkLst>
            <pc:docMk/>
            <pc:sldMk cId="0" sldId="268"/>
            <ac:spMk id="250883" creationId="{1E742F71-5F87-464C-9188-4531B1CC2B44}"/>
          </ac:spMkLst>
        </pc:spChg>
      </pc:sldChg>
      <pc:sldChg chg="modSp del mod">
        <pc:chgData name="Ivan Granja" userId="d0a12471-25a3-466a-a647-7cb796ed786c" providerId="ADAL" clId="{F1F722D7-754C-45BE-BB00-5C1B1EA43C8F}" dt="2021-10-13T17:40:06.554" v="1609" actId="47"/>
        <pc:sldMkLst>
          <pc:docMk/>
          <pc:sldMk cId="0" sldId="271"/>
        </pc:sldMkLst>
        <pc:spChg chg="mod">
          <ac:chgData name="Ivan Granja" userId="d0a12471-25a3-466a-a647-7cb796ed786c" providerId="ADAL" clId="{F1F722D7-754C-45BE-BB00-5C1B1EA43C8F}" dt="2021-10-13T17:39:07.791" v="1541" actId="21"/>
          <ac:spMkLst>
            <pc:docMk/>
            <pc:sldMk cId="0" sldId="271"/>
            <ac:spMk id="253955" creationId="{67F5CD50-914C-4588-BF26-0C0E853F1CE7}"/>
          </ac:spMkLst>
        </pc:spChg>
      </pc:sldChg>
      <pc:sldChg chg="del">
        <pc:chgData name="Ivan Granja" userId="d0a12471-25a3-466a-a647-7cb796ed786c" providerId="ADAL" clId="{F1F722D7-754C-45BE-BB00-5C1B1EA43C8F}" dt="2021-10-13T17:40:20.441" v="1610" actId="47"/>
        <pc:sldMkLst>
          <pc:docMk/>
          <pc:sldMk cId="0" sldId="273"/>
        </pc:sldMkLst>
      </pc:sldChg>
      <pc:sldChg chg="del">
        <pc:chgData name="Ivan Granja" userId="d0a12471-25a3-466a-a647-7cb796ed786c" providerId="ADAL" clId="{F1F722D7-754C-45BE-BB00-5C1B1EA43C8F}" dt="2021-10-13T15:21:54.821" v="126" actId="47"/>
        <pc:sldMkLst>
          <pc:docMk/>
          <pc:sldMk cId="0" sldId="283"/>
        </pc:sldMkLst>
      </pc:sldChg>
      <pc:sldChg chg="modSp add del mod">
        <pc:chgData name="Ivan Granja" userId="d0a12471-25a3-466a-a647-7cb796ed786c" providerId="ADAL" clId="{F1F722D7-754C-45BE-BB00-5C1B1EA43C8F}" dt="2021-10-13T17:38:06.978" v="1535" actId="113"/>
        <pc:sldMkLst>
          <pc:docMk/>
          <pc:sldMk cId="0" sldId="284"/>
        </pc:sldMkLst>
        <pc:spChg chg="mod">
          <ac:chgData name="Ivan Granja" userId="d0a12471-25a3-466a-a647-7cb796ed786c" providerId="ADAL" clId="{F1F722D7-754C-45BE-BB00-5C1B1EA43C8F}" dt="2021-10-13T17:32:56.161" v="1063" actId="20577"/>
          <ac:spMkLst>
            <pc:docMk/>
            <pc:sldMk cId="0" sldId="284"/>
            <ac:spMk id="271362" creationId="{A8156D4F-38D1-4A2A-8ECA-D19B5930054E}"/>
          </ac:spMkLst>
        </pc:spChg>
        <pc:spChg chg="mod">
          <ac:chgData name="Ivan Granja" userId="d0a12471-25a3-466a-a647-7cb796ed786c" providerId="ADAL" clId="{F1F722D7-754C-45BE-BB00-5C1B1EA43C8F}" dt="2021-10-13T17:38:06.978" v="1535" actId="113"/>
          <ac:spMkLst>
            <pc:docMk/>
            <pc:sldMk cId="0" sldId="284"/>
            <ac:spMk id="271363" creationId="{1C1D4059-E44C-4147-9355-53127924D9B3}"/>
          </ac:spMkLst>
        </pc:spChg>
      </pc:sldChg>
      <pc:sldChg chg="modSp mod">
        <pc:chgData name="Ivan Granja" userId="d0a12471-25a3-466a-a647-7cb796ed786c" providerId="ADAL" clId="{F1F722D7-754C-45BE-BB00-5C1B1EA43C8F}" dt="2021-10-13T15:26:26.661" v="532" actId="20577"/>
        <pc:sldMkLst>
          <pc:docMk/>
          <pc:sldMk cId="0" sldId="345"/>
        </pc:sldMkLst>
        <pc:spChg chg="mod">
          <ac:chgData name="Ivan Granja" userId="d0a12471-25a3-466a-a647-7cb796ed786c" providerId="ADAL" clId="{F1F722D7-754C-45BE-BB00-5C1B1EA43C8F}" dt="2021-10-13T15:26:26.661" v="532" actId="20577"/>
          <ac:spMkLst>
            <pc:docMk/>
            <pc:sldMk cId="0" sldId="345"/>
            <ac:spMk id="73731" creationId="{341CA59D-F8A8-4F75-BBB0-27C41AF27228}"/>
          </ac:spMkLst>
        </pc:spChg>
      </pc:sldChg>
      <pc:sldChg chg="modSp mod">
        <pc:chgData name="Ivan Granja" userId="d0a12471-25a3-466a-a647-7cb796ed786c" providerId="ADAL" clId="{F1F722D7-754C-45BE-BB00-5C1B1EA43C8F}" dt="2021-10-13T17:21:35.896" v="967" actId="20577"/>
        <pc:sldMkLst>
          <pc:docMk/>
          <pc:sldMk cId="157324332" sldId="346"/>
        </pc:sldMkLst>
        <pc:spChg chg="mod">
          <ac:chgData name="Ivan Granja" userId="d0a12471-25a3-466a-a647-7cb796ed786c" providerId="ADAL" clId="{F1F722D7-754C-45BE-BB00-5C1B1EA43C8F}" dt="2021-10-13T17:21:35.896" v="967" actId="20577"/>
          <ac:spMkLst>
            <pc:docMk/>
            <pc:sldMk cId="157324332" sldId="346"/>
            <ac:spMk id="73731" creationId="{341CA59D-F8A8-4F75-BBB0-27C41AF27228}"/>
          </ac:spMkLst>
        </pc:spChg>
      </pc:sldChg>
      <pc:sldChg chg="del">
        <pc:chgData name="Ivan Granja" userId="d0a12471-25a3-466a-a647-7cb796ed786c" providerId="ADAL" clId="{F1F722D7-754C-45BE-BB00-5C1B1EA43C8F}" dt="2021-10-13T15:26:48.510" v="533" actId="47"/>
        <pc:sldMkLst>
          <pc:docMk/>
          <pc:sldMk cId="1891352998" sldId="347"/>
        </pc:sldMkLst>
      </pc:sldChg>
      <pc:sldChg chg="modSp del mod">
        <pc:chgData name="Ivan Granja" userId="d0a12471-25a3-466a-a647-7cb796ed786c" providerId="ADAL" clId="{F1F722D7-754C-45BE-BB00-5C1B1EA43C8F}" dt="2021-10-13T15:27:25.395" v="561" actId="47"/>
        <pc:sldMkLst>
          <pc:docMk/>
          <pc:sldMk cId="3952900565" sldId="348"/>
        </pc:sldMkLst>
        <pc:spChg chg="mod">
          <ac:chgData name="Ivan Granja" userId="d0a12471-25a3-466a-a647-7cb796ed786c" providerId="ADAL" clId="{F1F722D7-754C-45BE-BB00-5C1B1EA43C8F}" dt="2021-10-13T15:27:05.916" v="560" actId="20577"/>
          <ac:spMkLst>
            <pc:docMk/>
            <pc:sldMk cId="3952900565" sldId="348"/>
            <ac:spMk id="4" creationId="{825BF22C-758F-4314-B5F3-8EBE8585E6EB}"/>
          </ac:spMkLst>
        </pc:spChg>
      </pc:sldChg>
      <pc:sldChg chg="modSp mod">
        <pc:chgData name="Ivan Granja" userId="d0a12471-25a3-466a-a647-7cb796ed786c" providerId="ADAL" clId="{F1F722D7-754C-45BE-BB00-5C1B1EA43C8F}" dt="2021-10-13T17:42:50.278" v="1674" actId="1076"/>
        <pc:sldMkLst>
          <pc:docMk/>
          <pc:sldMk cId="0" sldId="349"/>
        </pc:sldMkLst>
        <pc:spChg chg="mod">
          <ac:chgData name="Ivan Granja" userId="d0a12471-25a3-466a-a647-7cb796ed786c" providerId="ADAL" clId="{F1F722D7-754C-45BE-BB00-5C1B1EA43C8F}" dt="2021-10-13T17:42:40.982" v="1673" actId="20577"/>
          <ac:spMkLst>
            <pc:docMk/>
            <pc:sldMk cId="0" sldId="349"/>
            <ac:spMk id="3" creationId="{A786A2EF-60F6-4422-B9DF-DD8A4766A311}"/>
          </ac:spMkLst>
        </pc:spChg>
        <pc:picChg chg="mod">
          <ac:chgData name="Ivan Granja" userId="d0a12471-25a3-466a-a647-7cb796ed786c" providerId="ADAL" clId="{F1F722D7-754C-45BE-BB00-5C1B1EA43C8F}" dt="2021-10-13T17:42:50.278" v="1674" actId="1076"/>
          <ac:picMkLst>
            <pc:docMk/>
            <pc:sldMk cId="0" sldId="349"/>
            <ac:picMk id="77829" creationId="{6509A090-A527-4E6A-9A6C-04039712AA64}"/>
          </ac:picMkLst>
        </pc:picChg>
      </pc:sldChg>
      <pc:sldChg chg="delSp del">
        <pc:chgData name="Ivan Granja" userId="d0a12471-25a3-466a-a647-7cb796ed786c" providerId="ADAL" clId="{F1F722D7-754C-45BE-BB00-5C1B1EA43C8F}" dt="2021-10-13T17:41:14.075" v="1632" actId="2696"/>
        <pc:sldMkLst>
          <pc:docMk/>
          <pc:sldMk cId="0" sldId="352"/>
        </pc:sldMkLst>
        <pc:picChg chg="del">
          <ac:chgData name="Ivan Granja" userId="d0a12471-25a3-466a-a647-7cb796ed786c" providerId="ADAL" clId="{F1F722D7-754C-45BE-BB00-5C1B1EA43C8F}" dt="2021-10-13T17:41:10.501" v="1631" actId="21"/>
          <ac:picMkLst>
            <pc:docMk/>
            <pc:sldMk cId="0" sldId="352"/>
            <ac:picMk id="2" creationId="{0C8B14AB-C1FF-433D-ADB8-0AE0343AE586}"/>
          </ac:picMkLst>
        </pc:picChg>
        <pc:picChg chg="del">
          <ac:chgData name="Ivan Granja" userId="d0a12471-25a3-466a-a647-7cb796ed786c" providerId="ADAL" clId="{F1F722D7-754C-45BE-BB00-5C1B1EA43C8F}" dt="2021-10-13T17:41:10.501" v="1631" actId="21"/>
          <ac:picMkLst>
            <pc:docMk/>
            <pc:sldMk cId="0" sldId="352"/>
            <ac:picMk id="3" creationId="{4E33539C-9D1F-41CF-B9FD-91B332975714}"/>
          </ac:picMkLst>
        </pc:picChg>
        <pc:picChg chg="del">
          <ac:chgData name="Ivan Granja" userId="d0a12471-25a3-466a-a647-7cb796ed786c" providerId="ADAL" clId="{F1F722D7-754C-45BE-BB00-5C1B1EA43C8F}" dt="2021-10-13T17:41:10.501" v="1631" actId="21"/>
          <ac:picMkLst>
            <pc:docMk/>
            <pc:sldMk cId="0" sldId="352"/>
            <ac:picMk id="4" creationId="{A697F27E-A6E7-4B47-8AE0-833EFD26E71C}"/>
          </ac:picMkLst>
        </pc:picChg>
      </pc:sldChg>
      <pc:sldChg chg="modSp mod">
        <pc:chgData name="Ivan Granja" userId="d0a12471-25a3-466a-a647-7cb796ed786c" providerId="ADAL" clId="{F1F722D7-754C-45BE-BB00-5C1B1EA43C8F}" dt="2021-10-13T17:44:01.687" v="1692" actId="14100"/>
        <pc:sldMkLst>
          <pc:docMk/>
          <pc:sldMk cId="0" sldId="353"/>
        </pc:sldMkLst>
        <pc:spChg chg="mod">
          <ac:chgData name="Ivan Granja" userId="d0a12471-25a3-466a-a647-7cb796ed786c" providerId="ADAL" clId="{F1F722D7-754C-45BE-BB00-5C1B1EA43C8F}" dt="2021-10-13T17:43:31.032" v="1690" actId="20577"/>
          <ac:spMkLst>
            <pc:docMk/>
            <pc:sldMk cId="0" sldId="353"/>
            <ac:spMk id="3" creationId="{68CD96A5-91E2-4C65-B7F2-347CC4440795}"/>
          </ac:spMkLst>
        </pc:spChg>
        <pc:cxnChg chg="mod">
          <ac:chgData name="Ivan Granja" userId="d0a12471-25a3-466a-a647-7cb796ed786c" providerId="ADAL" clId="{F1F722D7-754C-45BE-BB00-5C1B1EA43C8F}" dt="2021-10-13T17:44:01.687" v="1692" actId="14100"/>
          <ac:cxnSpMkLst>
            <pc:docMk/>
            <pc:sldMk cId="0" sldId="353"/>
            <ac:cxnSpMk id="39" creationId="{9F62ECDF-CAFE-4253-B2ED-1842BCD58317}"/>
          </ac:cxnSpMkLst>
        </pc:cxnChg>
      </pc:sldChg>
      <pc:sldChg chg="modSp mod">
        <pc:chgData name="Ivan Granja" userId="d0a12471-25a3-466a-a647-7cb796ed786c" providerId="ADAL" clId="{F1F722D7-754C-45BE-BB00-5C1B1EA43C8F}" dt="2021-10-13T17:40:37.083" v="1624" actId="20577"/>
        <pc:sldMkLst>
          <pc:docMk/>
          <pc:sldMk cId="0" sldId="354"/>
        </pc:sldMkLst>
        <pc:spChg chg="mod">
          <ac:chgData name="Ivan Granja" userId="d0a12471-25a3-466a-a647-7cb796ed786c" providerId="ADAL" clId="{F1F722D7-754C-45BE-BB00-5C1B1EA43C8F}" dt="2021-10-13T17:40:37.083" v="1624" actId="20577"/>
          <ac:spMkLst>
            <pc:docMk/>
            <pc:sldMk cId="0" sldId="354"/>
            <ac:spMk id="79875" creationId="{A5751E77-1D87-44D8-851B-A076DABDB34C}"/>
          </ac:spMkLst>
        </pc:spChg>
      </pc:sldChg>
      <pc:sldChg chg="addSp modSp mod">
        <pc:chgData name="Ivan Granja" userId="d0a12471-25a3-466a-a647-7cb796ed786c" providerId="ADAL" clId="{F1F722D7-754C-45BE-BB00-5C1B1EA43C8F}" dt="2021-10-13T17:41:30.483" v="1637" actId="1076"/>
        <pc:sldMkLst>
          <pc:docMk/>
          <pc:sldMk cId="2971784181" sldId="359"/>
        </pc:sldMkLst>
        <pc:spChg chg="mod">
          <ac:chgData name="Ivan Granja" userId="d0a12471-25a3-466a-a647-7cb796ed786c" providerId="ADAL" clId="{F1F722D7-754C-45BE-BB00-5C1B1EA43C8F}" dt="2021-10-13T17:40:58.145" v="1630" actId="20577"/>
          <ac:spMkLst>
            <pc:docMk/>
            <pc:sldMk cId="2971784181" sldId="359"/>
            <ac:spMk id="75781" creationId="{AD5E40DC-14E0-44F9-B42A-5B85906F3D5A}"/>
          </ac:spMkLst>
        </pc:spChg>
        <pc:picChg chg="add mod">
          <ac:chgData name="Ivan Granja" userId="d0a12471-25a3-466a-a647-7cb796ed786c" providerId="ADAL" clId="{F1F722D7-754C-45BE-BB00-5C1B1EA43C8F}" dt="2021-10-13T17:41:24.237" v="1635" actId="1076"/>
          <ac:picMkLst>
            <pc:docMk/>
            <pc:sldMk cId="2971784181" sldId="359"/>
            <ac:picMk id="5" creationId="{48BCAA68-16E7-45AC-92B2-BBE9D8CBD62D}"/>
          </ac:picMkLst>
        </pc:picChg>
        <pc:picChg chg="add mod">
          <ac:chgData name="Ivan Granja" userId="d0a12471-25a3-466a-a647-7cb796ed786c" providerId="ADAL" clId="{F1F722D7-754C-45BE-BB00-5C1B1EA43C8F}" dt="2021-10-13T17:41:26.622" v="1636" actId="1076"/>
          <ac:picMkLst>
            <pc:docMk/>
            <pc:sldMk cId="2971784181" sldId="359"/>
            <ac:picMk id="6" creationId="{3696B210-F01C-44D4-A1E2-D9D84705F53A}"/>
          </ac:picMkLst>
        </pc:picChg>
        <pc:picChg chg="add mod">
          <ac:chgData name="Ivan Granja" userId="d0a12471-25a3-466a-a647-7cb796ed786c" providerId="ADAL" clId="{F1F722D7-754C-45BE-BB00-5C1B1EA43C8F}" dt="2021-10-13T17:41:30.483" v="1637" actId="1076"/>
          <ac:picMkLst>
            <pc:docMk/>
            <pc:sldMk cId="2971784181" sldId="359"/>
            <ac:picMk id="7" creationId="{32EF9B3C-A093-4AB3-888F-1CAB0A22DF44}"/>
          </ac:picMkLst>
        </pc:picChg>
      </pc:sldChg>
      <pc:sldChg chg="addSp delSp modSp mod">
        <pc:chgData name="Ivan Granja" userId="d0a12471-25a3-466a-a647-7cb796ed786c" providerId="ADAL" clId="{F1F722D7-754C-45BE-BB00-5C1B1EA43C8F}" dt="2021-10-13T16:26:28.399" v="570" actId="1076"/>
        <pc:sldMkLst>
          <pc:docMk/>
          <pc:sldMk cId="483202675" sldId="362"/>
        </pc:sldMkLst>
        <pc:picChg chg="add mod">
          <ac:chgData name="Ivan Granja" userId="d0a12471-25a3-466a-a647-7cb796ed786c" providerId="ADAL" clId="{F1F722D7-754C-45BE-BB00-5C1B1EA43C8F}" dt="2021-10-13T16:26:28.399" v="570" actId="1076"/>
          <ac:picMkLst>
            <pc:docMk/>
            <pc:sldMk cId="483202675" sldId="362"/>
            <ac:picMk id="5" creationId="{9F65E387-560C-4B4D-945E-F042997F9F63}"/>
          </ac:picMkLst>
        </pc:picChg>
        <pc:picChg chg="del mod">
          <ac:chgData name="Ivan Granja" userId="d0a12471-25a3-466a-a647-7cb796ed786c" providerId="ADAL" clId="{F1F722D7-754C-45BE-BB00-5C1B1EA43C8F}" dt="2021-10-13T16:26:05.474" v="566" actId="478"/>
          <ac:picMkLst>
            <pc:docMk/>
            <pc:sldMk cId="483202675" sldId="362"/>
            <ac:picMk id="6" creationId="{87ECD382-ADBB-413D-83E8-9692F4FA2E46}"/>
          </ac:picMkLst>
        </pc:picChg>
      </pc:sldChg>
      <pc:sldChg chg="modSp del mod">
        <pc:chgData name="Ivan Granja" userId="d0a12471-25a3-466a-a647-7cb796ed786c" providerId="ADAL" clId="{F1F722D7-754C-45BE-BB00-5C1B1EA43C8F}" dt="2021-10-13T20:16:39.809" v="1694" actId="47"/>
        <pc:sldMkLst>
          <pc:docMk/>
          <pc:sldMk cId="0" sldId="363"/>
        </pc:sldMkLst>
        <pc:picChg chg="mod">
          <ac:chgData name="Ivan Granja" userId="d0a12471-25a3-466a-a647-7cb796ed786c" providerId="ADAL" clId="{F1F722D7-754C-45BE-BB00-5C1B1EA43C8F}" dt="2021-10-13T17:43:40.537" v="1691" actId="1076"/>
          <ac:picMkLst>
            <pc:docMk/>
            <pc:sldMk cId="0" sldId="363"/>
            <ac:picMk id="3" creationId="{F8BC3C6C-CA7B-45B3-B56A-07F0660A054E}"/>
          </ac:picMkLst>
        </pc:picChg>
      </pc:sldChg>
      <pc:sldChg chg="new del">
        <pc:chgData name="Ivan Granja" userId="d0a12471-25a3-466a-a647-7cb796ed786c" providerId="ADAL" clId="{F1F722D7-754C-45BE-BB00-5C1B1EA43C8F}" dt="2021-10-13T17:37:52.845" v="1523" actId="680"/>
        <pc:sldMkLst>
          <pc:docMk/>
          <pc:sldMk cId="2714068987" sldId="364"/>
        </pc:sldMkLst>
      </pc:sldChg>
    </pc:docChg>
  </pc:docChgLst>
  <pc:docChgLst>
    <pc:chgData name="Ivan Granja" userId="d0a12471-25a3-466a-a647-7cb796ed786c" providerId="ADAL" clId="{4C60BCA5-9276-49A8-9552-B09E3EFC0505}"/>
    <pc:docChg chg="undo custSel modSld">
      <pc:chgData name="Ivan Granja" userId="d0a12471-25a3-466a-a647-7cb796ed786c" providerId="ADAL" clId="{4C60BCA5-9276-49A8-9552-B09E3EFC0505}" dt="2020-09-08T12:33:32.166" v="629" actId="1076"/>
      <pc:docMkLst>
        <pc:docMk/>
      </pc:docMkLst>
      <pc:sldChg chg="addSp delSp modSp">
        <pc:chgData name="Ivan Granja" userId="d0a12471-25a3-466a-a647-7cb796ed786c" providerId="ADAL" clId="{4C60BCA5-9276-49A8-9552-B09E3EFC0505}" dt="2020-09-01T00:30:18.969" v="1" actId="478"/>
        <pc:sldMkLst>
          <pc:docMk/>
          <pc:sldMk cId="0" sldId="256"/>
        </pc:sldMkLst>
        <pc:spChg chg="add del mod">
          <ac:chgData name="Ivan Granja" userId="d0a12471-25a3-466a-a647-7cb796ed786c" providerId="ADAL" clId="{4C60BCA5-9276-49A8-9552-B09E3EFC0505}" dt="2020-09-01T00:30:18.969" v="1" actId="478"/>
          <ac:spMkLst>
            <pc:docMk/>
            <pc:sldMk cId="0" sldId="256"/>
            <ac:spMk id="2" creationId="{114007F4-49EE-438D-AA84-EB6C4838B1E8}"/>
          </ac:spMkLst>
        </pc:spChg>
        <pc:spChg chg="del">
          <ac:chgData name="Ivan Granja" userId="d0a12471-25a3-466a-a647-7cb796ed786c" providerId="ADAL" clId="{4C60BCA5-9276-49A8-9552-B09E3EFC0505}" dt="2020-09-01T00:30:16.589" v="0" actId="478"/>
          <ac:spMkLst>
            <pc:docMk/>
            <pc:sldMk cId="0" sldId="256"/>
            <ac:spMk id="4098" creationId="{00000000-0000-0000-0000-000000000000}"/>
          </ac:spMkLst>
        </pc:spChg>
      </pc:sldChg>
      <pc:sldChg chg="modSp">
        <pc:chgData name="Ivan Granja" userId="d0a12471-25a3-466a-a647-7cb796ed786c" providerId="ADAL" clId="{4C60BCA5-9276-49A8-9552-B09E3EFC0505}" dt="2020-09-01T00:37:28.754" v="245" actId="1076"/>
        <pc:sldMkLst>
          <pc:docMk/>
          <pc:sldMk cId="0" sldId="270"/>
        </pc:sldMkLst>
        <pc:spChg chg="mod">
          <ac:chgData name="Ivan Granja" userId="d0a12471-25a3-466a-a647-7cb796ed786c" providerId="ADAL" clId="{4C60BCA5-9276-49A8-9552-B09E3EFC0505}" dt="2020-09-01T00:37:20.795" v="242" actId="1076"/>
          <ac:spMkLst>
            <pc:docMk/>
            <pc:sldMk cId="0" sldId="270"/>
            <ac:spMk id="160771" creationId="{6AB41286-44E4-4C33-9D32-A5CC382D5915}"/>
          </ac:spMkLst>
        </pc:spChg>
        <pc:picChg chg="mod">
          <ac:chgData name="Ivan Granja" userId="d0a12471-25a3-466a-a647-7cb796ed786c" providerId="ADAL" clId="{4C60BCA5-9276-49A8-9552-B09E3EFC0505}" dt="2020-09-01T00:37:23.401" v="243" actId="1076"/>
          <ac:picMkLst>
            <pc:docMk/>
            <pc:sldMk cId="0" sldId="270"/>
            <ac:picMk id="160772" creationId="{80BD4410-482C-4010-8FCE-1F2D79E195CC}"/>
          </ac:picMkLst>
        </pc:picChg>
        <pc:picChg chg="mod">
          <ac:chgData name="Ivan Granja" userId="d0a12471-25a3-466a-a647-7cb796ed786c" providerId="ADAL" clId="{4C60BCA5-9276-49A8-9552-B09E3EFC0505}" dt="2020-09-01T00:37:28.754" v="245" actId="1076"/>
          <ac:picMkLst>
            <pc:docMk/>
            <pc:sldMk cId="0" sldId="270"/>
            <ac:picMk id="160773" creationId="{EBD25A95-F22A-40F0-B54F-506BD2355BF6}"/>
          </ac:picMkLst>
        </pc:picChg>
      </pc:sldChg>
      <pc:sldChg chg="modSp mod">
        <pc:chgData name="Ivan Granja" userId="d0a12471-25a3-466a-a647-7cb796ed786c" providerId="ADAL" clId="{4C60BCA5-9276-49A8-9552-B09E3EFC0505}" dt="2020-09-01T00:47:59.602" v="403" actId="14"/>
        <pc:sldMkLst>
          <pc:docMk/>
          <pc:sldMk cId="2853760233" sldId="271"/>
        </pc:sldMkLst>
        <pc:spChg chg="mod">
          <ac:chgData name="Ivan Granja" userId="d0a12471-25a3-466a-a647-7cb796ed786c" providerId="ADAL" clId="{4C60BCA5-9276-49A8-9552-B09E3EFC0505}" dt="2020-09-01T00:47:59.602" v="403" actId="14"/>
          <ac:spMkLst>
            <pc:docMk/>
            <pc:sldMk cId="2853760233" sldId="271"/>
            <ac:spMk id="161795" creationId="{2C88FC56-3463-4434-9F19-6E13BDB03E40}"/>
          </ac:spMkLst>
        </pc:spChg>
        <pc:picChg chg="mod">
          <ac:chgData name="Ivan Granja" userId="d0a12471-25a3-466a-a647-7cb796ed786c" providerId="ADAL" clId="{4C60BCA5-9276-49A8-9552-B09E3EFC0505}" dt="2020-09-01T00:37:37.393" v="246" actId="1076"/>
          <ac:picMkLst>
            <pc:docMk/>
            <pc:sldMk cId="2853760233" sldId="271"/>
            <ac:picMk id="161796" creationId="{3454A5EC-C978-4B22-A0C4-76F5D8771117}"/>
          </ac:picMkLst>
        </pc:picChg>
      </pc:sldChg>
      <pc:sldChg chg="modSp mod">
        <pc:chgData name="Ivan Granja" userId="d0a12471-25a3-466a-a647-7cb796ed786c" providerId="ADAL" clId="{4C60BCA5-9276-49A8-9552-B09E3EFC0505}" dt="2020-09-01T00:40:23.328" v="303" actId="12"/>
        <pc:sldMkLst>
          <pc:docMk/>
          <pc:sldMk cId="0" sldId="272"/>
        </pc:sldMkLst>
        <pc:spChg chg="mod">
          <ac:chgData name="Ivan Granja" userId="d0a12471-25a3-466a-a647-7cb796ed786c" providerId="ADAL" clId="{4C60BCA5-9276-49A8-9552-B09E3EFC0505}" dt="2020-09-01T00:40:20.740" v="302" actId="12"/>
          <ac:spMkLst>
            <pc:docMk/>
            <pc:sldMk cId="0" sldId="272"/>
            <ac:spMk id="162818" creationId="{727DC44B-DC97-4D4E-AC23-2568E7E2A02E}"/>
          </ac:spMkLst>
        </pc:spChg>
        <pc:spChg chg="mod">
          <ac:chgData name="Ivan Granja" userId="d0a12471-25a3-466a-a647-7cb796ed786c" providerId="ADAL" clId="{4C60BCA5-9276-49A8-9552-B09E3EFC0505}" dt="2020-09-01T00:40:23.328" v="303" actId="12"/>
          <ac:spMkLst>
            <pc:docMk/>
            <pc:sldMk cId="0" sldId="272"/>
            <ac:spMk id="162819" creationId="{33B2BD73-0D2A-4608-BEE3-D183D33758EF}"/>
          </ac:spMkLst>
        </pc:spChg>
        <pc:spChg chg="mod">
          <ac:chgData name="Ivan Granja" userId="d0a12471-25a3-466a-a647-7cb796ed786c" providerId="ADAL" clId="{4C60BCA5-9276-49A8-9552-B09E3EFC0505}" dt="2020-09-01T00:39:13.777" v="282" actId="14100"/>
          <ac:spMkLst>
            <pc:docMk/>
            <pc:sldMk cId="0" sldId="272"/>
            <ac:spMk id="162824" creationId="{AFB0C639-B6F2-4E90-B2E5-04A08C35828F}"/>
          </ac:spMkLst>
        </pc:spChg>
        <pc:picChg chg="mod">
          <ac:chgData name="Ivan Granja" userId="d0a12471-25a3-466a-a647-7cb796ed786c" providerId="ADAL" clId="{4C60BCA5-9276-49A8-9552-B09E3EFC0505}" dt="2020-09-01T00:39:36.598" v="291" actId="1076"/>
          <ac:picMkLst>
            <pc:docMk/>
            <pc:sldMk cId="0" sldId="272"/>
            <ac:picMk id="162821" creationId="{BD9DFC84-87FB-4FA1-A3E2-3F42232AFA9D}"/>
          </ac:picMkLst>
        </pc:picChg>
        <pc:picChg chg="mod">
          <ac:chgData name="Ivan Granja" userId="d0a12471-25a3-466a-a647-7cb796ed786c" providerId="ADAL" clId="{4C60BCA5-9276-49A8-9552-B09E3EFC0505}" dt="2020-09-01T00:38:57.943" v="275" actId="1076"/>
          <ac:picMkLst>
            <pc:docMk/>
            <pc:sldMk cId="0" sldId="272"/>
            <ac:picMk id="162822" creationId="{206BD57A-E135-434F-B158-0EAF3E405956}"/>
          </ac:picMkLst>
        </pc:picChg>
        <pc:picChg chg="mod">
          <ac:chgData name="Ivan Granja" userId="d0a12471-25a3-466a-a647-7cb796ed786c" providerId="ADAL" clId="{4C60BCA5-9276-49A8-9552-B09E3EFC0505}" dt="2020-09-01T00:38:57.943" v="275" actId="1076"/>
          <ac:picMkLst>
            <pc:docMk/>
            <pc:sldMk cId="0" sldId="272"/>
            <ac:picMk id="162823" creationId="{C1C93CF5-424F-484D-8207-8C78C653B4D0}"/>
          </ac:picMkLst>
        </pc:picChg>
      </pc:sldChg>
      <pc:sldChg chg="modSp">
        <pc:chgData name="Ivan Granja" userId="d0a12471-25a3-466a-a647-7cb796ed786c" providerId="ADAL" clId="{4C60BCA5-9276-49A8-9552-B09E3EFC0505}" dt="2020-09-01T00:40:52.263" v="306" actId="1076"/>
        <pc:sldMkLst>
          <pc:docMk/>
          <pc:sldMk cId="0" sldId="274"/>
        </pc:sldMkLst>
        <pc:spChg chg="mod">
          <ac:chgData name="Ivan Granja" userId="d0a12471-25a3-466a-a647-7cb796ed786c" providerId="ADAL" clId="{4C60BCA5-9276-49A8-9552-B09E3EFC0505}" dt="2020-09-01T00:40:47.941" v="305" actId="14100"/>
          <ac:spMkLst>
            <pc:docMk/>
            <pc:sldMk cId="0" sldId="274"/>
            <ac:spMk id="164869" creationId="{A0152414-AF72-4892-BC38-51723C784679}"/>
          </ac:spMkLst>
        </pc:spChg>
        <pc:spChg chg="mod">
          <ac:chgData name="Ivan Granja" userId="d0a12471-25a3-466a-a647-7cb796ed786c" providerId="ADAL" clId="{4C60BCA5-9276-49A8-9552-B09E3EFC0505}" dt="2020-09-01T00:40:52.263" v="306" actId="1076"/>
          <ac:spMkLst>
            <pc:docMk/>
            <pc:sldMk cId="0" sldId="274"/>
            <ac:spMk id="164874" creationId="{7B96DCA2-DDBF-4F29-BF48-2FDA5C474BF8}"/>
          </ac:spMkLst>
        </pc:spChg>
      </pc:sldChg>
      <pc:sldChg chg="modSp mod">
        <pc:chgData name="Ivan Granja" userId="d0a12471-25a3-466a-a647-7cb796ed786c" providerId="ADAL" clId="{4C60BCA5-9276-49A8-9552-B09E3EFC0505}" dt="2020-09-01T00:41:30.856" v="344" actId="20577"/>
        <pc:sldMkLst>
          <pc:docMk/>
          <pc:sldMk cId="3813715356" sldId="276"/>
        </pc:sldMkLst>
        <pc:spChg chg="mod">
          <ac:chgData name="Ivan Granja" userId="d0a12471-25a3-466a-a647-7cb796ed786c" providerId="ADAL" clId="{4C60BCA5-9276-49A8-9552-B09E3EFC0505}" dt="2020-09-01T00:41:30.856" v="344" actId="20577"/>
          <ac:spMkLst>
            <pc:docMk/>
            <pc:sldMk cId="3813715356" sldId="276"/>
            <ac:spMk id="166915" creationId="{42DED296-7321-4007-997F-916D9AD6A077}"/>
          </ac:spMkLst>
        </pc:spChg>
      </pc:sldChg>
      <pc:sldChg chg="addSp delSp modSp mod">
        <pc:chgData name="Ivan Granja" userId="d0a12471-25a3-466a-a647-7cb796ed786c" providerId="ADAL" clId="{4C60BCA5-9276-49A8-9552-B09E3EFC0505}" dt="2020-09-01T00:42:27.370" v="357" actId="1076"/>
        <pc:sldMkLst>
          <pc:docMk/>
          <pc:sldMk cId="1401273665" sldId="277"/>
        </pc:sldMkLst>
        <pc:spChg chg="mod">
          <ac:chgData name="Ivan Granja" userId="d0a12471-25a3-466a-a647-7cb796ed786c" providerId="ADAL" clId="{4C60BCA5-9276-49A8-9552-B09E3EFC0505}" dt="2020-09-01T00:42:27.370" v="357" actId="1076"/>
          <ac:spMkLst>
            <pc:docMk/>
            <pc:sldMk cId="1401273665" sldId="277"/>
            <ac:spMk id="167939" creationId="{C234DE9F-83F8-4D57-A1F7-2A75222CCBBC}"/>
          </ac:spMkLst>
        </pc:spChg>
        <pc:spChg chg="add del mod">
          <ac:chgData name="Ivan Granja" userId="d0a12471-25a3-466a-a647-7cb796ed786c" providerId="ADAL" clId="{4C60BCA5-9276-49A8-9552-B09E3EFC0505}" dt="2020-09-01T00:42:19.865" v="353" actId="1076"/>
          <ac:spMkLst>
            <pc:docMk/>
            <pc:sldMk cId="1401273665" sldId="277"/>
            <ac:spMk id="167940" creationId="{45BEF495-5DFF-48D5-BE3D-8B4B522975A1}"/>
          </ac:spMkLst>
        </pc:spChg>
        <pc:spChg chg="mod">
          <ac:chgData name="Ivan Granja" userId="d0a12471-25a3-466a-a647-7cb796ed786c" providerId="ADAL" clId="{4C60BCA5-9276-49A8-9552-B09E3EFC0505}" dt="2020-09-01T00:42:19.865" v="353" actId="1076"/>
          <ac:spMkLst>
            <pc:docMk/>
            <pc:sldMk cId="1401273665" sldId="277"/>
            <ac:spMk id="167941" creationId="{A1D92D39-2D6F-4A4E-83F0-8A1092589ED2}"/>
          </ac:spMkLst>
        </pc:spChg>
        <pc:spChg chg="mod">
          <ac:chgData name="Ivan Granja" userId="d0a12471-25a3-466a-a647-7cb796ed786c" providerId="ADAL" clId="{4C60BCA5-9276-49A8-9552-B09E3EFC0505}" dt="2020-09-01T00:42:19.865" v="353" actId="1076"/>
          <ac:spMkLst>
            <pc:docMk/>
            <pc:sldMk cId="1401273665" sldId="277"/>
            <ac:spMk id="167942" creationId="{C63DE938-35FF-4D0A-B287-84C32B6F04CC}"/>
          </ac:spMkLst>
        </pc:spChg>
        <pc:spChg chg="mod">
          <ac:chgData name="Ivan Granja" userId="d0a12471-25a3-466a-a647-7cb796ed786c" providerId="ADAL" clId="{4C60BCA5-9276-49A8-9552-B09E3EFC0505}" dt="2020-09-01T00:42:19.865" v="353" actId="1076"/>
          <ac:spMkLst>
            <pc:docMk/>
            <pc:sldMk cId="1401273665" sldId="277"/>
            <ac:spMk id="167943" creationId="{19AF1886-7AF9-494C-B796-97C1A0A57B3C}"/>
          </ac:spMkLst>
        </pc:spChg>
        <pc:spChg chg="mod">
          <ac:chgData name="Ivan Granja" userId="d0a12471-25a3-466a-a647-7cb796ed786c" providerId="ADAL" clId="{4C60BCA5-9276-49A8-9552-B09E3EFC0505}" dt="2020-09-01T00:42:19.865" v="353" actId="1076"/>
          <ac:spMkLst>
            <pc:docMk/>
            <pc:sldMk cId="1401273665" sldId="277"/>
            <ac:spMk id="167944" creationId="{F4CB8319-71EE-4681-90A1-9B7CC384E859}"/>
          </ac:spMkLst>
        </pc:spChg>
        <pc:spChg chg="mod">
          <ac:chgData name="Ivan Granja" userId="d0a12471-25a3-466a-a647-7cb796ed786c" providerId="ADAL" clId="{4C60BCA5-9276-49A8-9552-B09E3EFC0505}" dt="2020-09-01T00:42:19.865" v="353" actId="1076"/>
          <ac:spMkLst>
            <pc:docMk/>
            <pc:sldMk cId="1401273665" sldId="277"/>
            <ac:spMk id="167945" creationId="{83DD771A-EBF6-4875-A10E-BADC9E1C269D}"/>
          </ac:spMkLst>
        </pc:spChg>
        <pc:grpChg chg="add mod">
          <ac:chgData name="Ivan Granja" userId="d0a12471-25a3-466a-a647-7cb796ed786c" providerId="ADAL" clId="{4C60BCA5-9276-49A8-9552-B09E3EFC0505}" dt="2020-09-01T00:42:19.865" v="353" actId="1076"/>
          <ac:grpSpMkLst>
            <pc:docMk/>
            <pc:sldMk cId="1401273665" sldId="277"/>
            <ac:grpSpMk id="2" creationId="{1FBA42CA-388F-46D9-9355-09447D9A9F67}"/>
          </ac:grpSpMkLst>
        </pc:grpChg>
        <pc:grpChg chg="add mod">
          <ac:chgData name="Ivan Granja" userId="d0a12471-25a3-466a-a647-7cb796ed786c" providerId="ADAL" clId="{4C60BCA5-9276-49A8-9552-B09E3EFC0505}" dt="2020-09-01T00:42:19.865" v="353" actId="1076"/>
          <ac:grpSpMkLst>
            <pc:docMk/>
            <pc:sldMk cId="1401273665" sldId="277"/>
            <ac:grpSpMk id="3" creationId="{A6416EF2-0986-4F43-83D1-5791D79A14AD}"/>
          </ac:grpSpMkLst>
        </pc:grpChg>
      </pc:sldChg>
      <pc:sldChg chg="modSp mod">
        <pc:chgData name="Ivan Granja" userId="d0a12471-25a3-466a-a647-7cb796ed786c" providerId="ADAL" clId="{4C60BCA5-9276-49A8-9552-B09E3EFC0505}" dt="2020-09-01T00:48:26.516" v="405" actId="20577"/>
        <pc:sldMkLst>
          <pc:docMk/>
          <pc:sldMk cId="0" sldId="278"/>
        </pc:sldMkLst>
        <pc:spChg chg="mod">
          <ac:chgData name="Ivan Granja" userId="d0a12471-25a3-466a-a647-7cb796ed786c" providerId="ADAL" clId="{4C60BCA5-9276-49A8-9552-B09E3EFC0505}" dt="2020-09-01T00:48:26.516" v="405" actId="20577"/>
          <ac:spMkLst>
            <pc:docMk/>
            <pc:sldMk cId="0" sldId="278"/>
            <ac:spMk id="168963" creationId="{F6ED6164-A30D-4252-B6BB-1134F1F84808}"/>
          </ac:spMkLst>
        </pc:spChg>
      </pc:sldChg>
      <pc:sldChg chg="modSp mod">
        <pc:chgData name="Ivan Granja" userId="d0a12471-25a3-466a-a647-7cb796ed786c" providerId="ADAL" clId="{4C60BCA5-9276-49A8-9552-B09E3EFC0505}" dt="2020-09-01T00:48:37.977" v="406" actId="255"/>
        <pc:sldMkLst>
          <pc:docMk/>
          <pc:sldMk cId="0" sldId="279"/>
        </pc:sldMkLst>
        <pc:spChg chg="mod">
          <ac:chgData name="Ivan Granja" userId="d0a12471-25a3-466a-a647-7cb796ed786c" providerId="ADAL" clId="{4C60BCA5-9276-49A8-9552-B09E3EFC0505}" dt="2020-09-01T00:48:37.977" v="406" actId="255"/>
          <ac:spMkLst>
            <pc:docMk/>
            <pc:sldMk cId="0" sldId="279"/>
            <ac:spMk id="169987" creationId="{56F3DEC5-AED6-45E2-A3C8-D79D5FCEEA4E}"/>
          </ac:spMkLst>
        </pc:spChg>
        <pc:spChg chg="mod">
          <ac:chgData name="Ivan Granja" userId="d0a12471-25a3-466a-a647-7cb796ed786c" providerId="ADAL" clId="{4C60BCA5-9276-49A8-9552-B09E3EFC0505}" dt="2020-09-01T00:43:16.937" v="365" actId="1076"/>
          <ac:spMkLst>
            <pc:docMk/>
            <pc:sldMk cId="0" sldId="279"/>
            <ac:spMk id="169988" creationId="{406DBF82-E56F-4CE4-AE55-D2644F49FCE7}"/>
          </ac:spMkLst>
        </pc:spChg>
        <pc:spChg chg="mod">
          <ac:chgData name="Ivan Granja" userId="d0a12471-25a3-466a-a647-7cb796ed786c" providerId="ADAL" clId="{4C60BCA5-9276-49A8-9552-B09E3EFC0505}" dt="2020-09-01T00:43:16.937" v="365" actId="1076"/>
          <ac:spMkLst>
            <pc:docMk/>
            <pc:sldMk cId="0" sldId="279"/>
            <ac:spMk id="169989" creationId="{A04A498F-5D00-48DA-8A0F-D947DDDB6050}"/>
          </ac:spMkLst>
        </pc:spChg>
      </pc:sldChg>
      <pc:sldChg chg="modSp mod">
        <pc:chgData name="Ivan Granja" userId="d0a12471-25a3-466a-a647-7cb796ed786c" providerId="ADAL" clId="{4C60BCA5-9276-49A8-9552-B09E3EFC0505}" dt="2020-09-01T00:49:41.298" v="445" actId="5793"/>
        <pc:sldMkLst>
          <pc:docMk/>
          <pc:sldMk cId="0" sldId="280"/>
        </pc:sldMkLst>
        <pc:spChg chg="mod">
          <ac:chgData name="Ivan Granja" userId="d0a12471-25a3-466a-a647-7cb796ed786c" providerId="ADAL" clId="{4C60BCA5-9276-49A8-9552-B09E3EFC0505}" dt="2020-09-01T00:44:12.818" v="373" actId="255"/>
          <ac:spMkLst>
            <pc:docMk/>
            <pc:sldMk cId="0" sldId="280"/>
            <ac:spMk id="171011" creationId="{D5389464-B189-446A-8E64-278E0A02CD93}"/>
          </ac:spMkLst>
        </pc:spChg>
        <pc:spChg chg="mod">
          <ac:chgData name="Ivan Granja" userId="d0a12471-25a3-466a-a647-7cb796ed786c" providerId="ADAL" clId="{4C60BCA5-9276-49A8-9552-B09E3EFC0505}" dt="2020-09-01T00:49:32.334" v="438" actId="113"/>
          <ac:spMkLst>
            <pc:docMk/>
            <pc:sldMk cId="0" sldId="280"/>
            <ac:spMk id="171012" creationId="{7215FA23-6F76-44C7-9B56-1C1CECCE330F}"/>
          </ac:spMkLst>
        </pc:spChg>
        <pc:spChg chg="mod">
          <ac:chgData name="Ivan Granja" userId="d0a12471-25a3-466a-a647-7cb796ed786c" providerId="ADAL" clId="{4C60BCA5-9276-49A8-9552-B09E3EFC0505}" dt="2020-09-01T00:49:41.298" v="445" actId="5793"/>
          <ac:spMkLst>
            <pc:docMk/>
            <pc:sldMk cId="0" sldId="280"/>
            <ac:spMk id="171013" creationId="{0035D657-64F9-4902-9788-866C5476A47C}"/>
          </ac:spMkLst>
        </pc:spChg>
        <pc:picChg chg="mod">
          <ac:chgData name="Ivan Granja" userId="d0a12471-25a3-466a-a647-7cb796ed786c" providerId="ADAL" clId="{4C60BCA5-9276-49A8-9552-B09E3EFC0505}" dt="2020-09-01T00:49:32.334" v="438" actId="113"/>
          <ac:picMkLst>
            <pc:docMk/>
            <pc:sldMk cId="0" sldId="280"/>
            <ac:picMk id="171014" creationId="{D0476C5C-64DE-4406-9B49-7AC72AB4425D}"/>
          </ac:picMkLst>
        </pc:picChg>
      </pc:sldChg>
      <pc:sldChg chg="modSp mod">
        <pc:chgData name="Ivan Granja" userId="d0a12471-25a3-466a-a647-7cb796ed786c" providerId="ADAL" clId="{4C60BCA5-9276-49A8-9552-B09E3EFC0505}" dt="2020-09-01T00:49:59.336" v="447" actId="255"/>
        <pc:sldMkLst>
          <pc:docMk/>
          <pc:sldMk cId="0" sldId="281"/>
        </pc:sldMkLst>
        <pc:spChg chg="mod">
          <ac:chgData name="Ivan Granja" userId="d0a12471-25a3-466a-a647-7cb796ed786c" providerId="ADAL" clId="{4C60BCA5-9276-49A8-9552-B09E3EFC0505}" dt="2020-09-01T00:49:59.336" v="447" actId="255"/>
          <ac:spMkLst>
            <pc:docMk/>
            <pc:sldMk cId="0" sldId="281"/>
            <ac:spMk id="172035" creationId="{E097A565-AB8E-4C62-89AE-73193B70BEE8}"/>
          </ac:spMkLst>
        </pc:spChg>
        <pc:spChg chg="mod">
          <ac:chgData name="Ivan Granja" userId="d0a12471-25a3-466a-a647-7cb796ed786c" providerId="ADAL" clId="{4C60BCA5-9276-49A8-9552-B09E3EFC0505}" dt="2020-09-01T00:45:18.388" v="391" actId="255"/>
          <ac:spMkLst>
            <pc:docMk/>
            <pc:sldMk cId="0" sldId="281"/>
            <ac:spMk id="172036" creationId="{8714BBA6-3FE9-40F0-8D26-1FFB7F3761FE}"/>
          </ac:spMkLst>
        </pc:spChg>
      </pc:sldChg>
      <pc:sldChg chg="modSp">
        <pc:chgData name="Ivan Granja" userId="d0a12471-25a3-466a-a647-7cb796ed786c" providerId="ADAL" clId="{4C60BCA5-9276-49A8-9552-B09E3EFC0505}" dt="2020-09-01T00:50:12.515" v="449" actId="1076"/>
        <pc:sldMkLst>
          <pc:docMk/>
          <pc:sldMk cId="0" sldId="282"/>
        </pc:sldMkLst>
        <pc:picChg chg="mod">
          <ac:chgData name="Ivan Granja" userId="d0a12471-25a3-466a-a647-7cb796ed786c" providerId="ADAL" clId="{4C60BCA5-9276-49A8-9552-B09E3EFC0505}" dt="2020-09-01T00:50:12.515" v="449" actId="1076"/>
          <ac:picMkLst>
            <pc:docMk/>
            <pc:sldMk cId="0" sldId="282"/>
            <ac:picMk id="173061" creationId="{6580B591-4E18-4FFF-9FBE-CDE814DE825F}"/>
          </ac:picMkLst>
        </pc:picChg>
      </pc:sldChg>
      <pc:sldChg chg="modSp mod">
        <pc:chgData name="Ivan Granja" userId="d0a12471-25a3-466a-a647-7cb796ed786c" providerId="ADAL" clId="{4C60BCA5-9276-49A8-9552-B09E3EFC0505}" dt="2020-09-01T00:51:11.499" v="464" actId="6549"/>
        <pc:sldMkLst>
          <pc:docMk/>
          <pc:sldMk cId="0" sldId="283"/>
        </pc:sldMkLst>
        <pc:spChg chg="mod">
          <ac:chgData name="Ivan Granja" userId="d0a12471-25a3-466a-a647-7cb796ed786c" providerId="ADAL" clId="{4C60BCA5-9276-49A8-9552-B09E3EFC0505}" dt="2020-09-01T00:51:11.499" v="464" actId="6549"/>
          <ac:spMkLst>
            <pc:docMk/>
            <pc:sldMk cId="0" sldId="283"/>
            <ac:spMk id="174084" creationId="{C0BE5E7B-D6CC-4AD5-9ADC-A08E32AE8906}"/>
          </ac:spMkLst>
        </pc:spChg>
        <pc:picChg chg="mod">
          <ac:chgData name="Ivan Granja" userId="d0a12471-25a3-466a-a647-7cb796ed786c" providerId="ADAL" clId="{4C60BCA5-9276-49A8-9552-B09E3EFC0505}" dt="2020-09-01T00:50:37.680" v="454" actId="1076"/>
          <ac:picMkLst>
            <pc:docMk/>
            <pc:sldMk cId="0" sldId="283"/>
            <ac:picMk id="174085" creationId="{90655127-73CA-4D5C-86F2-CC18E8822CC8}"/>
          </ac:picMkLst>
        </pc:picChg>
        <pc:picChg chg="mod">
          <ac:chgData name="Ivan Granja" userId="d0a12471-25a3-466a-a647-7cb796ed786c" providerId="ADAL" clId="{4C60BCA5-9276-49A8-9552-B09E3EFC0505}" dt="2020-09-01T00:51:07.439" v="463" actId="1076"/>
          <ac:picMkLst>
            <pc:docMk/>
            <pc:sldMk cId="0" sldId="283"/>
            <ac:picMk id="174086" creationId="{E68C6E87-0358-4EF7-8318-80864E5AB72F}"/>
          </ac:picMkLst>
        </pc:picChg>
      </pc:sldChg>
      <pc:sldChg chg="modSp mod">
        <pc:chgData name="Ivan Granja" userId="d0a12471-25a3-466a-a647-7cb796ed786c" providerId="ADAL" clId="{4C60BCA5-9276-49A8-9552-B09E3EFC0505}" dt="2020-09-01T00:53:21.525" v="488" actId="1076"/>
        <pc:sldMkLst>
          <pc:docMk/>
          <pc:sldMk cId="0" sldId="284"/>
        </pc:sldMkLst>
        <pc:spChg chg="mod">
          <ac:chgData name="Ivan Granja" userId="d0a12471-25a3-466a-a647-7cb796ed786c" providerId="ADAL" clId="{4C60BCA5-9276-49A8-9552-B09E3EFC0505}" dt="2020-09-01T00:51:39.464" v="469" actId="1076"/>
          <ac:spMkLst>
            <pc:docMk/>
            <pc:sldMk cId="0" sldId="284"/>
            <ac:spMk id="175106" creationId="{6F9ECFEA-B9DC-4BAD-ACBA-686703E93ED1}"/>
          </ac:spMkLst>
        </pc:spChg>
        <pc:spChg chg="mod">
          <ac:chgData name="Ivan Granja" userId="d0a12471-25a3-466a-a647-7cb796ed786c" providerId="ADAL" clId="{4C60BCA5-9276-49A8-9552-B09E3EFC0505}" dt="2020-09-01T00:52:06.883" v="485" actId="20577"/>
          <ac:spMkLst>
            <pc:docMk/>
            <pc:sldMk cId="0" sldId="284"/>
            <ac:spMk id="175107" creationId="{5C9D78B3-272C-4DC1-89C4-B566BC007F81}"/>
          </ac:spMkLst>
        </pc:spChg>
        <pc:picChg chg="mod">
          <ac:chgData name="Ivan Granja" userId="d0a12471-25a3-466a-a647-7cb796ed786c" providerId="ADAL" clId="{4C60BCA5-9276-49A8-9552-B09E3EFC0505}" dt="2020-09-01T00:53:21.525" v="488" actId="1076"/>
          <ac:picMkLst>
            <pc:docMk/>
            <pc:sldMk cId="0" sldId="284"/>
            <ac:picMk id="175108" creationId="{7D6C5411-95DD-49F0-BE2F-28863F5389E7}"/>
          </ac:picMkLst>
        </pc:picChg>
        <pc:picChg chg="mod">
          <ac:chgData name="Ivan Granja" userId="d0a12471-25a3-466a-a647-7cb796ed786c" providerId="ADAL" clId="{4C60BCA5-9276-49A8-9552-B09E3EFC0505}" dt="2020-09-01T00:52:10.582" v="486" actId="1076"/>
          <ac:picMkLst>
            <pc:docMk/>
            <pc:sldMk cId="0" sldId="284"/>
            <ac:picMk id="175109" creationId="{8231746F-AE6D-4F1B-8305-04F5D6CBF5E5}"/>
          </ac:picMkLst>
        </pc:picChg>
      </pc:sldChg>
      <pc:sldChg chg="modSp">
        <pc:chgData name="Ivan Granja" userId="d0a12471-25a3-466a-a647-7cb796ed786c" providerId="ADAL" clId="{4C60BCA5-9276-49A8-9552-B09E3EFC0505}" dt="2020-09-01T01:00:30.925" v="498" actId="1035"/>
        <pc:sldMkLst>
          <pc:docMk/>
          <pc:sldMk cId="0" sldId="285"/>
        </pc:sldMkLst>
        <pc:spChg chg="mod">
          <ac:chgData name="Ivan Granja" userId="d0a12471-25a3-466a-a647-7cb796ed786c" providerId="ADAL" clId="{4C60BCA5-9276-49A8-9552-B09E3EFC0505}" dt="2020-09-01T01:00:30.925" v="498" actId="1035"/>
          <ac:spMkLst>
            <pc:docMk/>
            <pc:sldMk cId="0" sldId="285"/>
            <ac:spMk id="176131" creationId="{B539103F-EEEE-4529-9905-4C70FEF65646}"/>
          </ac:spMkLst>
        </pc:spChg>
        <pc:spChg chg="mod">
          <ac:chgData name="Ivan Granja" userId="d0a12471-25a3-466a-a647-7cb796ed786c" providerId="ADAL" clId="{4C60BCA5-9276-49A8-9552-B09E3EFC0505}" dt="2020-09-01T00:53:47.804" v="493" actId="1076"/>
          <ac:spMkLst>
            <pc:docMk/>
            <pc:sldMk cId="0" sldId="285"/>
            <ac:spMk id="176132" creationId="{61340B22-1241-4BD3-B186-7E55DEE9476E}"/>
          </ac:spMkLst>
        </pc:spChg>
        <pc:spChg chg="mod">
          <ac:chgData name="Ivan Granja" userId="d0a12471-25a3-466a-a647-7cb796ed786c" providerId="ADAL" clId="{4C60BCA5-9276-49A8-9552-B09E3EFC0505}" dt="2020-09-01T00:53:47.804" v="493" actId="1076"/>
          <ac:spMkLst>
            <pc:docMk/>
            <pc:sldMk cId="0" sldId="285"/>
            <ac:spMk id="176133" creationId="{E2BBF67B-0035-4BFD-A203-C526771AC80D}"/>
          </ac:spMkLst>
        </pc:spChg>
        <pc:spChg chg="mod">
          <ac:chgData name="Ivan Granja" userId="d0a12471-25a3-466a-a647-7cb796ed786c" providerId="ADAL" clId="{4C60BCA5-9276-49A8-9552-B09E3EFC0505}" dt="2020-09-01T00:53:47.804" v="493" actId="1076"/>
          <ac:spMkLst>
            <pc:docMk/>
            <pc:sldMk cId="0" sldId="285"/>
            <ac:spMk id="176134" creationId="{7BE07D5E-8424-4C48-A345-B9E036390197}"/>
          </ac:spMkLst>
        </pc:spChg>
      </pc:sldChg>
      <pc:sldChg chg="modSp mod">
        <pc:chgData name="Ivan Granja" userId="d0a12471-25a3-466a-a647-7cb796ed786c" providerId="ADAL" clId="{4C60BCA5-9276-49A8-9552-B09E3EFC0505}" dt="2020-09-01T01:01:46.998" v="535" actId="20577"/>
        <pc:sldMkLst>
          <pc:docMk/>
          <pc:sldMk cId="0" sldId="286"/>
        </pc:sldMkLst>
        <pc:spChg chg="mod">
          <ac:chgData name="Ivan Granja" userId="d0a12471-25a3-466a-a647-7cb796ed786c" providerId="ADAL" clId="{4C60BCA5-9276-49A8-9552-B09E3EFC0505}" dt="2020-09-01T01:01:46.998" v="535" actId="20577"/>
          <ac:spMkLst>
            <pc:docMk/>
            <pc:sldMk cId="0" sldId="286"/>
            <ac:spMk id="177155" creationId="{8220EA0C-3CA5-45B3-BD2F-D808653E00B4}"/>
          </ac:spMkLst>
        </pc:spChg>
      </pc:sldChg>
      <pc:sldChg chg="addSp delSp modSp mod">
        <pc:chgData name="Ivan Granja" userId="d0a12471-25a3-466a-a647-7cb796ed786c" providerId="ADAL" clId="{4C60BCA5-9276-49A8-9552-B09E3EFC0505}" dt="2020-09-01T01:07:09.886" v="628" actId="20577"/>
        <pc:sldMkLst>
          <pc:docMk/>
          <pc:sldMk cId="0" sldId="287"/>
        </pc:sldMkLst>
        <pc:spChg chg="add del mod">
          <ac:chgData name="Ivan Granja" userId="d0a12471-25a3-466a-a647-7cb796ed786c" providerId="ADAL" clId="{4C60BCA5-9276-49A8-9552-B09E3EFC0505}" dt="2020-09-01T01:03:05.911" v="580" actId="478"/>
          <ac:spMkLst>
            <pc:docMk/>
            <pc:sldMk cId="0" sldId="287"/>
            <ac:spMk id="7" creationId="{B6F937AC-8B08-4DF4-ACCE-B2A9BDFEA39B}"/>
          </ac:spMkLst>
        </pc:spChg>
        <pc:spChg chg="mod">
          <ac:chgData name="Ivan Granja" userId="d0a12471-25a3-466a-a647-7cb796ed786c" providerId="ADAL" clId="{4C60BCA5-9276-49A8-9552-B09E3EFC0505}" dt="2020-09-01T01:07:09.886" v="628" actId="20577"/>
          <ac:spMkLst>
            <pc:docMk/>
            <pc:sldMk cId="0" sldId="287"/>
            <ac:spMk id="178179" creationId="{01AB1BFB-CA72-4FF2-85C4-93C7C9A57F24}"/>
          </ac:spMkLst>
        </pc:spChg>
        <pc:spChg chg="del">
          <ac:chgData name="Ivan Granja" userId="d0a12471-25a3-466a-a647-7cb796ed786c" providerId="ADAL" clId="{4C60BCA5-9276-49A8-9552-B09E3EFC0505}" dt="2020-09-01T01:02:15.680" v="567" actId="478"/>
          <ac:spMkLst>
            <pc:docMk/>
            <pc:sldMk cId="0" sldId="287"/>
            <ac:spMk id="178180" creationId="{48EDF30F-910E-4C8D-8F6D-5F67532211E6}"/>
          </ac:spMkLst>
        </pc:spChg>
        <pc:spChg chg="del mod">
          <ac:chgData name="Ivan Granja" userId="d0a12471-25a3-466a-a647-7cb796ed786c" providerId="ADAL" clId="{4C60BCA5-9276-49A8-9552-B09E3EFC0505}" dt="2020-09-01T01:03:10.259" v="582" actId="478"/>
          <ac:spMkLst>
            <pc:docMk/>
            <pc:sldMk cId="0" sldId="287"/>
            <ac:spMk id="178181" creationId="{1D7C6D17-91D5-43C5-BBB1-3F3F1BD5BA9F}"/>
          </ac:spMkLst>
        </pc:spChg>
        <pc:spChg chg="del mod">
          <ac:chgData name="Ivan Granja" userId="d0a12471-25a3-466a-a647-7cb796ed786c" providerId="ADAL" clId="{4C60BCA5-9276-49A8-9552-B09E3EFC0505}" dt="2020-09-01T01:03:07.970" v="581" actId="478"/>
          <ac:spMkLst>
            <pc:docMk/>
            <pc:sldMk cId="0" sldId="287"/>
            <ac:spMk id="178182" creationId="{414AD247-BEFD-4BE4-A1BF-ABEAE7010E85}"/>
          </ac:spMkLst>
        </pc:spChg>
        <pc:picChg chg="add mod">
          <ac:chgData name="Ivan Granja" userId="d0a12471-25a3-466a-a647-7cb796ed786c" providerId="ADAL" clId="{4C60BCA5-9276-49A8-9552-B09E3EFC0505}" dt="2020-09-01T01:03:20.916" v="586" actId="1076"/>
          <ac:picMkLst>
            <pc:docMk/>
            <pc:sldMk cId="0" sldId="287"/>
            <ac:picMk id="2" creationId="{8E5D8119-3BD9-46B7-B8DD-DD18D47C3E65}"/>
          </ac:picMkLst>
        </pc:picChg>
      </pc:sldChg>
      <pc:sldChg chg="delSp">
        <pc:chgData name="Ivan Granja" userId="d0a12471-25a3-466a-a647-7cb796ed786c" providerId="ADAL" clId="{4C60BCA5-9276-49A8-9552-B09E3EFC0505}" dt="2020-09-01T01:03:01.486" v="579" actId="21"/>
        <pc:sldMkLst>
          <pc:docMk/>
          <pc:sldMk cId="0" sldId="288"/>
        </pc:sldMkLst>
        <pc:picChg chg="del">
          <ac:chgData name="Ivan Granja" userId="d0a12471-25a3-466a-a647-7cb796ed786c" providerId="ADAL" clId="{4C60BCA5-9276-49A8-9552-B09E3EFC0505}" dt="2020-09-01T01:03:01.486" v="579" actId="21"/>
          <ac:picMkLst>
            <pc:docMk/>
            <pc:sldMk cId="0" sldId="288"/>
            <ac:picMk id="179204" creationId="{1D1DBCF6-788E-409B-AFBA-FFE331089F93}"/>
          </ac:picMkLst>
        </pc:picChg>
      </pc:sldChg>
      <pc:sldChg chg="modSp">
        <pc:chgData name="Ivan Granja" userId="d0a12471-25a3-466a-a647-7cb796ed786c" providerId="ADAL" clId="{4C60BCA5-9276-49A8-9552-B09E3EFC0505}" dt="2020-09-08T12:33:32.166" v="629" actId="1076"/>
        <pc:sldMkLst>
          <pc:docMk/>
          <pc:sldMk cId="0" sldId="299"/>
        </pc:sldMkLst>
        <pc:picChg chg="mod">
          <ac:chgData name="Ivan Granja" userId="d0a12471-25a3-466a-a647-7cb796ed786c" providerId="ADAL" clId="{4C60BCA5-9276-49A8-9552-B09E3EFC0505}" dt="2020-09-08T12:33:32.166" v="629" actId="1076"/>
          <ac:picMkLst>
            <pc:docMk/>
            <pc:sldMk cId="0" sldId="299"/>
            <ac:picMk id="190469" creationId="{28ECCD98-61C4-4706-AA20-FCFF8C36780A}"/>
          </ac:picMkLst>
        </pc:picChg>
      </pc:sldChg>
      <pc:sldChg chg="modSp">
        <pc:chgData name="Ivan Granja" userId="d0a12471-25a3-466a-a647-7cb796ed786c" providerId="ADAL" clId="{4C60BCA5-9276-49A8-9552-B09E3EFC0505}" dt="2020-09-01T00:36:02.962" v="240" actId="1076"/>
        <pc:sldMkLst>
          <pc:docMk/>
          <pc:sldMk cId="1742586168" sldId="318"/>
        </pc:sldMkLst>
        <pc:spChg chg="mod">
          <ac:chgData name="Ivan Granja" userId="d0a12471-25a3-466a-a647-7cb796ed786c" providerId="ADAL" clId="{4C60BCA5-9276-49A8-9552-B09E3EFC0505}" dt="2020-09-01T00:36:02.962" v="240" actId="1076"/>
          <ac:spMkLst>
            <pc:docMk/>
            <pc:sldMk cId="1742586168" sldId="318"/>
            <ac:spMk id="14339" creationId="{00000000-0000-0000-0000-000000000000}"/>
          </ac:spMkLst>
        </pc:spChg>
      </pc:sldChg>
      <pc:sldChg chg="modSp mod">
        <pc:chgData name="Ivan Granja" userId="d0a12471-25a3-466a-a647-7cb796ed786c" providerId="ADAL" clId="{4C60BCA5-9276-49A8-9552-B09E3EFC0505}" dt="2020-09-01T00:35:50.431" v="239" actId="255"/>
        <pc:sldMkLst>
          <pc:docMk/>
          <pc:sldMk cId="0" sldId="322"/>
        </pc:sldMkLst>
        <pc:spChg chg="mod">
          <ac:chgData name="Ivan Granja" userId="d0a12471-25a3-466a-a647-7cb796ed786c" providerId="ADAL" clId="{4C60BCA5-9276-49A8-9552-B09E3EFC0505}" dt="2020-09-01T00:35:50.431" v="239" actId="255"/>
          <ac:spMkLst>
            <pc:docMk/>
            <pc:sldMk cId="0" sldId="322"/>
            <ac:spMk id="209923" creationId="{820F4578-4B12-48F9-A26E-A9B3CC93A4A7}"/>
          </ac:spMkLst>
        </pc:spChg>
      </pc:sldChg>
      <pc:sldChg chg="modSp mod">
        <pc:chgData name="Ivan Granja" userId="d0a12471-25a3-466a-a647-7cb796ed786c" providerId="ADAL" clId="{4C60BCA5-9276-49A8-9552-B09E3EFC0505}" dt="2020-09-01T00:35:45.282" v="238" actId="1076"/>
        <pc:sldMkLst>
          <pc:docMk/>
          <pc:sldMk cId="0" sldId="323"/>
        </pc:sldMkLst>
        <pc:spChg chg="mod">
          <ac:chgData name="Ivan Granja" userId="d0a12471-25a3-466a-a647-7cb796ed786c" providerId="ADAL" clId="{4C60BCA5-9276-49A8-9552-B09E3EFC0505}" dt="2020-09-01T00:35:45.282" v="238" actId="1076"/>
          <ac:spMkLst>
            <pc:docMk/>
            <pc:sldMk cId="0" sldId="323"/>
            <ac:spMk id="210947" creationId="{A8F38C05-6E7B-40E0-A76D-622108629804}"/>
          </ac:spMkLst>
        </pc:spChg>
      </pc:sldChg>
    </pc:docChg>
  </pc:docChgLst>
  <pc:docChgLst>
    <pc:chgData name="Ivan Granja" userId="d0a12471-25a3-466a-a647-7cb796ed786c" providerId="ADAL" clId="{A95D5F24-2791-40C2-8D12-06AD1F8CA56D}"/>
    <pc:docChg chg="undo custSel addSld delSld modSld sldOrd delMainMaster">
      <pc:chgData name="Ivan Granja" userId="d0a12471-25a3-466a-a647-7cb796ed786c" providerId="ADAL" clId="{A95D5F24-2791-40C2-8D12-06AD1F8CA56D}" dt="2020-09-29T10:44:19.673" v="2585" actId="1037"/>
      <pc:docMkLst>
        <pc:docMk/>
      </pc:docMkLst>
      <pc:sldChg chg="modSp mod">
        <pc:chgData name="Ivan Granja" userId="d0a12471-25a3-466a-a647-7cb796ed786c" providerId="ADAL" clId="{A95D5F24-2791-40C2-8D12-06AD1F8CA56D}" dt="2020-09-27T23:02:28.648" v="143" actId="20577"/>
        <pc:sldMkLst>
          <pc:docMk/>
          <pc:sldMk cId="0" sldId="256"/>
        </pc:sldMkLst>
        <pc:spChg chg="mod">
          <ac:chgData name="Ivan Granja" userId="d0a12471-25a3-466a-a647-7cb796ed786c" providerId="ADAL" clId="{A95D5F24-2791-40C2-8D12-06AD1F8CA56D}" dt="2020-09-27T23:02:28.648" v="143" actId="20577"/>
          <ac:spMkLst>
            <pc:docMk/>
            <pc:sldMk cId="0" sldId="256"/>
            <ac:spMk id="4103" creationId="{00000000-0000-0000-0000-000000000000}"/>
          </ac:spMkLst>
        </pc:spChg>
      </pc:sldChg>
      <pc:sldChg chg="del">
        <pc:chgData name="Ivan Granja" userId="d0a12471-25a3-466a-a647-7cb796ed786c" providerId="ADAL" clId="{A95D5F24-2791-40C2-8D12-06AD1F8CA56D}" dt="2020-09-27T23:02:10.560" v="92" actId="47"/>
        <pc:sldMkLst>
          <pc:docMk/>
          <pc:sldMk cId="0" sldId="257"/>
        </pc:sldMkLst>
      </pc:sldChg>
      <pc:sldChg chg="modSp del mod">
        <pc:chgData name="Ivan Granja" userId="d0a12471-25a3-466a-a647-7cb796ed786c" providerId="ADAL" clId="{A95D5F24-2791-40C2-8D12-06AD1F8CA56D}" dt="2020-09-29T10:43:32.737" v="2573" actId="2711"/>
        <pc:sldMkLst>
          <pc:docMk/>
          <pc:sldMk cId="0" sldId="258"/>
        </pc:sldMkLst>
        <pc:spChg chg="mod">
          <ac:chgData name="Ivan Granja" userId="d0a12471-25a3-466a-a647-7cb796ed786c" providerId="ADAL" clId="{A95D5F24-2791-40C2-8D12-06AD1F8CA56D}" dt="2020-09-27T23:07:12.839" v="280" actId="14100"/>
          <ac:spMkLst>
            <pc:docMk/>
            <pc:sldMk cId="0" sldId="258"/>
            <ac:spMk id="277506" creationId="{747DAD17-FB58-4F7C-B30E-E2A75BF07104}"/>
          </ac:spMkLst>
        </pc:spChg>
        <pc:spChg chg="mod">
          <ac:chgData name="Ivan Granja" userId="d0a12471-25a3-466a-a647-7cb796ed786c" providerId="ADAL" clId="{A95D5F24-2791-40C2-8D12-06AD1F8CA56D}" dt="2020-09-29T10:43:32.737" v="2573" actId="2711"/>
          <ac:spMkLst>
            <pc:docMk/>
            <pc:sldMk cId="0" sldId="258"/>
            <ac:spMk id="277507" creationId="{219E219F-9B47-4A71-817D-078AFF17DB2F}"/>
          </ac:spMkLst>
        </pc:spChg>
        <pc:spChg chg="mod">
          <ac:chgData name="Ivan Granja" userId="d0a12471-25a3-466a-a647-7cb796ed786c" providerId="ADAL" clId="{A95D5F24-2791-40C2-8D12-06AD1F8CA56D}" dt="2020-09-28T00:01:00.657" v="2545" actId="1076"/>
          <ac:spMkLst>
            <pc:docMk/>
            <pc:sldMk cId="0" sldId="258"/>
            <ac:spMk id="277512" creationId="{AEB831F0-CDE1-454E-8C5A-E1D6F627CA72}"/>
          </ac:spMkLst>
        </pc:spChg>
        <pc:picChg chg="mod">
          <ac:chgData name="Ivan Granja" userId="d0a12471-25a3-466a-a647-7cb796ed786c" providerId="ADAL" clId="{A95D5F24-2791-40C2-8D12-06AD1F8CA56D}" dt="2020-09-29T10:43:32.737" v="2573" actId="2711"/>
          <ac:picMkLst>
            <pc:docMk/>
            <pc:sldMk cId="0" sldId="258"/>
            <ac:picMk id="277508" creationId="{F00B27F5-FC13-4089-A92B-E38B22BABCBF}"/>
          </ac:picMkLst>
        </pc:picChg>
        <pc:picChg chg="mod">
          <ac:chgData name="Ivan Granja" userId="d0a12471-25a3-466a-a647-7cb796ed786c" providerId="ADAL" clId="{A95D5F24-2791-40C2-8D12-06AD1F8CA56D}" dt="2020-09-27T23:44:23.149" v="2313" actId="1076"/>
          <ac:picMkLst>
            <pc:docMk/>
            <pc:sldMk cId="0" sldId="258"/>
            <ac:picMk id="277509" creationId="{774C8744-41CF-4C89-A505-73206124904B}"/>
          </ac:picMkLst>
        </pc:picChg>
        <pc:picChg chg="mod">
          <ac:chgData name="Ivan Granja" userId="d0a12471-25a3-466a-a647-7cb796ed786c" providerId="ADAL" clId="{A95D5F24-2791-40C2-8D12-06AD1F8CA56D}" dt="2020-09-27T23:45:06.284" v="2359" actId="1076"/>
          <ac:picMkLst>
            <pc:docMk/>
            <pc:sldMk cId="0" sldId="258"/>
            <ac:picMk id="277510" creationId="{8717ED71-FE6A-4D6F-A9CB-2ACEE0EFFC0F}"/>
          </ac:picMkLst>
        </pc:picChg>
        <pc:picChg chg="mod">
          <ac:chgData name="Ivan Granja" userId="d0a12471-25a3-466a-a647-7cb796ed786c" providerId="ADAL" clId="{A95D5F24-2791-40C2-8D12-06AD1F8CA56D}" dt="2020-09-27T23:44:13.518" v="2309" actId="1076"/>
          <ac:picMkLst>
            <pc:docMk/>
            <pc:sldMk cId="0" sldId="258"/>
            <ac:picMk id="277511" creationId="{986CD9EC-F111-45A5-B756-B70B0D582A64}"/>
          </ac:picMkLst>
        </pc:picChg>
      </pc:sldChg>
      <pc:sldChg chg="modSp del mod">
        <pc:chgData name="Ivan Granja" userId="d0a12471-25a3-466a-a647-7cb796ed786c" providerId="ADAL" clId="{A95D5F24-2791-40C2-8D12-06AD1F8CA56D}" dt="2020-09-29T10:43:04.388" v="2569" actId="2711"/>
        <pc:sldMkLst>
          <pc:docMk/>
          <pc:sldMk cId="0" sldId="259"/>
        </pc:sldMkLst>
        <pc:spChg chg="mod">
          <ac:chgData name="Ivan Granja" userId="d0a12471-25a3-466a-a647-7cb796ed786c" providerId="ADAL" clId="{A95D5F24-2791-40C2-8D12-06AD1F8CA56D}" dt="2020-09-27T23:47:48.779" v="2380" actId="404"/>
          <ac:spMkLst>
            <pc:docMk/>
            <pc:sldMk cId="0" sldId="259"/>
            <ac:spMk id="278530" creationId="{6E226017-B899-4759-83CA-36F89B68DA32}"/>
          </ac:spMkLst>
        </pc:spChg>
        <pc:spChg chg="mod">
          <ac:chgData name="Ivan Granja" userId="d0a12471-25a3-466a-a647-7cb796ed786c" providerId="ADAL" clId="{A95D5F24-2791-40C2-8D12-06AD1F8CA56D}" dt="2020-09-29T10:43:04.388" v="2569" actId="2711"/>
          <ac:spMkLst>
            <pc:docMk/>
            <pc:sldMk cId="0" sldId="259"/>
            <ac:spMk id="278531" creationId="{67E7F6BB-F99D-4F23-9151-56EC31EC231C}"/>
          </ac:spMkLst>
        </pc:spChg>
      </pc:sldChg>
      <pc:sldChg chg="del">
        <pc:chgData name="Ivan Granja" userId="d0a12471-25a3-466a-a647-7cb796ed786c" providerId="ADAL" clId="{A95D5F24-2791-40C2-8D12-06AD1F8CA56D}" dt="2020-09-27T23:01:11.180" v="12" actId="47"/>
        <pc:sldMkLst>
          <pc:docMk/>
          <pc:sldMk cId="0" sldId="260"/>
        </pc:sldMkLst>
      </pc:sldChg>
      <pc:sldChg chg="del">
        <pc:chgData name="Ivan Granja" userId="d0a12471-25a3-466a-a647-7cb796ed786c" providerId="ADAL" clId="{A95D5F24-2791-40C2-8D12-06AD1F8CA56D}" dt="2020-09-27T23:01:11.346" v="13" actId="47"/>
        <pc:sldMkLst>
          <pc:docMk/>
          <pc:sldMk cId="0" sldId="261"/>
        </pc:sldMkLst>
      </pc:sldChg>
      <pc:sldChg chg="modSp mod">
        <pc:chgData name="Ivan Granja" userId="d0a12471-25a3-466a-a647-7cb796ed786c" providerId="ADAL" clId="{A95D5F24-2791-40C2-8D12-06AD1F8CA56D}" dt="2020-09-29T10:42:35.568" v="2563" actId="2711"/>
        <pc:sldMkLst>
          <pc:docMk/>
          <pc:sldMk cId="0" sldId="263"/>
        </pc:sldMkLst>
        <pc:spChg chg="mod">
          <ac:chgData name="Ivan Granja" userId="d0a12471-25a3-466a-a647-7cb796ed786c" providerId="ADAL" clId="{A95D5F24-2791-40C2-8D12-06AD1F8CA56D}" dt="2020-09-27T23:47:56.220" v="2382" actId="404"/>
          <ac:spMkLst>
            <pc:docMk/>
            <pc:sldMk cId="0" sldId="263"/>
            <ac:spMk id="282626" creationId="{AE1F0AC7-EE2A-4996-AEF4-E3995591DAC8}"/>
          </ac:spMkLst>
        </pc:spChg>
        <pc:spChg chg="mod">
          <ac:chgData name="Ivan Granja" userId="d0a12471-25a3-466a-a647-7cb796ed786c" providerId="ADAL" clId="{A95D5F24-2791-40C2-8D12-06AD1F8CA56D}" dt="2020-09-29T10:42:35.568" v="2563" actId="2711"/>
          <ac:spMkLst>
            <pc:docMk/>
            <pc:sldMk cId="0" sldId="263"/>
            <ac:spMk id="282627" creationId="{B0F7951A-DB5F-44A6-BEFB-ABED369466A5}"/>
          </ac:spMkLst>
        </pc:spChg>
      </pc:sldChg>
      <pc:sldChg chg="modSp del mod ord">
        <pc:chgData name="Ivan Granja" userId="d0a12471-25a3-466a-a647-7cb796ed786c" providerId="ADAL" clId="{A95D5F24-2791-40C2-8D12-06AD1F8CA56D}" dt="2020-09-27T23:52:04.984" v="2478" actId="14100"/>
        <pc:sldMkLst>
          <pc:docMk/>
          <pc:sldMk cId="3248840996" sldId="264"/>
        </pc:sldMkLst>
        <pc:spChg chg="mod">
          <ac:chgData name="Ivan Granja" userId="d0a12471-25a3-466a-a647-7cb796ed786c" providerId="ADAL" clId="{A95D5F24-2791-40C2-8D12-06AD1F8CA56D}" dt="2020-09-27T23:52:04.984" v="2478" actId="14100"/>
          <ac:spMkLst>
            <pc:docMk/>
            <pc:sldMk cId="3248840996" sldId="264"/>
            <ac:spMk id="283650" creationId="{82FB1ED0-B7B8-49DF-B810-BE2073A78771}"/>
          </ac:spMkLst>
        </pc:spChg>
      </pc:sldChg>
      <pc:sldChg chg="modSp">
        <pc:chgData name="Ivan Granja" userId="d0a12471-25a3-466a-a647-7cb796ed786c" providerId="ADAL" clId="{A95D5F24-2791-40C2-8D12-06AD1F8CA56D}" dt="2020-09-27T23:58:26.580" v="2517" actId="2085"/>
        <pc:sldMkLst>
          <pc:docMk/>
          <pc:sldMk cId="0" sldId="265"/>
        </pc:sldMkLst>
        <pc:spChg chg="mod">
          <ac:chgData name="Ivan Granja" userId="d0a12471-25a3-466a-a647-7cb796ed786c" providerId="ADAL" clId="{A95D5F24-2791-40C2-8D12-06AD1F8CA56D}" dt="2020-09-27T23:09:59.546" v="470" actId="1076"/>
          <ac:spMkLst>
            <pc:docMk/>
            <pc:sldMk cId="0" sldId="265"/>
            <ac:spMk id="284679" creationId="{02651437-B03D-4DE9-8E72-363A5D771565}"/>
          </ac:spMkLst>
        </pc:spChg>
        <pc:picChg chg="mod">
          <ac:chgData name="Ivan Granja" userId="d0a12471-25a3-466a-a647-7cb796ed786c" providerId="ADAL" clId="{A95D5F24-2791-40C2-8D12-06AD1F8CA56D}" dt="2020-09-27T23:09:59.546" v="470" actId="1076"/>
          <ac:picMkLst>
            <pc:docMk/>
            <pc:sldMk cId="0" sldId="265"/>
            <ac:picMk id="284675" creationId="{1175993F-D7D2-4CBD-A3B4-55221F406CDD}"/>
          </ac:picMkLst>
        </pc:picChg>
        <pc:picChg chg="mod">
          <ac:chgData name="Ivan Granja" userId="d0a12471-25a3-466a-a647-7cb796ed786c" providerId="ADAL" clId="{A95D5F24-2791-40C2-8D12-06AD1F8CA56D}" dt="2020-09-27T23:58:26.580" v="2517" actId="2085"/>
          <ac:picMkLst>
            <pc:docMk/>
            <pc:sldMk cId="0" sldId="265"/>
            <ac:picMk id="284676" creationId="{E7C87ACE-88EE-4A99-854C-C266F4E48C6D}"/>
          </ac:picMkLst>
        </pc:picChg>
      </pc:sldChg>
      <pc:sldChg chg="modSp">
        <pc:chgData name="Ivan Granja" userId="d0a12471-25a3-466a-a647-7cb796ed786c" providerId="ADAL" clId="{A95D5F24-2791-40C2-8D12-06AD1F8CA56D}" dt="2020-09-27T23:58:35.999" v="2518" actId="2085"/>
        <pc:sldMkLst>
          <pc:docMk/>
          <pc:sldMk cId="0" sldId="266"/>
        </pc:sldMkLst>
        <pc:picChg chg="mod">
          <ac:chgData name="Ivan Granja" userId="d0a12471-25a3-466a-a647-7cb796ed786c" providerId="ADAL" clId="{A95D5F24-2791-40C2-8D12-06AD1F8CA56D}" dt="2020-09-27T23:10:03.603" v="471" actId="1076"/>
          <ac:picMkLst>
            <pc:docMk/>
            <pc:sldMk cId="0" sldId="266"/>
            <ac:picMk id="285699" creationId="{6C7A7A5C-AA82-4E17-ACE7-4ED672129013}"/>
          </ac:picMkLst>
        </pc:picChg>
        <pc:picChg chg="mod">
          <ac:chgData name="Ivan Granja" userId="d0a12471-25a3-466a-a647-7cb796ed786c" providerId="ADAL" clId="{A95D5F24-2791-40C2-8D12-06AD1F8CA56D}" dt="2020-09-27T23:58:35.999" v="2518" actId="2085"/>
          <ac:picMkLst>
            <pc:docMk/>
            <pc:sldMk cId="0" sldId="266"/>
            <ac:picMk id="285701" creationId="{4F2D6FA3-2F2F-4813-A891-DE31BF6B7BB6}"/>
          </ac:picMkLst>
        </pc:picChg>
      </pc:sldChg>
      <pc:sldChg chg="modSp">
        <pc:chgData name="Ivan Granja" userId="d0a12471-25a3-466a-a647-7cb796ed786c" providerId="ADAL" clId="{A95D5F24-2791-40C2-8D12-06AD1F8CA56D}" dt="2020-09-27T23:58:43.940" v="2520" actId="2085"/>
        <pc:sldMkLst>
          <pc:docMk/>
          <pc:sldMk cId="0" sldId="267"/>
        </pc:sldMkLst>
        <pc:spChg chg="mod">
          <ac:chgData name="Ivan Granja" userId="d0a12471-25a3-466a-a647-7cb796ed786c" providerId="ADAL" clId="{A95D5F24-2791-40C2-8D12-06AD1F8CA56D}" dt="2020-09-27T23:10:09.778" v="472" actId="1076"/>
          <ac:spMkLst>
            <pc:docMk/>
            <pc:sldMk cId="0" sldId="267"/>
            <ac:spMk id="286726" creationId="{88D86900-CB03-4B90-B0ED-F1C5EA8B2995}"/>
          </ac:spMkLst>
        </pc:spChg>
        <pc:picChg chg="mod">
          <ac:chgData name="Ivan Granja" userId="d0a12471-25a3-466a-a647-7cb796ed786c" providerId="ADAL" clId="{A95D5F24-2791-40C2-8D12-06AD1F8CA56D}" dt="2020-09-27T23:10:12.676" v="473" actId="1076"/>
          <ac:picMkLst>
            <pc:docMk/>
            <pc:sldMk cId="0" sldId="267"/>
            <ac:picMk id="286723" creationId="{4FC9F106-657E-40F5-B79D-C2C99437D19E}"/>
          </ac:picMkLst>
        </pc:picChg>
        <pc:picChg chg="mod">
          <ac:chgData name="Ivan Granja" userId="d0a12471-25a3-466a-a647-7cb796ed786c" providerId="ADAL" clId="{A95D5F24-2791-40C2-8D12-06AD1F8CA56D}" dt="2020-09-27T23:58:42.049" v="2519" actId="2085"/>
          <ac:picMkLst>
            <pc:docMk/>
            <pc:sldMk cId="0" sldId="267"/>
            <ac:picMk id="286730" creationId="{97561BFA-5A25-4906-91B3-D4AD809F3AF8}"/>
          </ac:picMkLst>
        </pc:picChg>
        <pc:picChg chg="mod">
          <ac:chgData name="Ivan Granja" userId="d0a12471-25a3-466a-a647-7cb796ed786c" providerId="ADAL" clId="{A95D5F24-2791-40C2-8D12-06AD1F8CA56D}" dt="2020-09-27T23:58:43.940" v="2520" actId="2085"/>
          <ac:picMkLst>
            <pc:docMk/>
            <pc:sldMk cId="0" sldId="267"/>
            <ac:picMk id="286731" creationId="{92147771-21A1-42AE-B16A-8BB6B62EF077}"/>
          </ac:picMkLst>
        </pc:picChg>
      </pc:sldChg>
      <pc:sldChg chg="del">
        <pc:chgData name="Ivan Granja" userId="d0a12471-25a3-466a-a647-7cb796ed786c" providerId="ADAL" clId="{A95D5F24-2791-40C2-8D12-06AD1F8CA56D}" dt="2020-09-27T23:01:12.922" v="23" actId="47"/>
        <pc:sldMkLst>
          <pc:docMk/>
          <pc:sldMk cId="0" sldId="268"/>
        </pc:sldMkLst>
      </pc:sldChg>
      <pc:sldChg chg="modSp del mod">
        <pc:chgData name="Ivan Granja" userId="d0a12471-25a3-466a-a647-7cb796ed786c" providerId="ADAL" clId="{A95D5F24-2791-40C2-8D12-06AD1F8CA56D}" dt="2020-09-29T10:44:19.673" v="2585" actId="1037"/>
        <pc:sldMkLst>
          <pc:docMk/>
          <pc:sldMk cId="0" sldId="269"/>
        </pc:sldMkLst>
        <pc:spChg chg="mod">
          <ac:chgData name="Ivan Granja" userId="d0a12471-25a3-466a-a647-7cb796ed786c" providerId="ADAL" clId="{A95D5F24-2791-40C2-8D12-06AD1F8CA56D}" dt="2020-09-27T23:12:11.967" v="571" actId="1076"/>
          <ac:spMkLst>
            <pc:docMk/>
            <pc:sldMk cId="0" sldId="269"/>
            <ac:spMk id="2" creationId="{7F3724FD-43A7-449D-9B2B-5F248D74D62C}"/>
          </ac:spMkLst>
        </pc:spChg>
        <pc:spChg chg="mod">
          <ac:chgData name="Ivan Granja" userId="d0a12471-25a3-466a-a647-7cb796ed786c" providerId="ADAL" clId="{A95D5F24-2791-40C2-8D12-06AD1F8CA56D}" dt="2020-09-27T23:10:21.500" v="477" actId="404"/>
          <ac:spMkLst>
            <pc:docMk/>
            <pc:sldMk cId="0" sldId="269"/>
            <ac:spMk id="288770" creationId="{8E951566-3013-42B5-8678-C8B1FFBCC96D}"/>
          </ac:spMkLst>
        </pc:spChg>
        <pc:spChg chg="mod">
          <ac:chgData name="Ivan Granja" userId="d0a12471-25a3-466a-a647-7cb796ed786c" providerId="ADAL" clId="{A95D5F24-2791-40C2-8D12-06AD1F8CA56D}" dt="2020-09-29T10:44:13.295" v="2576" actId="2711"/>
          <ac:spMkLst>
            <pc:docMk/>
            <pc:sldMk cId="0" sldId="269"/>
            <ac:spMk id="288772" creationId="{D7024ED7-4F34-4458-87C2-B3E109D44331}"/>
          </ac:spMkLst>
        </pc:spChg>
        <pc:spChg chg="mod">
          <ac:chgData name="Ivan Granja" userId="d0a12471-25a3-466a-a647-7cb796ed786c" providerId="ADAL" clId="{A95D5F24-2791-40C2-8D12-06AD1F8CA56D}" dt="2020-09-27T23:11:56.228" v="566" actId="14100"/>
          <ac:spMkLst>
            <pc:docMk/>
            <pc:sldMk cId="0" sldId="269"/>
            <ac:spMk id="288777" creationId="{4BC1A606-8CFC-40DE-91BD-AA62FC8B54DB}"/>
          </ac:spMkLst>
        </pc:spChg>
        <pc:spChg chg="mod">
          <ac:chgData name="Ivan Granja" userId="d0a12471-25a3-466a-a647-7cb796ed786c" providerId="ADAL" clId="{A95D5F24-2791-40C2-8D12-06AD1F8CA56D}" dt="2020-09-29T10:44:19.673" v="2585" actId="1037"/>
          <ac:spMkLst>
            <pc:docMk/>
            <pc:sldMk cId="0" sldId="269"/>
            <ac:spMk id="288778" creationId="{0974FD76-83FA-4E11-8F97-314D7A83EFC4}"/>
          </ac:spMkLst>
        </pc:spChg>
      </pc:sldChg>
      <pc:sldChg chg="modSp del">
        <pc:chgData name="Ivan Granja" userId="d0a12471-25a3-466a-a647-7cb796ed786c" providerId="ADAL" clId="{A95D5F24-2791-40C2-8D12-06AD1F8CA56D}" dt="2020-09-27T23:47:08.286" v="2379" actId="207"/>
        <pc:sldMkLst>
          <pc:docMk/>
          <pc:sldMk cId="0" sldId="270"/>
        </pc:sldMkLst>
        <pc:spChg chg="mod">
          <ac:chgData name="Ivan Granja" userId="d0a12471-25a3-466a-a647-7cb796ed786c" providerId="ADAL" clId="{A95D5F24-2791-40C2-8D12-06AD1F8CA56D}" dt="2020-09-27T23:46:09.094" v="2371" actId="1076"/>
          <ac:spMkLst>
            <pc:docMk/>
            <pc:sldMk cId="0" sldId="270"/>
            <ac:spMk id="289795" creationId="{8946583D-0A7F-45E3-B920-E7B11D1DD4C9}"/>
          </ac:spMkLst>
        </pc:spChg>
        <pc:spChg chg="mod">
          <ac:chgData name="Ivan Granja" userId="d0a12471-25a3-466a-a647-7cb796ed786c" providerId="ADAL" clId="{A95D5F24-2791-40C2-8D12-06AD1F8CA56D}" dt="2020-09-27T23:46:09.094" v="2371" actId="1076"/>
          <ac:spMkLst>
            <pc:docMk/>
            <pc:sldMk cId="0" sldId="270"/>
            <ac:spMk id="289796" creationId="{085D7769-A286-4855-ACE8-BE9BC0FCD50D}"/>
          </ac:spMkLst>
        </pc:spChg>
        <pc:spChg chg="mod">
          <ac:chgData name="Ivan Granja" userId="d0a12471-25a3-466a-a647-7cb796ed786c" providerId="ADAL" clId="{A95D5F24-2791-40C2-8D12-06AD1F8CA56D}" dt="2020-09-27T23:46:09.094" v="2371" actId="1076"/>
          <ac:spMkLst>
            <pc:docMk/>
            <pc:sldMk cId="0" sldId="270"/>
            <ac:spMk id="289797" creationId="{951FE86F-5B18-48A5-8337-4F3BD11FFF5E}"/>
          </ac:spMkLst>
        </pc:spChg>
        <pc:spChg chg="mod">
          <ac:chgData name="Ivan Granja" userId="d0a12471-25a3-466a-a647-7cb796ed786c" providerId="ADAL" clId="{A95D5F24-2791-40C2-8D12-06AD1F8CA56D}" dt="2020-09-27T23:47:08.286" v="2379" actId="207"/>
          <ac:spMkLst>
            <pc:docMk/>
            <pc:sldMk cId="0" sldId="270"/>
            <ac:spMk id="289799" creationId="{544F3202-82C8-487C-B9C2-FE1CB499DE43}"/>
          </ac:spMkLst>
        </pc:spChg>
        <pc:grpChg chg="mod">
          <ac:chgData name="Ivan Granja" userId="d0a12471-25a3-466a-a647-7cb796ed786c" providerId="ADAL" clId="{A95D5F24-2791-40C2-8D12-06AD1F8CA56D}" dt="2020-09-27T23:46:09.094" v="2371" actId="1076"/>
          <ac:grpSpMkLst>
            <pc:docMk/>
            <pc:sldMk cId="0" sldId="270"/>
            <ac:grpSpMk id="289800" creationId="{1A7C1B11-2E5F-46A3-9B3C-0D88A1F2901F}"/>
          </ac:grpSpMkLst>
        </pc:grpChg>
      </pc:sldChg>
      <pc:sldChg chg="modSp">
        <pc:chgData name="Ivan Granja" userId="d0a12471-25a3-466a-a647-7cb796ed786c" providerId="ADAL" clId="{A95D5F24-2791-40C2-8D12-06AD1F8CA56D}" dt="2020-09-27T23:46:42.867" v="2375" actId="113"/>
        <pc:sldMkLst>
          <pc:docMk/>
          <pc:sldMk cId="0" sldId="271"/>
        </pc:sldMkLst>
        <pc:spChg chg="mod">
          <ac:chgData name="Ivan Granja" userId="d0a12471-25a3-466a-a647-7cb796ed786c" providerId="ADAL" clId="{A95D5F24-2791-40C2-8D12-06AD1F8CA56D}" dt="2020-09-27T23:46:18.069" v="2373" actId="1076"/>
          <ac:spMkLst>
            <pc:docMk/>
            <pc:sldMk cId="0" sldId="271"/>
            <ac:spMk id="290820" creationId="{14E5AFAB-7A86-42BB-9545-39E85F6FFF9E}"/>
          </ac:spMkLst>
        </pc:spChg>
        <pc:spChg chg="mod">
          <ac:chgData name="Ivan Granja" userId="d0a12471-25a3-466a-a647-7cb796ed786c" providerId="ADAL" clId="{A95D5F24-2791-40C2-8D12-06AD1F8CA56D}" dt="2020-09-27T23:46:18.069" v="2373" actId="1076"/>
          <ac:spMkLst>
            <pc:docMk/>
            <pc:sldMk cId="0" sldId="271"/>
            <ac:spMk id="290821" creationId="{52865E07-C36E-47B7-91DA-CB53D2C912BF}"/>
          </ac:spMkLst>
        </pc:spChg>
        <pc:spChg chg="mod">
          <ac:chgData name="Ivan Granja" userId="d0a12471-25a3-466a-a647-7cb796ed786c" providerId="ADAL" clId="{A95D5F24-2791-40C2-8D12-06AD1F8CA56D}" dt="2020-09-27T23:46:42.867" v="2375" actId="113"/>
          <ac:spMkLst>
            <pc:docMk/>
            <pc:sldMk cId="0" sldId="271"/>
            <ac:spMk id="290822" creationId="{918E8055-6A69-46FA-808A-1ECCF86C1F1D}"/>
          </ac:spMkLst>
        </pc:spChg>
        <pc:spChg chg="mod">
          <ac:chgData name="Ivan Granja" userId="d0a12471-25a3-466a-a647-7cb796ed786c" providerId="ADAL" clId="{A95D5F24-2791-40C2-8D12-06AD1F8CA56D}" dt="2020-09-27T23:46:18.069" v="2373" actId="1076"/>
          <ac:spMkLst>
            <pc:docMk/>
            <pc:sldMk cId="0" sldId="271"/>
            <ac:spMk id="290823" creationId="{DDA2B59E-6BB5-4813-93E4-A2717D39885C}"/>
          </ac:spMkLst>
        </pc:spChg>
        <pc:grpChg chg="mod">
          <ac:chgData name="Ivan Granja" userId="d0a12471-25a3-466a-a647-7cb796ed786c" providerId="ADAL" clId="{A95D5F24-2791-40C2-8D12-06AD1F8CA56D}" dt="2020-09-27T23:46:18.069" v="2373" actId="1076"/>
          <ac:grpSpMkLst>
            <pc:docMk/>
            <pc:sldMk cId="0" sldId="271"/>
            <ac:grpSpMk id="290819" creationId="{20D30CEE-0A79-4D3E-B1A7-2E4714B26BCF}"/>
          </ac:grpSpMkLst>
        </pc:grpChg>
      </pc:sldChg>
      <pc:sldChg chg="del">
        <pc:chgData name="Ivan Granja" userId="d0a12471-25a3-466a-a647-7cb796ed786c" providerId="ADAL" clId="{A95D5F24-2791-40C2-8D12-06AD1F8CA56D}" dt="2020-09-27T23:01:19.981" v="56" actId="47"/>
        <pc:sldMkLst>
          <pc:docMk/>
          <pc:sldMk cId="2853760233" sldId="271"/>
        </pc:sldMkLst>
      </pc:sldChg>
      <pc:sldChg chg="del">
        <pc:chgData name="Ivan Granja" userId="d0a12471-25a3-466a-a647-7cb796ed786c" providerId="ADAL" clId="{A95D5F24-2791-40C2-8D12-06AD1F8CA56D}" dt="2020-09-27T23:01:26.895" v="83" actId="47"/>
        <pc:sldMkLst>
          <pc:docMk/>
          <pc:sldMk cId="0" sldId="272"/>
        </pc:sldMkLst>
      </pc:sldChg>
      <pc:sldChg chg="modSp del mod">
        <pc:chgData name="Ivan Granja" userId="d0a12471-25a3-466a-a647-7cb796ed786c" providerId="ADAL" clId="{A95D5F24-2791-40C2-8D12-06AD1F8CA56D}" dt="2020-09-27T23:46:54.934" v="2377" actId="113"/>
        <pc:sldMkLst>
          <pc:docMk/>
          <pc:sldMk cId="0" sldId="273"/>
        </pc:sldMkLst>
        <pc:spChg chg="mod">
          <ac:chgData name="Ivan Granja" userId="d0a12471-25a3-466a-a647-7cb796ed786c" providerId="ADAL" clId="{A95D5F24-2791-40C2-8D12-06AD1F8CA56D}" dt="2020-09-27T23:46:12.565" v="2372" actId="1076"/>
          <ac:spMkLst>
            <pc:docMk/>
            <pc:sldMk cId="0" sldId="273"/>
            <ac:spMk id="292868" creationId="{F499E082-7D33-46D8-BFCB-AF41CC5AB0B0}"/>
          </ac:spMkLst>
        </pc:spChg>
        <pc:spChg chg="mod">
          <ac:chgData name="Ivan Granja" userId="d0a12471-25a3-466a-a647-7cb796ed786c" providerId="ADAL" clId="{A95D5F24-2791-40C2-8D12-06AD1F8CA56D}" dt="2020-09-27T23:46:12.565" v="2372" actId="1076"/>
          <ac:spMkLst>
            <pc:docMk/>
            <pc:sldMk cId="0" sldId="273"/>
            <ac:spMk id="292869" creationId="{51FDC8B6-B47D-493F-ADCA-A35108E686A8}"/>
          </ac:spMkLst>
        </pc:spChg>
        <pc:spChg chg="mod">
          <ac:chgData name="Ivan Granja" userId="d0a12471-25a3-466a-a647-7cb796ed786c" providerId="ADAL" clId="{A95D5F24-2791-40C2-8D12-06AD1F8CA56D}" dt="2020-09-27T23:46:54.934" v="2377" actId="113"/>
          <ac:spMkLst>
            <pc:docMk/>
            <pc:sldMk cId="0" sldId="273"/>
            <ac:spMk id="292870" creationId="{8BCF2BCA-8969-49B5-99A9-8B0D415A5E8A}"/>
          </ac:spMkLst>
        </pc:spChg>
        <pc:spChg chg="mod">
          <ac:chgData name="Ivan Granja" userId="d0a12471-25a3-466a-a647-7cb796ed786c" providerId="ADAL" clId="{A95D5F24-2791-40C2-8D12-06AD1F8CA56D}" dt="2020-09-27T23:46:12.565" v="2372" actId="1076"/>
          <ac:spMkLst>
            <pc:docMk/>
            <pc:sldMk cId="0" sldId="273"/>
            <ac:spMk id="292871" creationId="{6E2AB3D1-F11B-478A-A049-741296FDA2DA}"/>
          </ac:spMkLst>
        </pc:spChg>
        <pc:grpChg chg="mod">
          <ac:chgData name="Ivan Granja" userId="d0a12471-25a3-466a-a647-7cb796ed786c" providerId="ADAL" clId="{A95D5F24-2791-40C2-8D12-06AD1F8CA56D}" dt="2020-09-27T23:46:12.565" v="2372" actId="1076"/>
          <ac:grpSpMkLst>
            <pc:docMk/>
            <pc:sldMk cId="0" sldId="273"/>
            <ac:grpSpMk id="292867" creationId="{581A7288-2339-45EF-A7EF-99E3DC66B0FD}"/>
          </ac:grpSpMkLst>
        </pc:grpChg>
      </pc:sldChg>
      <pc:sldChg chg="addSp modSp del mod">
        <pc:chgData name="Ivan Granja" userId="d0a12471-25a3-466a-a647-7cb796ed786c" providerId="ADAL" clId="{A95D5F24-2791-40C2-8D12-06AD1F8CA56D}" dt="2020-09-29T10:43:46.955" v="2575" actId="2711"/>
        <pc:sldMkLst>
          <pc:docMk/>
          <pc:sldMk cId="0" sldId="274"/>
        </pc:sldMkLst>
        <pc:spChg chg="mod">
          <ac:chgData name="Ivan Granja" userId="d0a12471-25a3-466a-a647-7cb796ed786c" providerId="ADAL" clId="{A95D5F24-2791-40C2-8D12-06AD1F8CA56D}" dt="2020-09-27T23:34:53.394" v="1801" actId="20577"/>
          <ac:spMkLst>
            <pc:docMk/>
            <pc:sldMk cId="0" sldId="274"/>
            <ac:spMk id="293890" creationId="{582FE206-6A87-4358-93A0-E2680B9955CE}"/>
          </ac:spMkLst>
        </pc:spChg>
        <pc:spChg chg="mod">
          <ac:chgData name="Ivan Granja" userId="d0a12471-25a3-466a-a647-7cb796ed786c" providerId="ADAL" clId="{A95D5F24-2791-40C2-8D12-06AD1F8CA56D}" dt="2020-09-29T10:43:46.955" v="2575" actId="2711"/>
          <ac:spMkLst>
            <pc:docMk/>
            <pc:sldMk cId="0" sldId="274"/>
            <ac:spMk id="293891" creationId="{28AB2F82-CC64-4C75-9324-F81FAF49E718}"/>
          </ac:spMkLst>
        </pc:spChg>
        <pc:picChg chg="add mod">
          <ac:chgData name="Ivan Granja" userId="d0a12471-25a3-466a-a647-7cb796ed786c" providerId="ADAL" clId="{A95D5F24-2791-40C2-8D12-06AD1F8CA56D}" dt="2020-09-27T23:59:43.041" v="2533" actId="1076"/>
          <ac:picMkLst>
            <pc:docMk/>
            <pc:sldMk cId="0" sldId="274"/>
            <ac:picMk id="3" creationId="{E87A810B-0BB1-4313-96B3-EE4D3382C2E1}"/>
          </ac:picMkLst>
        </pc:picChg>
        <pc:picChg chg="add mod ord">
          <ac:chgData name="Ivan Granja" userId="d0a12471-25a3-466a-a647-7cb796ed786c" providerId="ADAL" clId="{A95D5F24-2791-40C2-8D12-06AD1F8CA56D}" dt="2020-09-28T00:01:16.384" v="2546" actId="1076"/>
          <ac:picMkLst>
            <pc:docMk/>
            <pc:sldMk cId="0" sldId="274"/>
            <ac:picMk id="5" creationId="{074221DC-E20B-49FD-9EBC-774DD9BD735A}"/>
          </ac:picMkLst>
        </pc:picChg>
      </pc:sldChg>
      <pc:sldChg chg="del">
        <pc:chgData name="Ivan Granja" userId="d0a12471-25a3-466a-a647-7cb796ed786c" providerId="ADAL" clId="{A95D5F24-2791-40C2-8D12-06AD1F8CA56D}" dt="2020-09-27T23:01:28.135" v="87" actId="47"/>
        <pc:sldMkLst>
          <pc:docMk/>
          <pc:sldMk cId="0" sldId="275"/>
        </pc:sldMkLst>
      </pc:sldChg>
      <pc:sldChg chg="modSp add del mod ord">
        <pc:chgData name="Ivan Granja" userId="d0a12471-25a3-466a-a647-7cb796ed786c" providerId="ADAL" clId="{A95D5F24-2791-40C2-8D12-06AD1F8CA56D}" dt="2020-09-29T10:43:18.873" v="2570" actId="2711"/>
        <pc:sldMkLst>
          <pc:docMk/>
          <pc:sldMk cId="3813715356" sldId="276"/>
        </pc:sldMkLst>
        <pc:spChg chg="mod">
          <ac:chgData name="Ivan Granja" userId="d0a12471-25a3-466a-a647-7cb796ed786c" providerId="ADAL" clId="{A95D5F24-2791-40C2-8D12-06AD1F8CA56D}" dt="2020-09-27T23:33:15.295" v="1717" actId="14100"/>
          <ac:spMkLst>
            <pc:docMk/>
            <pc:sldMk cId="3813715356" sldId="276"/>
            <ac:spMk id="293890" creationId="{582FE206-6A87-4358-93A0-E2680B9955CE}"/>
          </ac:spMkLst>
        </pc:spChg>
        <pc:spChg chg="mod">
          <ac:chgData name="Ivan Granja" userId="d0a12471-25a3-466a-a647-7cb796ed786c" providerId="ADAL" clId="{A95D5F24-2791-40C2-8D12-06AD1F8CA56D}" dt="2020-09-29T10:43:18.873" v="2570" actId="2711"/>
          <ac:spMkLst>
            <pc:docMk/>
            <pc:sldMk cId="3813715356" sldId="276"/>
            <ac:spMk id="293891" creationId="{28AB2F82-CC64-4C75-9324-F81FAF49E718}"/>
          </ac:spMkLst>
        </pc:spChg>
      </pc:sldChg>
      <pc:sldChg chg="modSp add del mod">
        <pc:chgData name="Ivan Granja" userId="d0a12471-25a3-466a-a647-7cb796ed786c" providerId="ADAL" clId="{A95D5F24-2791-40C2-8D12-06AD1F8CA56D}" dt="2020-09-29T10:42:53.640" v="2568" actId="20577"/>
        <pc:sldMkLst>
          <pc:docMk/>
          <pc:sldMk cId="1401273665" sldId="277"/>
        </pc:sldMkLst>
        <pc:spChg chg="mod">
          <ac:chgData name="Ivan Granja" userId="d0a12471-25a3-466a-a647-7cb796ed786c" providerId="ADAL" clId="{A95D5F24-2791-40C2-8D12-06AD1F8CA56D}" dt="2020-09-27T23:47:52.070" v="2381" actId="404"/>
          <ac:spMkLst>
            <pc:docMk/>
            <pc:sldMk cId="1401273665" sldId="277"/>
            <ac:spMk id="282626" creationId="{AE1F0AC7-EE2A-4996-AEF4-E3995591DAC8}"/>
          </ac:spMkLst>
        </pc:spChg>
        <pc:spChg chg="mod">
          <ac:chgData name="Ivan Granja" userId="d0a12471-25a3-466a-a647-7cb796ed786c" providerId="ADAL" clId="{A95D5F24-2791-40C2-8D12-06AD1F8CA56D}" dt="2020-09-29T10:42:53.640" v="2568" actId="20577"/>
          <ac:spMkLst>
            <pc:docMk/>
            <pc:sldMk cId="1401273665" sldId="277"/>
            <ac:spMk id="282627" creationId="{B0F7951A-DB5F-44A6-BEFB-ABED369466A5}"/>
          </ac:spMkLst>
        </pc:spChg>
      </pc:sldChg>
      <pc:sldChg chg="del">
        <pc:chgData name="Ivan Granja" userId="d0a12471-25a3-466a-a647-7cb796ed786c" providerId="ADAL" clId="{A95D5F24-2791-40C2-8D12-06AD1F8CA56D}" dt="2020-09-27T23:01:23.336" v="69" actId="47"/>
        <pc:sldMkLst>
          <pc:docMk/>
          <pc:sldMk cId="0" sldId="278"/>
        </pc:sldMkLst>
      </pc:sldChg>
      <pc:sldChg chg="del">
        <pc:chgData name="Ivan Granja" userId="d0a12471-25a3-466a-a647-7cb796ed786c" providerId="ADAL" clId="{A95D5F24-2791-40C2-8D12-06AD1F8CA56D}" dt="2020-09-27T23:01:23.553" v="70" actId="47"/>
        <pc:sldMkLst>
          <pc:docMk/>
          <pc:sldMk cId="0" sldId="279"/>
        </pc:sldMkLst>
      </pc:sldChg>
      <pc:sldChg chg="del">
        <pc:chgData name="Ivan Granja" userId="d0a12471-25a3-466a-a647-7cb796ed786c" providerId="ADAL" clId="{A95D5F24-2791-40C2-8D12-06AD1F8CA56D}" dt="2020-09-27T23:01:23.766" v="71" actId="47"/>
        <pc:sldMkLst>
          <pc:docMk/>
          <pc:sldMk cId="0" sldId="280"/>
        </pc:sldMkLst>
      </pc:sldChg>
      <pc:sldChg chg="del">
        <pc:chgData name="Ivan Granja" userId="d0a12471-25a3-466a-a647-7cb796ed786c" providerId="ADAL" clId="{A95D5F24-2791-40C2-8D12-06AD1F8CA56D}" dt="2020-09-27T23:01:24.119" v="72" actId="47"/>
        <pc:sldMkLst>
          <pc:docMk/>
          <pc:sldMk cId="0" sldId="281"/>
        </pc:sldMkLst>
      </pc:sldChg>
      <pc:sldChg chg="del">
        <pc:chgData name="Ivan Granja" userId="d0a12471-25a3-466a-a647-7cb796ed786c" providerId="ADAL" clId="{A95D5F24-2791-40C2-8D12-06AD1F8CA56D}" dt="2020-09-27T23:01:24.469" v="73" actId="47"/>
        <pc:sldMkLst>
          <pc:docMk/>
          <pc:sldMk cId="0" sldId="282"/>
        </pc:sldMkLst>
      </pc:sldChg>
      <pc:sldChg chg="del">
        <pc:chgData name="Ivan Granja" userId="d0a12471-25a3-466a-a647-7cb796ed786c" providerId="ADAL" clId="{A95D5F24-2791-40C2-8D12-06AD1F8CA56D}" dt="2020-09-27T23:01:24.778" v="74" actId="47"/>
        <pc:sldMkLst>
          <pc:docMk/>
          <pc:sldMk cId="0" sldId="283"/>
        </pc:sldMkLst>
      </pc:sldChg>
      <pc:sldChg chg="del">
        <pc:chgData name="Ivan Granja" userId="d0a12471-25a3-466a-a647-7cb796ed786c" providerId="ADAL" clId="{A95D5F24-2791-40C2-8D12-06AD1F8CA56D}" dt="2020-09-27T23:01:24.997" v="75" actId="47"/>
        <pc:sldMkLst>
          <pc:docMk/>
          <pc:sldMk cId="0" sldId="284"/>
        </pc:sldMkLst>
      </pc:sldChg>
      <pc:sldChg chg="del">
        <pc:chgData name="Ivan Granja" userId="d0a12471-25a3-466a-a647-7cb796ed786c" providerId="ADAL" clId="{A95D5F24-2791-40C2-8D12-06AD1F8CA56D}" dt="2020-09-27T23:01:18.596" v="50" actId="47"/>
        <pc:sldMkLst>
          <pc:docMk/>
          <pc:sldMk cId="0" sldId="285"/>
        </pc:sldMkLst>
      </pc:sldChg>
      <pc:sldChg chg="del">
        <pc:chgData name="Ivan Granja" userId="d0a12471-25a3-466a-a647-7cb796ed786c" providerId="ADAL" clId="{A95D5F24-2791-40C2-8D12-06AD1F8CA56D}" dt="2020-09-27T23:01:19.072" v="52" actId="47"/>
        <pc:sldMkLst>
          <pc:docMk/>
          <pc:sldMk cId="0" sldId="286"/>
        </pc:sldMkLst>
      </pc:sldChg>
      <pc:sldChg chg="del">
        <pc:chgData name="Ivan Granja" userId="d0a12471-25a3-466a-a647-7cb796ed786c" providerId="ADAL" clId="{A95D5F24-2791-40C2-8D12-06AD1F8CA56D}" dt="2020-09-27T23:01:19.238" v="53" actId="47"/>
        <pc:sldMkLst>
          <pc:docMk/>
          <pc:sldMk cId="0" sldId="287"/>
        </pc:sldMkLst>
      </pc:sldChg>
      <pc:sldChg chg="del">
        <pc:chgData name="Ivan Granja" userId="d0a12471-25a3-466a-a647-7cb796ed786c" providerId="ADAL" clId="{A95D5F24-2791-40C2-8D12-06AD1F8CA56D}" dt="2020-09-27T23:01:19.454" v="54" actId="47"/>
        <pc:sldMkLst>
          <pc:docMk/>
          <pc:sldMk cId="0" sldId="288"/>
        </pc:sldMkLst>
      </pc:sldChg>
      <pc:sldChg chg="del">
        <pc:chgData name="Ivan Granja" userId="d0a12471-25a3-466a-a647-7cb796ed786c" providerId="ADAL" clId="{A95D5F24-2791-40C2-8D12-06AD1F8CA56D}" dt="2020-09-27T23:01:14.279" v="31" actId="47"/>
        <pc:sldMkLst>
          <pc:docMk/>
          <pc:sldMk cId="0" sldId="291"/>
        </pc:sldMkLst>
      </pc:sldChg>
      <pc:sldChg chg="del">
        <pc:chgData name="Ivan Granja" userId="d0a12471-25a3-466a-a647-7cb796ed786c" providerId="ADAL" clId="{A95D5F24-2791-40C2-8D12-06AD1F8CA56D}" dt="2020-09-27T23:01:22.049" v="65" actId="47"/>
        <pc:sldMkLst>
          <pc:docMk/>
          <pc:sldMk cId="0" sldId="292"/>
        </pc:sldMkLst>
      </pc:sldChg>
      <pc:sldChg chg="del">
        <pc:chgData name="Ivan Granja" userId="d0a12471-25a3-466a-a647-7cb796ed786c" providerId="ADAL" clId="{A95D5F24-2791-40C2-8D12-06AD1F8CA56D}" dt="2020-09-27T23:01:23.053" v="68" actId="47"/>
        <pc:sldMkLst>
          <pc:docMk/>
          <pc:sldMk cId="0" sldId="293"/>
        </pc:sldMkLst>
      </pc:sldChg>
      <pc:sldChg chg="del">
        <pc:chgData name="Ivan Granja" userId="d0a12471-25a3-466a-a647-7cb796ed786c" providerId="ADAL" clId="{A95D5F24-2791-40C2-8D12-06AD1F8CA56D}" dt="2020-09-27T23:01:14.427" v="32" actId="47"/>
        <pc:sldMkLst>
          <pc:docMk/>
          <pc:sldMk cId="0" sldId="294"/>
        </pc:sldMkLst>
      </pc:sldChg>
      <pc:sldChg chg="del">
        <pc:chgData name="Ivan Granja" userId="d0a12471-25a3-466a-a647-7cb796ed786c" providerId="ADAL" clId="{A95D5F24-2791-40C2-8D12-06AD1F8CA56D}" dt="2020-09-27T23:01:20.521" v="59" actId="47"/>
        <pc:sldMkLst>
          <pc:docMk/>
          <pc:sldMk cId="0" sldId="295"/>
        </pc:sldMkLst>
      </pc:sldChg>
      <pc:sldChg chg="del">
        <pc:chgData name="Ivan Granja" userId="d0a12471-25a3-466a-a647-7cb796ed786c" providerId="ADAL" clId="{A95D5F24-2791-40C2-8D12-06AD1F8CA56D}" dt="2020-09-27T23:01:21.004" v="61" actId="47"/>
        <pc:sldMkLst>
          <pc:docMk/>
          <pc:sldMk cId="0" sldId="296"/>
        </pc:sldMkLst>
      </pc:sldChg>
      <pc:sldChg chg="del">
        <pc:chgData name="Ivan Granja" userId="d0a12471-25a3-466a-a647-7cb796ed786c" providerId="ADAL" clId="{A95D5F24-2791-40C2-8D12-06AD1F8CA56D}" dt="2020-09-27T23:01:21.364" v="62" actId="47"/>
        <pc:sldMkLst>
          <pc:docMk/>
          <pc:sldMk cId="0" sldId="297"/>
        </pc:sldMkLst>
      </pc:sldChg>
      <pc:sldChg chg="del">
        <pc:chgData name="Ivan Granja" userId="d0a12471-25a3-466a-a647-7cb796ed786c" providerId="ADAL" clId="{A95D5F24-2791-40C2-8D12-06AD1F8CA56D}" dt="2020-09-27T23:01:14.621" v="33" actId="47"/>
        <pc:sldMkLst>
          <pc:docMk/>
          <pc:sldMk cId="0" sldId="322"/>
        </pc:sldMkLst>
      </pc:sldChg>
      <pc:sldChg chg="del">
        <pc:chgData name="Ivan Granja" userId="d0a12471-25a3-466a-a647-7cb796ed786c" providerId="ADAL" clId="{A95D5F24-2791-40C2-8D12-06AD1F8CA56D}" dt="2020-09-27T23:01:14.785" v="34" actId="47"/>
        <pc:sldMkLst>
          <pc:docMk/>
          <pc:sldMk cId="0" sldId="325"/>
        </pc:sldMkLst>
      </pc:sldChg>
      <pc:sldChg chg="del">
        <pc:chgData name="Ivan Granja" userId="d0a12471-25a3-466a-a647-7cb796ed786c" providerId="ADAL" clId="{A95D5F24-2791-40C2-8D12-06AD1F8CA56D}" dt="2020-09-27T23:01:14.958" v="35" actId="47"/>
        <pc:sldMkLst>
          <pc:docMk/>
          <pc:sldMk cId="0" sldId="326"/>
        </pc:sldMkLst>
      </pc:sldChg>
      <pc:sldChg chg="del">
        <pc:chgData name="Ivan Granja" userId="d0a12471-25a3-466a-a647-7cb796ed786c" providerId="ADAL" clId="{A95D5F24-2791-40C2-8D12-06AD1F8CA56D}" dt="2020-09-27T23:01:15.127" v="36" actId="47"/>
        <pc:sldMkLst>
          <pc:docMk/>
          <pc:sldMk cId="0" sldId="327"/>
        </pc:sldMkLst>
      </pc:sldChg>
      <pc:sldChg chg="del">
        <pc:chgData name="Ivan Granja" userId="d0a12471-25a3-466a-a647-7cb796ed786c" providerId="ADAL" clId="{A95D5F24-2791-40C2-8D12-06AD1F8CA56D}" dt="2020-09-27T23:01:25.200" v="76" actId="47"/>
        <pc:sldMkLst>
          <pc:docMk/>
          <pc:sldMk cId="0" sldId="328"/>
        </pc:sldMkLst>
      </pc:sldChg>
      <pc:sldChg chg="del">
        <pc:chgData name="Ivan Granja" userId="d0a12471-25a3-466a-a647-7cb796ed786c" providerId="ADAL" clId="{A95D5F24-2791-40C2-8D12-06AD1F8CA56D}" dt="2020-09-27T23:01:25.406" v="77" actId="47"/>
        <pc:sldMkLst>
          <pc:docMk/>
          <pc:sldMk cId="0" sldId="329"/>
        </pc:sldMkLst>
      </pc:sldChg>
      <pc:sldChg chg="del">
        <pc:chgData name="Ivan Granja" userId="d0a12471-25a3-466a-a647-7cb796ed786c" providerId="ADAL" clId="{A95D5F24-2791-40C2-8D12-06AD1F8CA56D}" dt="2020-09-27T23:01:17.014" v="44" actId="47"/>
        <pc:sldMkLst>
          <pc:docMk/>
          <pc:sldMk cId="0" sldId="330"/>
        </pc:sldMkLst>
      </pc:sldChg>
      <pc:sldChg chg="del">
        <pc:chgData name="Ivan Granja" userId="d0a12471-25a3-466a-a647-7cb796ed786c" providerId="ADAL" clId="{A95D5F24-2791-40C2-8D12-06AD1F8CA56D}" dt="2020-09-27T23:01:15.645" v="39" actId="47"/>
        <pc:sldMkLst>
          <pc:docMk/>
          <pc:sldMk cId="0" sldId="332"/>
        </pc:sldMkLst>
      </pc:sldChg>
      <pc:sldChg chg="del">
        <pc:chgData name="Ivan Granja" userId="d0a12471-25a3-466a-a647-7cb796ed786c" providerId="ADAL" clId="{A95D5F24-2791-40C2-8D12-06AD1F8CA56D}" dt="2020-09-27T23:01:17.271" v="45" actId="47"/>
        <pc:sldMkLst>
          <pc:docMk/>
          <pc:sldMk cId="0" sldId="333"/>
        </pc:sldMkLst>
      </pc:sldChg>
      <pc:sldChg chg="del">
        <pc:chgData name="Ivan Granja" userId="d0a12471-25a3-466a-a647-7cb796ed786c" providerId="ADAL" clId="{A95D5F24-2791-40C2-8D12-06AD1F8CA56D}" dt="2020-09-27T23:01:17.966" v="48" actId="47"/>
        <pc:sldMkLst>
          <pc:docMk/>
          <pc:sldMk cId="0" sldId="338"/>
        </pc:sldMkLst>
      </pc:sldChg>
      <pc:sldChg chg="del">
        <pc:chgData name="Ivan Granja" userId="d0a12471-25a3-466a-a647-7cb796ed786c" providerId="ADAL" clId="{A95D5F24-2791-40C2-8D12-06AD1F8CA56D}" dt="2020-09-27T23:01:18.294" v="49" actId="47"/>
        <pc:sldMkLst>
          <pc:docMk/>
          <pc:sldMk cId="0" sldId="339"/>
        </pc:sldMkLst>
      </pc:sldChg>
      <pc:sldChg chg="del">
        <pc:chgData name="Ivan Granja" userId="d0a12471-25a3-466a-a647-7cb796ed786c" providerId="ADAL" clId="{A95D5F24-2791-40C2-8D12-06AD1F8CA56D}" dt="2020-09-27T23:01:22.639" v="67" actId="47"/>
        <pc:sldMkLst>
          <pc:docMk/>
          <pc:sldMk cId="0" sldId="344"/>
        </pc:sldMkLst>
      </pc:sldChg>
      <pc:sldChg chg="del">
        <pc:chgData name="Ivan Granja" userId="d0a12471-25a3-466a-a647-7cb796ed786c" providerId="ADAL" clId="{A95D5F24-2791-40C2-8D12-06AD1F8CA56D}" dt="2020-09-27T23:01:11.820" v="15" actId="47"/>
        <pc:sldMkLst>
          <pc:docMk/>
          <pc:sldMk cId="0" sldId="410"/>
        </pc:sldMkLst>
      </pc:sldChg>
      <pc:sldChg chg="del">
        <pc:chgData name="Ivan Granja" userId="d0a12471-25a3-466a-a647-7cb796ed786c" providerId="ADAL" clId="{A95D5F24-2791-40C2-8D12-06AD1F8CA56D}" dt="2020-09-27T23:01:11.847" v="16" actId="47"/>
        <pc:sldMkLst>
          <pc:docMk/>
          <pc:sldMk cId="1390042255" sldId="411"/>
        </pc:sldMkLst>
      </pc:sldChg>
      <pc:sldChg chg="del">
        <pc:chgData name="Ivan Granja" userId="d0a12471-25a3-466a-a647-7cb796ed786c" providerId="ADAL" clId="{A95D5F24-2791-40C2-8D12-06AD1F8CA56D}" dt="2020-09-27T23:01:11.955" v="17" actId="47"/>
        <pc:sldMkLst>
          <pc:docMk/>
          <pc:sldMk cId="0" sldId="415"/>
        </pc:sldMkLst>
      </pc:sldChg>
      <pc:sldChg chg="del">
        <pc:chgData name="Ivan Granja" userId="d0a12471-25a3-466a-a647-7cb796ed786c" providerId="ADAL" clId="{A95D5F24-2791-40C2-8D12-06AD1F8CA56D}" dt="2020-09-27T23:01:12.275" v="19" actId="47"/>
        <pc:sldMkLst>
          <pc:docMk/>
          <pc:sldMk cId="0" sldId="416"/>
        </pc:sldMkLst>
      </pc:sldChg>
      <pc:sldChg chg="del">
        <pc:chgData name="Ivan Granja" userId="d0a12471-25a3-466a-a647-7cb796ed786c" providerId="ADAL" clId="{A95D5F24-2791-40C2-8D12-06AD1F8CA56D}" dt="2020-09-27T23:01:12.432" v="20" actId="47"/>
        <pc:sldMkLst>
          <pc:docMk/>
          <pc:sldMk cId="0" sldId="417"/>
        </pc:sldMkLst>
      </pc:sldChg>
      <pc:sldChg chg="del">
        <pc:chgData name="Ivan Granja" userId="d0a12471-25a3-466a-a647-7cb796ed786c" providerId="ADAL" clId="{A95D5F24-2791-40C2-8D12-06AD1F8CA56D}" dt="2020-09-27T23:01:14.094" v="30" actId="47"/>
        <pc:sldMkLst>
          <pc:docMk/>
          <pc:sldMk cId="0" sldId="418"/>
        </pc:sldMkLst>
      </pc:sldChg>
      <pc:sldChg chg="del">
        <pc:chgData name="Ivan Granja" userId="d0a12471-25a3-466a-a647-7cb796ed786c" providerId="ADAL" clId="{A95D5F24-2791-40C2-8D12-06AD1F8CA56D}" dt="2020-09-27T23:01:12.588" v="21" actId="47"/>
        <pc:sldMkLst>
          <pc:docMk/>
          <pc:sldMk cId="284226783" sldId="419"/>
        </pc:sldMkLst>
      </pc:sldChg>
      <pc:sldChg chg="del">
        <pc:chgData name="Ivan Granja" userId="d0a12471-25a3-466a-a647-7cb796ed786c" providerId="ADAL" clId="{A95D5F24-2791-40C2-8D12-06AD1F8CA56D}" dt="2020-09-27T23:01:13.601" v="27" actId="47"/>
        <pc:sldMkLst>
          <pc:docMk/>
          <pc:sldMk cId="1224741051" sldId="421"/>
        </pc:sldMkLst>
      </pc:sldChg>
      <pc:sldChg chg="del">
        <pc:chgData name="Ivan Granja" userId="d0a12471-25a3-466a-a647-7cb796ed786c" providerId="ADAL" clId="{A95D5F24-2791-40C2-8D12-06AD1F8CA56D}" dt="2020-09-27T23:01:12.761" v="22" actId="47"/>
        <pc:sldMkLst>
          <pc:docMk/>
          <pc:sldMk cId="2246658531" sldId="422"/>
        </pc:sldMkLst>
      </pc:sldChg>
      <pc:sldChg chg="del">
        <pc:chgData name="Ivan Granja" userId="d0a12471-25a3-466a-a647-7cb796ed786c" providerId="ADAL" clId="{A95D5F24-2791-40C2-8D12-06AD1F8CA56D}" dt="2020-09-27T23:01:13.267" v="25" actId="47"/>
        <pc:sldMkLst>
          <pc:docMk/>
          <pc:sldMk cId="478651186" sldId="423"/>
        </pc:sldMkLst>
      </pc:sldChg>
      <pc:sldChg chg="del">
        <pc:chgData name="Ivan Granja" userId="d0a12471-25a3-466a-a647-7cb796ed786c" providerId="ADAL" clId="{A95D5F24-2791-40C2-8D12-06AD1F8CA56D}" dt="2020-09-27T23:01:13.437" v="26" actId="47"/>
        <pc:sldMkLst>
          <pc:docMk/>
          <pc:sldMk cId="4164944503" sldId="424"/>
        </pc:sldMkLst>
      </pc:sldChg>
      <pc:sldChg chg="del">
        <pc:chgData name="Ivan Granja" userId="d0a12471-25a3-466a-a647-7cb796ed786c" providerId="ADAL" clId="{A95D5F24-2791-40C2-8D12-06AD1F8CA56D}" dt="2020-09-27T23:01:13.099" v="24" actId="47"/>
        <pc:sldMkLst>
          <pc:docMk/>
          <pc:sldMk cId="2112630848" sldId="425"/>
        </pc:sldMkLst>
      </pc:sldChg>
      <pc:sldChg chg="del">
        <pc:chgData name="Ivan Granja" userId="d0a12471-25a3-466a-a647-7cb796ed786c" providerId="ADAL" clId="{A95D5F24-2791-40C2-8D12-06AD1F8CA56D}" dt="2020-09-27T23:01:15.306" v="37" actId="47"/>
        <pc:sldMkLst>
          <pc:docMk/>
          <pc:sldMk cId="1154367208" sldId="426"/>
        </pc:sldMkLst>
      </pc:sldChg>
      <pc:sldChg chg="del">
        <pc:chgData name="Ivan Granja" userId="d0a12471-25a3-466a-a647-7cb796ed786c" providerId="ADAL" clId="{A95D5F24-2791-40C2-8D12-06AD1F8CA56D}" dt="2020-09-27T23:01:13.761" v="28" actId="47"/>
        <pc:sldMkLst>
          <pc:docMk/>
          <pc:sldMk cId="2540240500" sldId="427"/>
        </pc:sldMkLst>
      </pc:sldChg>
      <pc:sldChg chg="del">
        <pc:chgData name="Ivan Granja" userId="d0a12471-25a3-466a-a647-7cb796ed786c" providerId="ADAL" clId="{A95D5F24-2791-40C2-8D12-06AD1F8CA56D}" dt="2020-09-27T23:01:15.469" v="38" actId="47"/>
        <pc:sldMkLst>
          <pc:docMk/>
          <pc:sldMk cId="293032348" sldId="428"/>
        </pc:sldMkLst>
      </pc:sldChg>
      <pc:sldChg chg="del">
        <pc:chgData name="Ivan Granja" userId="d0a12471-25a3-466a-a647-7cb796ed786c" providerId="ADAL" clId="{A95D5F24-2791-40C2-8D12-06AD1F8CA56D}" dt="2020-09-27T23:01:15.836" v="40" actId="47"/>
        <pc:sldMkLst>
          <pc:docMk/>
          <pc:sldMk cId="59089552" sldId="433"/>
        </pc:sldMkLst>
      </pc:sldChg>
      <pc:sldChg chg="del">
        <pc:chgData name="Ivan Granja" userId="d0a12471-25a3-466a-a647-7cb796ed786c" providerId="ADAL" clId="{A95D5F24-2791-40C2-8D12-06AD1F8CA56D}" dt="2020-09-27T23:01:15.995" v="41" actId="47"/>
        <pc:sldMkLst>
          <pc:docMk/>
          <pc:sldMk cId="2604719440" sldId="435"/>
        </pc:sldMkLst>
      </pc:sldChg>
      <pc:sldChg chg="del">
        <pc:chgData name="Ivan Granja" userId="d0a12471-25a3-466a-a647-7cb796ed786c" providerId="ADAL" clId="{A95D5F24-2791-40C2-8D12-06AD1F8CA56D}" dt="2020-09-27T23:01:17.468" v="46" actId="47"/>
        <pc:sldMkLst>
          <pc:docMk/>
          <pc:sldMk cId="1328689260" sldId="436"/>
        </pc:sldMkLst>
      </pc:sldChg>
      <pc:sldChg chg="del">
        <pc:chgData name="Ivan Granja" userId="d0a12471-25a3-466a-a647-7cb796ed786c" providerId="ADAL" clId="{A95D5F24-2791-40C2-8D12-06AD1F8CA56D}" dt="2020-09-27T23:01:17.780" v="47" actId="47"/>
        <pc:sldMkLst>
          <pc:docMk/>
          <pc:sldMk cId="79701641" sldId="437"/>
        </pc:sldMkLst>
      </pc:sldChg>
      <pc:sldChg chg="del">
        <pc:chgData name="Ivan Granja" userId="d0a12471-25a3-466a-a647-7cb796ed786c" providerId="ADAL" clId="{A95D5F24-2791-40C2-8D12-06AD1F8CA56D}" dt="2020-09-27T23:01:16.306" v="42" actId="47"/>
        <pc:sldMkLst>
          <pc:docMk/>
          <pc:sldMk cId="1899368971" sldId="438"/>
        </pc:sldMkLst>
      </pc:sldChg>
      <pc:sldChg chg="del">
        <pc:chgData name="Ivan Granja" userId="d0a12471-25a3-466a-a647-7cb796ed786c" providerId="ADAL" clId="{A95D5F24-2791-40C2-8D12-06AD1F8CA56D}" dt="2020-09-27T23:01:16.722" v="43" actId="47"/>
        <pc:sldMkLst>
          <pc:docMk/>
          <pc:sldMk cId="1654854111" sldId="439"/>
        </pc:sldMkLst>
      </pc:sldChg>
      <pc:sldChg chg="del">
        <pc:chgData name="Ivan Granja" userId="d0a12471-25a3-466a-a647-7cb796ed786c" providerId="ADAL" clId="{A95D5F24-2791-40C2-8D12-06AD1F8CA56D}" dt="2020-09-27T23:01:19.716" v="55" actId="47"/>
        <pc:sldMkLst>
          <pc:docMk/>
          <pc:sldMk cId="1544218867" sldId="441"/>
        </pc:sldMkLst>
      </pc:sldChg>
      <pc:sldChg chg="del">
        <pc:chgData name="Ivan Granja" userId="d0a12471-25a3-466a-a647-7cb796ed786c" providerId="ADAL" clId="{A95D5F24-2791-40C2-8D12-06AD1F8CA56D}" dt="2020-09-27T23:01:20.325" v="58" actId="47"/>
        <pc:sldMkLst>
          <pc:docMk/>
          <pc:sldMk cId="0" sldId="442"/>
        </pc:sldMkLst>
      </pc:sldChg>
      <pc:sldChg chg="del">
        <pc:chgData name="Ivan Granja" userId="d0a12471-25a3-466a-a647-7cb796ed786c" providerId="ADAL" clId="{A95D5F24-2791-40C2-8D12-06AD1F8CA56D}" dt="2020-09-27T23:01:18.776" v="51" actId="47"/>
        <pc:sldMkLst>
          <pc:docMk/>
          <pc:sldMk cId="3277443781" sldId="443"/>
        </pc:sldMkLst>
      </pc:sldChg>
      <pc:sldChg chg="del">
        <pc:chgData name="Ivan Granja" userId="d0a12471-25a3-466a-a647-7cb796ed786c" providerId="ADAL" clId="{A95D5F24-2791-40C2-8D12-06AD1F8CA56D}" dt="2020-09-27T23:01:20.155" v="57" actId="47"/>
        <pc:sldMkLst>
          <pc:docMk/>
          <pc:sldMk cId="3657656022" sldId="444"/>
        </pc:sldMkLst>
      </pc:sldChg>
      <pc:sldChg chg="del">
        <pc:chgData name="Ivan Granja" userId="d0a12471-25a3-466a-a647-7cb796ed786c" providerId="ADAL" clId="{A95D5F24-2791-40C2-8D12-06AD1F8CA56D}" dt="2020-09-27T23:01:26.256" v="80" actId="47"/>
        <pc:sldMkLst>
          <pc:docMk/>
          <pc:sldMk cId="0" sldId="446"/>
        </pc:sldMkLst>
      </pc:sldChg>
      <pc:sldChg chg="del">
        <pc:chgData name="Ivan Granja" userId="d0a12471-25a3-466a-a647-7cb796ed786c" providerId="ADAL" clId="{A95D5F24-2791-40C2-8D12-06AD1F8CA56D}" dt="2020-09-27T23:01:26.454" v="81" actId="47"/>
        <pc:sldMkLst>
          <pc:docMk/>
          <pc:sldMk cId="0" sldId="447"/>
        </pc:sldMkLst>
      </pc:sldChg>
      <pc:sldChg chg="del">
        <pc:chgData name="Ivan Granja" userId="d0a12471-25a3-466a-a647-7cb796ed786c" providerId="ADAL" clId="{A95D5F24-2791-40C2-8D12-06AD1F8CA56D}" dt="2020-09-27T23:01:27.701" v="86" actId="47"/>
        <pc:sldMkLst>
          <pc:docMk/>
          <pc:sldMk cId="0" sldId="448"/>
        </pc:sldMkLst>
      </pc:sldChg>
      <pc:sldChg chg="del">
        <pc:chgData name="Ivan Granja" userId="d0a12471-25a3-466a-a647-7cb796ed786c" providerId="ADAL" clId="{A95D5F24-2791-40C2-8D12-06AD1F8CA56D}" dt="2020-09-27T23:01:28.495" v="88" actId="47"/>
        <pc:sldMkLst>
          <pc:docMk/>
          <pc:sldMk cId="0" sldId="449"/>
        </pc:sldMkLst>
      </pc:sldChg>
      <pc:sldChg chg="del">
        <pc:chgData name="Ivan Granja" userId="d0a12471-25a3-466a-a647-7cb796ed786c" providerId="ADAL" clId="{A95D5F24-2791-40C2-8D12-06AD1F8CA56D}" dt="2020-09-27T23:01:29.134" v="90" actId="47"/>
        <pc:sldMkLst>
          <pc:docMk/>
          <pc:sldMk cId="0" sldId="451"/>
        </pc:sldMkLst>
      </pc:sldChg>
      <pc:sldChg chg="del">
        <pc:chgData name="Ivan Granja" userId="d0a12471-25a3-466a-a647-7cb796ed786c" providerId="ADAL" clId="{A95D5F24-2791-40C2-8D12-06AD1F8CA56D}" dt="2020-09-27T23:01:29.448" v="91" actId="47"/>
        <pc:sldMkLst>
          <pc:docMk/>
          <pc:sldMk cId="0" sldId="452"/>
        </pc:sldMkLst>
      </pc:sldChg>
      <pc:sldChg chg="del">
        <pc:chgData name="Ivan Granja" userId="d0a12471-25a3-466a-a647-7cb796ed786c" providerId="ADAL" clId="{A95D5F24-2791-40C2-8D12-06AD1F8CA56D}" dt="2020-09-27T23:01:26.684" v="82" actId="47"/>
        <pc:sldMkLst>
          <pc:docMk/>
          <pc:sldMk cId="1166300720" sldId="453"/>
        </pc:sldMkLst>
      </pc:sldChg>
      <pc:sldChg chg="del">
        <pc:chgData name="Ivan Granja" userId="d0a12471-25a3-466a-a647-7cb796ed786c" providerId="ADAL" clId="{A95D5F24-2791-40C2-8D12-06AD1F8CA56D}" dt="2020-09-27T23:01:27.292" v="84" actId="47"/>
        <pc:sldMkLst>
          <pc:docMk/>
          <pc:sldMk cId="1238984295" sldId="454"/>
        </pc:sldMkLst>
      </pc:sldChg>
      <pc:sldChg chg="del">
        <pc:chgData name="Ivan Granja" userId="d0a12471-25a3-466a-a647-7cb796ed786c" providerId="ADAL" clId="{A95D5F24-2791-40C2-8D12-06AD1F8CA56D}" dt="2020-09-27T23:01:28.834" v="89" actId="47"/>
        <pc:sldMkLst>
          <pc:docMk/>
          <pc:sldMk cId="2895910560" sldId="455"/>
        </pc:sldMkLst>
      </pc:sldChg>
      <pc:sldChg chg="del">
        <pc:chgData name="Ivan Granja" userId="d0a12471-25a3-466a-a647-7cb796ed786c" providerId="ADAL" clId="{A95D5F24-2791-40C2-8D12-06AD1F8CA56D}" dt="2020-09-27T23:01:22.268" v="66" actId="47"/>
        <pc:sldMkLst>
          <pc:docMk/>
          <pc:sldMk cId="0" sldId="456"/>
        </pc:sldMkLst>
      </pc:sldChg>
      <pc:sldMasterChg chg="del delSldLayout">
        <pc:chgData name="Ivan Granja" userId="d0a12471-25a3-466a-a647-7cb796ed786c" providerId="ADAL" clId="{A95D5F24-2791-40C2-8D12-06AD1F8CA56D}" dt="2020-09-27T23:01:14.279" v="31" actId="47"/>
        <pc:sldMasterMkLst>
          <pc:docMk/>
          <pc:sldMasterMk cId="1947788107" sldId="2147483661"/>
        </pc:sldMasterMkLst>
        <pc:sldLayoutChg chg="del">
          <pc:chgData name="Ivan Granja" userId="d0a12471-25a3-466a-a647-7cb796ed786c" providerId="ADAL" clId="{A95D5F24-2791-40C2-8D12-06AD1F8CA56D}" dt="2020-09-27T23:01:14.279" v="31" actId="47"/>
          <pc:sldLayoutMkLst>
            <pc:docMk/>
            <pc:sldMasterMk cId="1947788107" sldId="2147483661"/>
            <pc:sldLayoutMk cId="47735222" sldId="2147483662"/>
          </pc:sldLayoutMkLst>
        </pc:sldLayoutChg>
        <pc:sldLayoutChg chg="del">
          <pc:chgData name="Ivan Granja" userId="d0a12471-25a3-466a-a647-7cb796ed786c" providerId="ADAL" clId="{A95D5F24-2791-40C2-8D12-06AD1F8CA56D}" dt="2020-09-27T23:01:14.279" v="31" actId="47"/>
          <pc:sldLayoutMkLst>
            <pc:docMk/>
            <pc:sldMasterMk cId="1947788107" sldId="2147483661"/>
            <pc:sldLayoutMk cId="232460600" sldId="2147483663"/>
          </pc:sldLayoutMkLst>
        </pc:sldLayoutChg>
        <pc:sldLayoutChg chg="del">
          <pc:chgData name="Ivan Granja" userId="d0a12471-25a3-466a-a647-7cb796ed786c" providerId="ADAL" clId="{A95D5F24-2791-40C2-8D12-06AD1F8CA56D}" dt="2020-09-27T23:01:14.279" v="31" actId="47"/>
          <pc:sldLayoutMkLst>
            <pc:docMk/>
            <pc:sldMasterMk cId="1947788107" sldId="2147483661"/>
            <pc:sldLayoutMk cId="4047714397" sldId="2147483664"/>
          </pc:sldLayoutMkLst>
        </pc:sldLayoutChg>
        <pc:sldLayoutChg chg="del">
          <pc:chgData name="Ivan Granja" userId="d0a12471-25a3-466a-a647-7cb796ed786c" providerId="ADAL" clId="{A95D5F24-2791-40C2-8D12-06AD1F8CA56D}" dt="2020-09-27T23:01:14.279" v="31" actId="47"/>
          <pc:sldLayoutMkLst>
            <pc:docMk/>
            <pc:sldMasterMk cId="1947788107" sldId="2147483661"/>
            <pc:sldLayoutMk cId="3265820208" sldId="2147483665"/>
          </pc:sldLayoutMkLst>
        </pc:sldLayoutChg>
        <pc:sldLayoutChg chg="del">
          <pc:chgData name="Ivan Granja" userId="d0a12471-25a3-466a-a647-7cb796ed786c" providerId="ADAL" clId="{A95D5F24-2791-40C2-8D12-06AD1F8CA56D}" dt="2020-09-27T23:01:14.279" v="31" actId="47"/>
          <pc:sldLayoutMkLst>
            <pc:docMk/>
            <pc:sldMasterMk cId="1947788107" sldId="2147483661"/>
            <pc:sldLayoutMk cId="3847758496" sldId="2147483666"/>
          </pc:sldLayoutMkLst>
        </pc:sldLayoutChg>
        <pc:sldLayoutChg chg="del">
          <pc:chgData name="Ivan Granja" userId="d0a12471-25a3-466a-a647-7cb796ed786c" providerId="ADAL" clId="{A95D5F24-2791-40C2-8D12-06AD1F8CA56D}" dt="2020-09-27T23:01:14.279" v="31" actId="47"/>
          <pc:sldLayoutMkLst>
            <pc:docMk/>
            <pc:sldMasterMk cId="1947788107" sldId="2147483661"/>
            <pc:sldLayoutMk cId="1928930833" sldId="2147483667"/>
          </pc:sldLayoutMkLst>
        </pc:sldLayoutChg>
        <pc:sldLayoutChg chg="del">
          <pc:chgData name="Ivan Granja" userId="d0a12471-25a3-466a-a647-7cb796ed786c" providerId="ADAL" clId="{A95D5F24-2791-40C2-8D12-06AD1F8CA56D}" dt="2020-09-27T23:01:14.279" v="31" actId="47"/>
          <pc:sldLayoutMkLst>
            <pc:docMk/>
            <pc:sldMasterMk cId="1947788107" sldId="2147483661"/>
            <pc:sldLayoutMk cId="2567190708" sldId="2147483668"/>
          </pc:sldLayoutMkLst>
        </pc:sldLayoutChg>
        <pc:sldLayoutChg chg="del">
          <pc:chgData name="Ivan Granja" userId="d0a12471-25a3-466a-a647-7cb796ed786c" providerId="ADAL" clId="{A95D5F24-2791-40C2-8D12-06AD1F8CA56D}" dt="2020-09-27T23:01:14.279" v="31" actId="47"/>
          <pc:sldLayoutMkLst>
            <pc:docMk/>
            <pc:sldMasterMk cId="1947788107" sldId="2147483661"/>
            <pc:sldLayoutMk cId="3788834508" sldId="2147483669"/>
          </pc:sldLayoutMkLst>
        </pc:sldLayoutChg>
        <pc:sldLayoutChg chg="del">
          <pc:chgData name="Ivan Granja" userId="d0a12471-25a3-466a-a647-7cb796ed786c" providerId="ADAL" clId="{A95D5F24-2791-40C2-8D12-06AD1F8CA56D}" dt="2020-09-27T23:01:14.279" v="31" actId="47"/>
          <pc:sldLayoutMkLst>
            <pc:docMk/>
            <pc:sldMasterMk cId="1947788107" sldId="2147483661"/>
            <pc:sldLayoutMk cId="546296411" sldId="2147483670"/>
          </pc:sldLayoutMkLst>
        </pc:sldLayoutChg>
        <pc:sldLayoutChg chg="del">
          <pc:chgData name="Ivan Granja" userId="d0a12471-25a3-466a-a647-7cb796ed786c" providerId="ADAL" clId="{A95D5F24-2791-40C2-8D12-06AD1F8CA56D}" dt="2020-09-27T23:01:14.279" v="31" actId="47"/>
          <pc:sldLayoutMkLst>
            <pc:docMk/>
            <pc:sldMasterMk cId="1947788107" sldId="2147483661"/>
            <pc:sldLayoutMk cId="2975127871" sldId="2147483671"/>
          </pc:sldLayoutMkLst>
        </pc:sldLayoutChg>
        <pc:sldLayoutChg chg="del">
          <pc:chgData name="Ivan Granja" userId="d0a12471-25a3-466a-a647-7cb796ed786c" providerId="ADAL" clId="{A95D5F24-2791-40C2-8D12-06AD1F8CA56D}" dt="2020-09-27T23:01:14.279" v="31" actId="47"/>
          <pc:sldLayoutMkLst>
            <pc:docMk/>
            <pc:sldMasterMk cId="1947788107" sldId="2147483661"/>
            <pc:sldLayoutMk cId="2327693560" sldId="2147483672"/>
          </pc:sldLayoutMkLst>
        </pc:sldLayoutChg>
        <pc:sldLayoutChg chg="del">
          <pc:chgData name="Ivan Granja" userId="d0a12471-25a3-466a-a647-7cb796ed786c" providerId="ADAL" clId="{A95D5F24-2791-40C2-8D12-06AD1F8CA56D}" dt="2020-09-27T23:01:14.279" v="31" actId="47"/>
          <pc:sldLayoutMkLst>
            <pc:docMk/>
            <pc:sldMasterMk cId="1947788107" sldId="2147483661"/>
            <pc:sldLayoutMk cId="2528731371" sldId="2147483673"/>
          </pc:sldLayoutMkLst>
        </pc:sldLayoutChg>
        <pc:sldLayoutChg chg="del">
          <pc:chgData name="Ivan Granja" userId="d0a12471-25a3-466a-a647-7cb796ed786c" providerId="ADAL" clId="{A95D5F24-2791-40C2-8D12-06AD1F8CA56D}" dt="2020-09-27T23:01:14.279" v="31" actId="47"/>
          <pc:sldLayoutMkLst>
            <pc:docMk/>
            <pc:sldMasterMk cId="1947788107" sldId="2147483661"/>
            <pc:sldLayoutMk cId="1390004056" sldId="2147483674"/>
          </pc:sldLayoutMkLst>
        </pc:sldLayoutChg>
      </pc:sldMasterChg>
    </pc:docChg>
  </pc:docChgLst>
  <pc:docChgLst>
    <pc:chgData name="Ivan Granja" userId="d0a12471-25a3-466a-a647-7cb796ed786c" providerId="ADAL" clId="{F4D65A3C-D118-4963-BC81-0D4FE05D6FB0}"/>
    <pc:docChg chg="custSel addSld delSld modSld">
      <pc:chgData name="Ivan Granja" userId="d0a12471-25a3-466a-a647-7cb796ed786c" providerId="ADAL" clId="{F4D65A3C-D118-4963-BC81-0D4FE05D6FB0}" dt="2021-10-14T12:41:08.829" v="83" actId="14100"/>
      <pc:docMkLst>
        <pc:docMk/>
      </pc:docMkLst>
      <pc:sldChg chg="del">
        <pc:chgData name="Ivan Granja" userId="d0a12471-25a3-466a-a647-7cb796ed786c" providerId="ADAL" clId="{F4D65A3C-D118-4963-BC81-0D4FE05D6FB0}" dt="2021-10-14T11:06:54.702" v="0" actId="47"/>
        <pc:sldMkLst>
          <pc:docMk/>
          <pc:sldMk cId="0" sldId="259"/>
        </pc:sldMkLst>
      </pc:sldChg>
      <pc:sldChg chg="addSp delSp modSp mod">
        <pc:chgData name="Ivan Granja" userId="d0a12471-25a3-466a-a647-7cb796ed786c" providerId="ADAL" clId="{F4D65A3C-D118-4963-BC81-0D4FE05D6FB0}" dt="2021-10-14T11:23:56.421" v="72" actId="20577"/>
        <pc:sldMkLst>
          <pc:docMk/>
          <pc:sldMk cId="0" sldId="261"/>
        </pc:sldMkLst>
        <pc:spChg chg="add del mod">
          <ac:chgData name="Ivan Granja" userId="d0a12471-25a3-466a-a647-7cb796ed786c" providerId="ADAL" clId="{F4D65A3C-D118-4963-BC81-0D4FE05D6FB0}" dt="2021-10-14T11:07:13.003" v="4" actId="478"/>
          <ac:spMkLst>
            <pc:docMk/>
            <pc:sldMk cId="0" sldId="261"/>
            <ac:spMk id="2" creationId="{4A3FCD54-005C-4D77-8975-C867E5639C38}"/>
          </ac:spMkLst>
        </pc:spChg>
        <pc:spChg chg="add mod">
          <ac:chgData name="Ivan Granja" userId="d0a12471-25a3-466a-a647-7cb796ed786c" providerId="ADAL" clId="{F4D65A3C-D118-4963-BC81-0D4FE05D6FB0}" dt="2021-10-14T11:07:13.693" v="5"/>
          <ac:spMkLst>
            <pc:docMk/>
            <pc:sldMk cId="0" sldId="261"/>
            <ac:spMk id="5" creationId="{31418267-8356-4332-B1C3-C3DDF5499110}"/>
          </ac:spMkLst>
        </pc:spChg>
        <pc:spChg chg="del mod">
          <ac:chgData name="Ivan Granja" userId="d0a12471-25a3-466a-a647-7cb796ed786c" providerId="ADAL" clId="{F4D65A3C-D118-4963-BC81-0D4FE05D6FB0}" dt="2021-10-14T11:07:07.030" v="2" actId="478"/>
          <ac:spMkLst>
            <pc:docMk/>
            <pc:sldMk cId="0" sldId="261"/>
            <ac:spMk id="243714" creationId="{A138D622-4747-43CE-8D3F-3A5EC6876BE0}"/>
          </ac:spMkLst>
        </pc:spChg>
        <pc:spChg chg="mod">
          <ac:chgData name="Ivan Granja" userId="d0a12471-25a3-466a-a647-7cb796ed786c" providerId="ADAL" clId="{F4D65A3C-D118-4963-BC81-0D4FE05D6FB0}" dt="2021-10-14T11:23:56.421" v="72" actId="20577"/>
          <ac:spMkLst>
            <pc:docMk/>
            <pc:sldMk cId="0" sldId="261"/>
            <ac:spMk id="243715" creationId="{2F58B5CD-E644-4206-A348-F81B01D76DE2}"/>
          </ac:spMkLst>
        </pc:spChg>
      </pc:sldChg>
      <pc:sldChg chg="modSp mod">
        <pc:chgData name="Ivan Granja" userId="d0a12471-25a3-466a-a647-7cb796ed786c" providerId="ADAL" clId="{F4D65A3C-D118-4963-BC81-0D4FE05D6FB0}" dt="2021-10-14T11:16:09.315" v="70" actId="20577"/>
        <pc:sldMkLst>
          <pc:docMk/>
          <pc:sldMk cId="3248840996" sldId="264"/>
        </pc:sldMkLst>
        <pc:spChg chg="mod">
          <ac:chgData name="Ivan Granja" userId="d0a12471-25a3-466a-a647-7cb796ed786c" providerId="ADAL" clId="{F4D65A3C-D118-4963-BC81-0D4FE05D6FB0}" dt="2021-10-14T11:16:09.315" v="70" actId="20577"/>
          <ac:spMkLst>
            <pc:docMk/>
            <pc:sldMk cId="3248840996" sldId="264"/>
            <ac:spMk id="246787" creationId="{5146E7F6-015A-4BDB-AB18-7161A26DC327}"/>
          </ac:spMkLst>
        </pc:spChg>
      </pc:sldChg>
      <pc:sldChg chg="modSp mod">
        <pc:chgData name="Ivan Granja" userId="d0a12471-25a3-466a-a647-7cb796ed786c" providerId="ADAL" clId="{F4D65A3C-D118-4963-BC81-0D4FE05D6FB0}" dt="2021-10-14T11:45:07.904" v="77" actId="20577"/>
        <pc:sldMkLst>
          <pc:docMk/>
          <pc:sldMk cId="0" sldId="284"/>
        </pc:sldMkLst>
        <pc:spChg chg="mod">
          <ac:chgData name="Ivan Granja" userId="d0a12471-25a3-466a-a647-7cb796ed786c" providerId="ADAL" clId="{F4D65A3C-D118-4963-BC81-0D4FE05D6FB0}" dt="2021-10-14T11:45:07.904" v="77" actId="20577"/>
          <ac:spMkLst>
            <pc:docMk/>
            <pc:sldMk cId="0" sldId="284"/>
            <ac:spMk id="271363" creationId="{1C1D4059-E44C-4147-9355-53127924D9B3}"/>
          </ac:spMkLst>
        </pc:spChg>
      </pc:sldChg>
      <pc:sldChg chg="addSp delSp modSp mod">
        <pc:chgData name="Ivan Granja" userId="d0a12471-25a3-466a-a647-7cb796ed786c" providerId="ADAL" clId="{F4D65A3C-D118-4963-BC81-0D4FE05D6FB0}" dt="2021-10-14T11:07:38.968" v="16" actId="20577"/>
        <pc:sldMkLst>
          <pc:docMk/>
          <pc:sldMk cId="0" sldId="345"/>
        </pc:sldMkLst>
        <pc:spChg chg="add del mod">
          <ac:chgData name="Ivan Granja" userId="d0a12471-25a3-466a-a647-7cb796ed786c" providerId="ADAL" clId="{F4D65A3C-D118-4963-BC81-0D4FE05D6FB0}" dt="2021-10-14T11:07:23.522" v="9"/>
          <ac:spMkLst>
            <pc:docMk/>
            <pc:sldMk cId="0" sldId="345"/>
            <ac:spMk id="2" creationId="{28D62A3B-D478-49AC-8163-8FA7A2DF9DDD}"/>
          </ac:spMkLst>
        </pc:spChg>
        <pc:spChg chg="add del mod">
          <ac:chgData name="Ivan Granja" userId="d0a12471-25a3-466a-a647-7cb796ed786c" providerId="ADAL" clId="{F4D65A3C-D118-4963-BC81-0D4FE05D6FB0}" dt="2021-10-14T11:07:20.293" v="8"/>
          <ac:spMkLst>
            <pc:docMk/>
            <pc:sldMk cId="0" sldId="345"/>
            <ac:spMk id="5" creationId="{1E25A704-0229-4306-A301-C8F64DCA5E08}"/>
          </ac:spMkLst>
        </pc:spChg>
        <pc:spChg chg="add mod">
          <ac:chgData name="Ivan Granja" userId="d0a12471-25a3-466a-a647-7cb796ed786c" providerId="ADAL" clId="{F4D65A3C-D118-4963-BC81-0D4FE05D6FB0}" dt="2021-10-14T11:07:38.968" v="16" actId="20577"/>
          <ac:spMkLst>
            <pc:docMk/>
            <pc:sldMk cId="0" sldId="345"/>
            <ac:spMk id="6" creationId="{22AAF4CA-9AB7-47EC-B2F1-81A99B2A0B1F}"/>
          </ac:spMkLst>
        </pc:spChg>
        <pc:spChg chg="del">
          <ac:chgData name="Ivan Granja" userId="d0a12471-25a3-466a-a647-7cb796ed786c" providerId="ADAL" clId="{F4D65A3C-D118-4963-BC81-0D4FE05D6FB0}" dt="2021-10-14T11:07:18.236" v="6" actId="478"/>
          <ac:spMkLst>
            <pc:docMk/>
            <pc:sldMk cId="0" sldId="345"/>
            <ac:spMk id="73730" creationId="{DCD2657F-66BB-43BC-8522-B65FB35A8728}"/>
          </ac:spMkLst>
        </pc:spChg>
      </pc:sldChg>
      <pc:sldChg chg="modSp mod">
        <pc:chgData name="Ivan Granja" userId="d0a12471-25a3-466a-a647-7cb796ed786c" providerId="ADAL" clId="{F4D65A3C-D118-4963-BC81-0D4FE05D6FB0}" dt="2021-10-14T11:26:54.082" v="75" actId="20577"/>
        <pc:sldMkLst>
          <pc:docMk/>
          <pc:sldMk cId="157324332" sldId="346"/>
        </pc:sldMkLst>
        <pc:spChg chg="mod">
          <ac:chgData name="Ivan Granja" userId="d0a12471-25a3-466a-a647-7cb796ed786c" providerId="ADAL" clId="{F4D65A3C-D118-4963-BC81-0D4FE05D6FB0}" dt="2021-10-14T11:26:54.082" v="75" actId="20577"/>
          <ac:spMkLst>
            <pc:docMk/>
            <pc:sldMk cId="157324332" sldId="346"/>
            <ac:spMk id="73731" creationId="{341CA59D-F8A8-4F75-BBB0-27C41AF27228}"/>
          </ac:spMkLst>
        </pc:spChg>
      </pc:sldChg>
      <pc:sldChg chg="addSp delSp modSp new mod modClrScheme chgLayout">
        <pc:chgData name="Ivan Granja" userId="d0a12471-25a3-466a-a647-7cb796ed786c" providerId="ADAL" clId="{F4D65A3C-D118-4963-BC81-0D4FE05D6FB0}" dt="2021-10-14T12:41:08.829" v="83" actId="14100"/>
        <pc:sldMkLst>
          <pc:docMk/>
          <pc:sldMk cId="4057893064" sldId="363"/>
        </pc:sldMkLst>
        <pc:spChg chg="del">
          <ac:chgData name="Ivan Granja" userId="d0a12471-25a3-466a-a647-7cb796ed786c" providerId="ADAL" clId="{F4D65A3C-D118-4963-BC81-0D4FE05D6FB0}" dt="2021-10-14T12:40:48.944" v="79" actId="700"/>
          <ac:spMkLst>
            <pc:docMk/>
            <pc:sldMk cId="4057893064" sldId="363"/>
            <ac:spMk id="2" creationId="{C3692A9F-E80E-4FB0-9501-1B973D16A548}"/>
          </ac:spMkLst>
        </pc:spChg>
        <pc:spChg chg="del">
          <ac:chgData name="Ivan Granja" userId="d0a12471-25a3-466a-a647-7cb796ed786c" providerId="ADAL" clId="{F4D65A3C-D118-4963-BC81-0D4FE05D6FB0}" dt="2021-10-14T12:40:48.944" v="79" actId="700"/>
          <ac:spMkLst>
            <pc:docMk/>
            <pc:sldMk cId="4057893064" sldId="363"/>
            <ac:spMk id="3" creationId="{FAA24B4F-86B2-4CF2-AA3F-A9133F7952F2}"/>
          </ac:spMkLst>
        </pc:spChg>
        <pc:spChg chg="del">
          <ac:chgData name="Ivan Granja" userId="d0a12471-25a3-466a-a647-7cb796ed786c" providerId="ADAL" clId="{F4D65A3C-D118-4963-BC81-0D4FE05D6FB0}" dt="2021-10-14T12:40:48.944" v="79" actId="700"/>
          <ac:spMkLst>
            <pc:docMk/>
            <pc:sldMk cId="4057893064" sldId="363"/>
            <ac:spMk id="4" creationId="{1DB31F80-BA52-48E3-8CF1-3043EBB2FF82}"/>
          </ac:spMkLst>
        </pc:spChg>
        <pc:spChg chg="mod ord">
          <ac:chgData name="Ivan Granja" userId="d0a12471-25a3-466a-a647-7cb796ed786c" providerId="ADAL" clId="{F4D65A3C-D118-4963-BC81-0D4FE05D6FB0}" dt="2021-10-14T12:40:48.944" v="79" actId="700"/>
          <ac:spMkLst>
            <pc:docMk/>
            <pc:sldMk cId="4057893064" sldId="363"/>
            <ac:spMk id="5" creationId="{DF2643A5-B863-46E0-802B-7A87CDCF679A}"/>
          </ac:spMkLst>
        </pc:spChg>
        <pc:picChg chg="add mod">
          <ac:chgData name="Ivan Granja" userId="d0a12471-25a3-466a-a647-7cb796ed786c" providerId="ADAL" clId="{F4D65A3C-D118-4963-BC81-0D4FE05D6FB0}" dt="2021-10-14T12:41:08.829" v="83" actId="14100"/>
          <ac:picMkLst>
            <pc:docMk/>
            <pc:sldMk cId="4057893064" sldId="363"/>
            <ac:picMk id="7" creationId="{4C2928AC-0026-4EEA-A803-D789B2BC2165}"/>
          </ac:picMkLst>
        </pc:picChg>
      </pc:sldChg>
    </pc:docChg>
  </pc:docChgLst>
  <pc:docChgLst>
    <pc:chgData name="Ivan Granja" userId="d0a12471-25a3-466a-a647-7cb796ed786c" providerId="ADAL" clId="{598EED31-30A0-4985-8914-9D1CD568050D}"/>
    <pc:docChg chg="undo custSel addSld delSld modSld sldOrd">
      <pc:chgData name="Ivan Granja" userId="d0a12471-25a3-466a-a647-7cb796ed786c" providerId="ADAL" clId="{598EED31-30A0-4985-8914-9D1CD568050D}" dt="2020-11-02T23:27:36.855" v="4058" actId="1076"/>
      <pc:docMkLst>
        <pc:docMk/>
      </pc:docMkLst>
      <pc:sldChg chg="modSp mod">
        <pc:chgData name="Ivan Granja" userId="d0a12471-25a3-466a-a647-7cb796ed786c" providerId="ADAL" clId="{598EED31-30A0-4985-8914-9D1CD568050D}" dt="2020-10-19T18:43:26.407" v="50" actId="20577"/>
        <pc:sldMkLst>
          <pc:docMk/>
          <pc:sldMk cId="0" sldId="256"/>
        </pc:sldMkLst>
        <pc:spChg chg="mod">
          <ac:chgData name="Ivan Granja" userId="d0a12471-25a3-466a-a647-7cb796ed786c" providerId="ADAL" clId="{598EED31-30A0-4985-8914-9D1CD568050D}" dt="2020-10-19T18:43:26.407" v="50" actId="20577"/>
          <ac:spMkLst>
            <pc:docMk/>
            <pc:sldMk cId="0" sldId="256"/>
            <ac:spMk id="4103" creationId="{00000000-0000-0000-0000-000000000000}"/>
          </ac:spMkLst>
        </pc:spChg>
      </pc:sldChg>
      <pc:sldChg chg="del">
        <pc:chgData name="Ivan Granja" userId="d0a12471-25a3-466a-a647-7cb796ed786c" providerId="ADAL" clId="{598EED31-30A0-4985-8914-9D1CD568050D}" dt="2020-10-19T18:43:30.332" v="56" actId="47"/>
        <pc:sldMkLst>
          <pc:docMk/>
          <pc:sldMk cId="0" sldId="258"/>
        </pc:sldMkLst>
      </pc:sldChg>
      <pc:sldChg chg="modSp add del mod">
        <pc:chgData name="Ivan Granja" userId="d0a12471-25a3-466a-a647-7cb796ed786c" providerId="ADAL" clId="{598EED31-30A0-4985-8914-9D1CD568050D}" dt="2020-10-19T18:45:32.270" v="147" actId="20577"/>
        <pc:sldMkLst>
          <pc:docMk/>
          <pc:sldMk cId="0" sldId="259"/>
        </pc:sldMkLst>
        <pc:spChg chg="mod">
          <ac:chgData name="Ivan Granja" userId="d0a12471-25a3-466a-a647-7cb796ed786c" providerId="ADAL" clId="{598EED31-30A0-4985-8914-9D1CD568050D}" dt="2020-10-19T18:44:47.664" v="72" actId="403"/>
          <ac:spMkLst>
            <pc:docMk/>
            <pc:sldMk cId="0" sldId="259"/>
            <ac:spMk id="241666" creationId="{7E135026-1582-4F17-80AB-486C7AFB5434}"/>
          </ac:spMkLst>
        </pc:spChg>
        <pc:spChg chg="mod">
          <ac:chgData name="Ivan Granja" userId="d0a12471-25a3-466a-a647-7cb796ed786c" providerId="ADAL" clId="{598EED31-30A0-4985-8914-9D1CD568050D}" dt="2020-10-19T18:45:32.270" v="147" actId="20577"/>
          <ac:spMkLst>
            <pc:docMk/>
            <pc:sldMk cId="0" sldId="259"/>
            <ac:spMk id="241667" creationId="{CD7887B4-7931-44B6-B36C-1C0929E1BBB7}"/>
          </ac:spMkLst>
        </pc:spChg>
      </pc:sldChg>
      <pc:sldChg chg="modSp add del mod">
        <pc:chgData name="Ivan Granja" userId="d0a12471-25a3-466a-a647-7cb796ed786c" providerId="ADAL" clId="{598EED31-30A0-4985-8914-9D1CD568050D}" dt="2020-10-19T18:46:22.528" v="166" actId="47"/>
        <pc:sldMkLst>
          <pc:docMk/>
          <pc:sldMk cId="0" sldId="260"/>
        </pc:sldMkLst>
        <pc:spChg chg="mod">
          <ac:chgData name="Ivan Granja" userId="d0a12471-25a3-466a-a647-7cb796ed786c" providerId="ADAL" clId="{598EED31-30A0-4985-8914-9D1CD568050D}" dt="2020-10-19T18:46:08.142" v="165" actId="313"/>
          <ac:spMkLst>
            <pc:docMk/>
            <pc:sldMk cId="0" sldId="260"/>
            <ac:spMk id="242691" creationId="{DB3D01D6-40FE-4AC1-B7D2-F2E9912156A4}"/>
          </ac:spMkLst>
        </pc:spChg>
      </pc:sldChg>
      <pc:sldChg chg="modSp add mod">
        <pc:chgData name="Ivan Granja" userId="d0a12471-25a3-466a-a647-7cb796ed786c" providerId="ADAL" clId="{598EED31-30A0-4985-8914-9D1CD568050D}" dt="2020-10-19T18:55:44.238" v="942" actId="20577"/>
        <pc:sldMkLst>
          <pc:docMk/>
          <pc:sldMk cId="0" sldId="261"/>
        </pc:sldMkLst>
        <pc:spChg chg="mod">
          <ac:chgData name="Ivan Granja" userId="d0a12471-25a3-466a-a647-7cb796ed786c" providerId="ADAL" clId="{598EED31-30A0-4985-8914-9D1CD568050D}" dt="2020-10-19T18:55:44.238" v="942" actId="20577"/>
          <ac:spMkLst>
            <pc:docMk/>
            <pc:sldMk cId="0" sldId="261"/>
            <ac:spMk id="243714" creationId="{A138D622-4747-43CE-8D3F-3A5EC6876BE0}"/>
          </ac:spMkLst>
        </pc:spChg>
        <pc:spChg chg="mod">
          <ac:chgData name="Ivan Granja" userId="d0a12471-25a3-466a-a647-7cb796ed786c" providerId="ADAL" clId="{598EED31-30A0-4985-8914-9D1CD568050D}" dt="2020-10-19T18:49:29.330" v="426" actId="20577"/>
          <ac:spMkLst>
            <pc:docMk/>
            <pc:sldMk cId="0" sldId="261"/>
            <ac:spMk id="243715" creationId="{2F58B5CD-E644-4206-A348-F81B01D76DE2}"/>
          </ac:spMkLst>
        </pc:spChg>
      </pc:sldChg>
      <pc:sldChg chg="modSp add mod">
        <pc:chgData name="Ivan Granja" userId="d0a12471-25a3-466a-a647-7cb796ed786c" providerId="ADAL" clId="{598EED31-30A0-4985-8914-9D1CD568050D}" dt="2020-10-19T18:55:57.648" v="944" actId="20577"/>
        <pc:sldMkLst>
          <pc:docMk/>
          <pc:sldMk cId="0" sldId="262"/>
        </pc:sldMkLst>
        <pc:spChg chg="mod">
          <ac:chgData name="Ivan Granja" userId="d0a12471-25a3-466a-a647-7cb796ed786c" providerId="ADAL" clId="{598EED31-30A0-4985-8914-9D1CD568050D}" dt="2020-10-19T18:55:57.648" v="944" actId="20577"/>
          <ac:spMkLst>
            <pc:docMk/>
            <pc:sldMk cId="0" sldId="262"/>
            <ac:spMk id="244739" creationId="{868AA9C6-0733-4E75-A219-6D785F484172}"/>
          </ac:spMkLst>
        </pc:spChg>
      </pc:sldChg>
      <pc:sldChg chg="modSp add del mod ord">
        <pc:chgData name="Ivan Granja" userId="d0a12471-25a3-466a-a647-7cb796ed786c" providerId="ADAL" clId="{598EED31-30A0-4985-8914-9D1CD568050D}" dt="2020-10-19T19:59:30.719" v="3987" actId="20577"/>
        <pc:sldMkLst>
          <pc:docMk/>
          <pc:sldMk cId="0" sldId="263"/>
        </pc:sldMkLst>
        <pc:spChg chg="mod">
          <ac:chgData name="Ivan Granja" userId="d0a12471-25a3-466a-a647-7cb796ed786c" providerId="ADAL" clId="{598EED31-30A0-4985-8914-9D1CD568050D}" dt="2020-10-19T19:09:38.111" v="1598" actId="20577"/>
          <ac:spMkLst>
            <pc:docMk/>
            <pc:sldMk cId="0" sldId="263"/>
            <ac:spMk id="245762" creationId="{DE9FB48F-46F7-4D9F-9E1C-C0C2D763AFB3}"/>
          </ac:spMkLst>
        </pc:spChg>
        <pc:spChg chg="mod">
          <ac:chgData name="Ivan Granja" userId="d0a12471-25a3-466a-a647-7cb796ed786c" providerId="ADAL" clId="{598EED31-30A0-4985-8914-9D1CD568050D}" dt="2020-10-19T19:05:28.867" v="1355" actId="20577"/>
          <ac:spMkLst>
            <pc:docMk/>
            <pc:sldMk cId="0" sldId="263"/>
            <ac:spMk id="245766" creationId="{53AEC6E5-030E-4ED1-8643-9DC6B4CC4707}"/>
          </ac:spMkLst>
        </pc:spChg>
        <pc:spChg chg="mod">
          <ac:chgData name="Ivan Granja" userId="d0a12471-25a3-466a-a647-7cb796ed786c" providerId="ADAL" clId="{598EED31-30A0-4985-8914-9D1CD568050D}" dt="2020-10-19T19:59:30.719" v="3987" actId="20577"/>
          <ac:spMkLst>
            <pc:docMk/>
            <pc:sldMk cId="0" sldId="263"/>
            <ac:spMk id="245767" creationId="{343250D9-C6E9-4702-B02F-A5808AF30C1D}"/>
          </ac:spMkLst>
        </pc:spChg>
      </pc:sldChg>
      <pc:sldChg chg="modSp add del mod">
        <pc:chgData name="Ivan Granja" userId="d0a12471-25a3-466a-a647-7cb796ed786c" providerId="ADAL" clId="{598EED31-30A0-4985-8914-9D1CD568050D}" dt="2020-10-19T19:24:11.962" v="2769" actId="313"/>
        <pc:sldMkLst>
          <pc:docMk/>
          <pc:sldMk cId="3248840996" sldId="264"/>
        </pc:sldMkLst>
        <pc:spChg chg="mod">
          <ac:chgData name="Ivan Granja" userId="d0a12471-25a3-466a-a647-7cb796ed786c" providerId="ADAL" clId="{598EED31-30A0-4985-8914-9D1CD568050D}" dt="2020-10-19T19:24:11.962" v="2769" actId="313"/>
          <ac:spMkLst>
            <pc:docMk/>
            <pc:sldMk cId="3248840996" sldId="264"/>
            <ac:spMk id="246786" creationId="{ACE81CAF-C9C3-4EB0-ADE8-23D536A72EC4}"/>
          </ac:spMkLst>
        </pc:spChg>
        <pc:spChg chg="mod">
          <ac:chgData name="Ivan Granja" userId="d0a12471-25a3-466a-a647-7cb796ed786c" providerId="ADAL" clId="{598EED31-30A0-4985-8914-9D1CD568050D}" dt="2020-10-19T19:24:05.042" v="2768" actId="255"/>
          <ac:spMkLst>
            <pc:docMk/>
            <pc:sldMk cId="3248840996" sldId="264"/>
            <ac:spMk id="246787" creationId="{5146E7F6-015A-4BDB-AB18-7161A26DC327}"/>
          </ac:spMkLst>
        </pc:spChg>
      </pc:sldChg>
      <pc:sldChg chg="modSp add del mod">
        <pc:chgData name="Ivan Granja" userId="d0a12471-25a3-466a-a647-7cb796ed786c" providerId="ADAL" clId="{598EED31-30A0-4985-8914-9D1CD568050D}" dt="2020-11-02T23:27:36.855" v="4058" actId="1076"/>
        <pc:sldMkLst>
          <pc:docMk/>
          <pc:sldMk cId="0" sldId="265"/>
        </pc:sldMkLst>
        <pc:spChg chg="mod">
          <ac:chgData name="Ivan Granja" userId="d0a12471-25a3-466a-a647-7cb796ed786c" providerId="ADAL" clId="{598EED31-30A0-4985-8914-9D1CD568050D}" dt="2020-11-02T23:27:32.757" v="4057" actId="20577"/>
          <ac:spMkLst>
            <pc:docMk/>
            <pc:sldMk cId="0" sldId="265"/>
            <ac:spMk id="247810" creationId="{DA2127B7-BB84-42F0-B476-A029EBBB78FF}"/>
          </ac:spMkLst>
        </pc:spChg>
        <pc:picChg chg="mod">
          <ac:chgData name="Ivan Granja" userId="d0a12471-25a3-466a-a647-7cb796ed786c" providerId="ADAL" clId="{598EED31-30A0-4985-8914-9D1CD568050D}" dt="2020-11-02T23:27:36.855" v="4058" actId="1076"/>
          <ac:picMkLst>
            <pc:docMk/>
            <pc:sldMk cId="0" sldId="265"/>
            <ac:picMk id="247811" creationId="{6779B3C4-ADF0-46E8-B3B7-B0CCD64BBC0F}"/>
          </ac:picMkLst>
        </pc:picChg>
      </pc:sldChg>
      <pc:sldChg chg="del">
        <pc:chgData name="Ivan Granja" userId="d0a12471-25a3-466a-a647-7cb796ed786c" providerId="ADAL" clId="{598EED31-30A0-4985-8914-9D1CD568050D}" dt="2020-10-19T18:43:31.142" v="59" actId="47"/>
        <pc:sldMkLst>
          <pc:docMk/>
          <pc:sldMk cId="0" sldId="266"/>
        </pc:sldMkLst>
      </pc:sldChg>
      <pc:sldChg chg="del">
        <pc:chgData name="Ivan Granja" userId="d0a12471-25a3-466a-a647-7cb796ed786c" providerId="ADAL" clId="{598EED31-30A0-4985-8914-9D1CD568050D}" dt="2020-10-19T18:43:31.355" v="60" actId="47"/>
        <pc:sldMkLst>
          <pc:docMk/>
          <pc:sldMk cId="0" sldId="267"/>
        </pc:sldMkLst>
      </pc:sldChg>
      <pc:sldChg chg="modSp add mod">
        <pc:chgData name="Ivan Granja" userId="d0a12471-25a3-466a-a647-7cb796ed786c" providerId="ADAL" clId="{598EED31-30A0-4985-8914-9D1CD568050D}" dt="2020-10-19T18:47:50.128" v="375" actId="20577"/>
        <pc:sldMkLst>
          <pc:docMk/>
          <pc:sldMk cId="0" sldId="268"/>
        </pc:sldMkLst>
        <pc:spChg chg="mod">
          <ac:chgData name="Ivan Granja" userId="d0a12471-25a3-466a-a647-7cb796ed786c" providerId="ADAL" clId="{598EED31-30A0-4985-8914-9D1CD568050D}" dt="2020-10-19T18:47:50.128" v="375" actId="20577"/>
          <ac:spMkLst>
            <pc:docMk/>
            <pc:sldMk cId="0" sldId="268"/>
            <ac:spMk id="250883" creationId="{1E742F71-5F87-464C-9188-4531B1CC2B44}"/>
          </ac:spMkLst>
        </pc:spChg>
      </pc:sldChg>
      <pc:sldChg chg="del">
        <pc:chgData name="Ivan Granja" userId="d0a12471-25a3-466a-a647-7cb796ed786c" providerId="ADAL" clId="{598EED31-30A0-4985-8914-9D1CD568050D}" dt="2020-10-19T18:43:31.617" v="61" actId="47"/>
        <pc:sldMkLst>
          <pc:docMk/>
          <pc:sldMk cId="0" sldId="269"/>
        </pc:sldMkLst>
      </pc:sldChg>
      <pc:sldChg chg="del">
        <pc:chgData name="Ivan Granja" userId="d0a12471-25a3-466a-a647-7cb796ed786c" providerId="ADAL" clId="{598EED31-30A0-4985-8914-9D1CD568050D}" dt="2020-10-19T18:43:31.775" v="62" actId="47"/>
        <pc:sldMkLst>
          <pc:docMk/>
          <pc:sldMk cId="0" sldId="270"/>
        </pc:sldMkLst>
      </pc:sldChg>
      <pc:sldChg chg="modSp add del mod">
        <pc:chgData name="Ivan Granja" userId="d0a12471-25a3-466a-a647-7cb796ed786c" providerId="ADAL" clId="{598EED31-30A0-4985-8914-9D1CD568050D}" dt="2020-10-19T19:29:11.975" v="3106"/>
        <pc:sldMkLst>
          <pc:docMk/>
          <pc:sldMk cId="0" sldId="271"/>
        </pc:sldMkLst>
        <pc:spChg chg="mod">
          <ac:chgData name="Ivan Granja" userId="d0a12471-25a3-466a-a647-7cb796ed786c" providerId="ADAL" clId="{598EED31-30A0-4985-8914-9D1CD568050D}" dt="2020-10-19T19:28:45.262" v="3102" actId="403"/>
          <ac:spMkLst>
            <pc:docMk/>
            <pc:sldMk cId="0" sldId="271"/>
            <ac:spMk id="253954" creationId="{39F37A8E-4794-463D-BF69-A86CFE78FB29}"/>
          </ac:spMkLst>
        </pc:spChg>
        <pc:spChg chg="mod">
          <ac:chgData name="Ivan Granja" userId="d0a12471-25a3-466a-a647-7cb796ed786c" providerId="ADAL" clId="{598EED31-30A0-4985-8914-9D1CD568050D}" dt="2020-10-19T19:29:11.975" v="3106"/>
          <ac:spMkLst>
            <pc:docMk/>
            <pc:sldMk cId="0" sldId="271"/>
            <ac:spMk id="253955" creationId="{67F5CD50-914C-4588-BF26-0C0E853F1CE7}"/>
          </ac:spMkLst>
        </pc:spChg>
      </pc:sldChg>
      <pc:sldChg chg="add del ord">
        <pc:chgData name="Ivan Granja" userId="d0a12471-25a3-466a-a647-7cb796ed786c" providerId="ADAL" clId="{598EED31-30A0-4985-8914-9D1CD568050D}" dt="2020-10-19T19:32:38.143" v="3293" actId="47"/>
        <pc:sldMkLst>
          <pc:docMk/>
          <pc:sldMk cId="0" sldId="272"/>
        </pc:sldMkLst>
      </pc:sldChg>
      <pc:sldChg chg="modSp add del mod">
        <pc:chgData name="Ivan Granja" userId="d0a12471-25a3-466a-a647-7cb796ed786c" providerId="ADAL" clId="{598EED31-30A0-4985-8914-9D1CD568050D}" dt="2020-10-19T19:32:12.251" v="3291" actId="20577"/>
        <pc:sldMkLst>
          <pc:docMk/>
          <pc:sldMk cId="0" sldId="273"/>
        </pc:sldMkLst>
        <pc:spChg chg="mod">
          <ac:chgData name="Ivan Granja" userId="d0a12471-25a3-466a-a647-7cb796ed786c" providerId="ADAL" clId="{598EED31-30A0-4985-8914-9D1CD568050D}" dt="2020-10-19T19:31:03.568" v="3166" actId="20577"/>
          <ac:spMkLst>
            <pc:docMk/>
            <pc:sldMk cId="0" sldId="273"/>
            <ac:spMk id="256002" creationId="{040F9638-1517-469C-9A57-4167C0B23126}"/>
          </ac:spMkLst>
        </pc:spChg>
        <pc:spChg chg="mod">
          <ac:chgData name="Ivan Granja" userId="d0a12471-25a3-466a-a647-7cb796ed786c" providerId="ADAL" clId="{598EED31-30A0-4985-8914-9D1CD568050D}" dt="2020-10-19T19:32:12.251" v="3291" actId="20577"/>
          <ac:spMkLst>
            <pc:docMk/>
            <pc:sldMk cId="0" sldId="273"/>
            <ac:spMk id="256005" creationId="{9BBB13B8-5BB1-4A25-99FD-AD514669A0AE}"/>
          </ac:spMkLst>
        </pc:spChg>
        <pc:spChg chg="mod">
          <ac:chgData name="Ivan Granja" userId="d0a12471-25a3-466a-a647-7cb796ed786c" providerId="ADAL" clId="{598EED31-30A0-4985-8914-9D1CD568050D}" dt="2020-10-19T19:32:05.556" v="3279" actId="20577"/>
          <ac:spMkLst>
            <pc:docMk/>
            <pc:sldMk cId="0" sldId="273"/>
            <ac:spMk id="256010" creationId="{BF492481-4175-44D4-B0A8-8C549886E2FB}"/>
          </ac:spMkLst>
        </pc:spChg>
        <pc:spChg chg="mod">
          <ac:chgData name="Ivan Granja" userId="d0a12471-25a3-466a-a647-7cb796ed786c" providerId="ADAL" clId="{598EED31-30A0-4985-8914-9D1CD568050D}" dt="2020-10-19T19:30:00.038" v="3120" actId="1076"/>
          <ac:spMkLst>
            <pc:docMk/>
            <pc:sldMk cId="0" sldId="273"/>
            <ac:spMk id="256013" creationId="{284F73F3-CE72-4B23-A439-2EA528B6F2C7}"/>
          </ac:spMkLst>
        </pc:spChg>
        <pc:picChg chg="mod">
          <ac:chgData name="Ivan Granja" userId="d0a12471-25a3-466a-a647-7cb796ed786c" providerId="ADAL" clId="{598EED31-30A0-4985-8914-9D1CD568050D}" dt="2020-10-19T19:29:33.638" v="3109" actId="1076"/>
          <ac:picMkLst>
            <pc:docMk/>
            <pc:sldMk cId="0" sldId="273"/>
            <ac:picMk id="256011" creationId="{1FF2F435-E7C5-47A4-A078-2C7EAB967D34}"/>
          </ac:picMkLst>
        </pc:picChg>
      </pc:sldChg>
      <pc:sldChg chg="add del">
        <pc:chgData name="Ivan Granja" userId="d0a12471-25a3-466a-a647-7cb796ed786c" providerId="ADAL" clId="{598EED31-30A0-4985-8914-9D1CD568050D}" dt="2020-10-19T19:32:36.873" v="3292" actId="47"/>
        <pc:sldMkLst>
          <pc:docMk/>
          <pc:sldMk cId="0" sldId="274"/>
        </pc:sldMkLst>
      </pc:sldChg>
      <pc:sldChg chg="del">
        <pc:chgData name="Ivan Granja" userId="d0a12471-25a3-466a-a647-7cb796ed786c" providerId="ADAL" clId="{598EED31-30A0-4985-8914-9D1CD568050D}" dt="2020-10-19T18:43:33.071" v="65" actId="47"/>
        <pc:sldMkLst>
          <pc:docMk/>
          <pc:sldMk cId="0" sldId="275"/>
        </pc:sldMkLst>
      </pc:sldChg>
      <pc:sldChg chg="del">
        <pc:chgData name="Ivan Granja" userId="d0a12471-25a3-466a-a647-7cb796ed786c" providerId="ADAL" clId="{598EED31-30A0-4985-8914-9D1CD568050D}" dt="2020-10-19T18:43:30.144" v="55" actId="47"/>
        <pc:sldMkLst>
          <pc:docMk/>
          <pc:sldMk cId="3813715356" sldId="276"/>
        </pc:sldMkLst>
      </pc:sldChg>
      <pc:sldChg chg="del">
        <pc:chgData name="Ivan Granja" userId="d0a12471-25a3-466a-a647-7cb796ed786c" providerId="ADAL" clId="{598EED31-30A0-4985-8914-9D1CD568050D}" dt="2020-10-19T18:43:29.633" v="52" actId="47"/>
        <pc:sldMkLst>
          <pc:docMk/>
          <pc:sldMk cId="1401273665" sldId="277"/>
        </pc:sldMkLst>
      </pc:sldChg>
      <pc:sldChg chg="addSp delSp modSp add mod">
        <pc:chgData name="Ivan Granja" userId="d0a12471-25a3-466a-a647-7cb796ed786c" providerId="ADAL" clId="{598EED31-30A0-4985-8914-9D1CD568050D}" dt="2020-10-19T19:04:08.804" v="1324" actId="478"/>
        <pc:sldMkLst>
          <pc:docMk/>
          <pc:sldMk cId="0" sldId="283"/>
        </pc:sldMkLst>
        <pc:spChg chg="add del mod">
          <ac:chgData name="Ivan Granja" userId="d0a12471-25a3-466a-a647-7cb796ed786c" providerId="ADAL" clId="{598EED31-30A0-4985-8914-9D1CD568050D}" dt="2020-10-19T19:04:08.804" v="1324" actId="478"/>
          <ac:spMkLst>
            <pc:docMk/>
            <pc:sldMk cId="0" sldId="283"/>
            <ac:spMk id="2" creationId="{32066676-6D09-4CA1-8A65-95014D00BED4}"/>
          </ac:spMkLst>
        </pc:spChg>
        <pc:spChg chg="del">
          <ac:chgData name="Ivan Granja" userId="d0a12471-25a3-466a-a647-7cb796ed786c" providerId="ADAL" clId="{598EED31-30A0-4985-8914-9D1CD568050D}" dt="2020-10-19T19:04:05.935" v="1323" actId="478"/>
          <ac:spMkLst>
            <pc:docMk/>
            <pc:sldMk cId="0" sldId="283"/>
            <ac:spMk id="270338" creationId="{A17ADE46-E3C2-4897-AA5D-74268CD7B2E5}"/>
          </ac:spMkLst>
        </pc:spChg>
        <pc:spChg chg="mod">
          <ac:chgData name="Ivan Granja" userId="d0a12471-25a3-466a-a647-7cb796ed786c" providerId="ADAL" clId="{598EED31-30A0-4985-8914-9D1CD568050D}" dt="2020-10-19T18:55:29.567" v="941" actId="122"/>
          <ac:spMkLst>
            <pc:docMk/>
            <pc:sldMk cId="0" sldId="283"/>
            <ac:spMk id="270339" creationId="{C5469D6F-7DEC-4D82-82D1-D367334DEA50}"/>
          </ac:spMkLst>
        </pc:spChg>
        <pc:spChg chg="mod">
          <ac:chgData name="Ivan Granja" userId="d0a12471-25a3-466a-a647-7cb796ed786c" providerId="ADAL" clId="{598EED31-30A0-4985-8914-9D1CD568050D}" dt="2020-10-19T18:53:22.194" v="774" actId="207"/>
          <ac:spMkLst>
            <pc:docMk/>
            <pc:sldMk cId="0" sldId="283"/>
            <ac:spMk id="270346" creationId="{8802BE98-D387-4FF2-ABA2-6D3B3D1AF3AB}"/>
          </ac:spMkLst>
        </pc:spChg>
        <pc:spChg chg="mod">
          <ac:chgData name="Ivan Granja" userId="d0a12471-25a3-466a-a647-7cb796ed786c" providerId="ADAL" clId="{598EED31-30A0-4985-8914-9D1CD568050D}" dt="2020-10-19T18:53:28.200" v="775" actId="207"/>
          <ac:spMkLst>
            <pc:docMk/>
            <pc:sldMk cId="0" sldId="283"/>
            <ac:spMk id="270347" creationId="{A0B8AB95-2AC8-4643-AF72-EB5E98F7829B}"/>
          </ac:spMkLst>
        </pc:spChg>
        <pc:spChg chg="mod">
          <ac:chgData name="Ivan Granja" userId="d0a12471-25a3-466a-a647-7cb796ed786c" providerId="ADAL" clId="{598EED31-30A0-4985-8914-9D1CD568050D}" dt="2020-10-19T18:53:22.194" v="774" actId="207"/>
          <ac:spMkLst>
            <pc:docMk/>
            <pc:sldMk cId="0" sldId="283"/>
            <ac:spMk id="270348" creationId="{318ACEBA-667E-4BD4-8827-8D5E732F2DAC}"/>
          </ac:spMkLst>
        </pc:spChg>
        <pc:spChg chg="mod">
          <ac:chgData name="Ivan Granja" userId="d0a12471-25a3-466a-a647-7cb796ed786c" providerId="ADAL" clId="{598EED31-30A0-4985-8914-9D1CD568050D}" dt="2020-10-19T18:53:22.194" v="774" actId="207"/>
          <ac:spMkLst>
            <pc:docMk/>
            <pc:sldMk cId="0" sldId="283"/>
            <ac:spMk id="270349" creationId="{4D0568EC-C77E-4011-995A-F62164EBEA03}"/>
          </ac:spMkLst>
        </pc:spChg>
        <pc:spChg chg="mod">
          <ac:chgData name="Ivan Granja" userId="d0a12471-25a3-466a-a647-7cb796ed786c" providerId="ADAL" clId="{598EED31-30A0-4985-8914-9D1CD568050D}" dt="2020-10-19T18:53:41.775" v="792" actId="207"/>
          <ac:spMkLst>
            <pc:docMk/>
            <pc:sldMk cId="0" sldId="283"/>
            <ac:spMk id="270350" creationId="{84371A93-71D8-44DA-BA12-B582FABFE70E}"/>
          </ac:spMkLst>
        </pc:spChg>
        <pc:spChg chg="mod">
          <ac:chgData name="Ivan Granja" userId="d0a12471-25a3-466a-a647-7cb796ed786c" providerId="ADAL" clId="{598EED31-30A0-4985-8914-9D1CD568050D}" dt="2020-10-19T18:53:22.194" v="774" actId="207"/>
          <ac:spMkLst>
            <pc:docMk/>
            <pc:sldMk cId="0" sldId="283"/>
            <ac:spMk id="270351" creationId="{C10D891D-0A59-48E8-8005-188F640115AE}"/>
          </ac:spMkLst>
        </pc:spChg>
        <pc:spChg chg="mod">
          <ac:chgData name="Ivan Granja" userId="d0a12471-25a3-466a-a647-7cb796ed786c" providerId="ADAL" clId="{598EED31-30A0-4985-8914-9D1CD568050D}" dt="2020-10-19T18:53:37.255" v="791" actId="20577"/>
          <ac:spMkLst>
            <pc:docMk/>
            <pc:sldMk cId="0" sldId="283"/>
            <ac:spMk id="270354" creationId="{14396779-9424-4DD4-A40F-3B50F1D6D186}"/>
          </ac:spMkLst>
        </pc:spChg>
        <pc:picChg chg="mod">
          <ac:chgData name="Ivan Granja" userId="d0a12471-25a3-466a-a647-7cb796ed786c" providerId="ADAL" clId="{598EED31-30A0-4985-8914-9D1CD568050D}" dt="2020-10-19T18:53:22.194" v="774" actId="207"/>
          <ac:picMkLst>
            <pc:docMk/>
            <pc:sldMk cId="0" sldId="283"/>
            <ac:picMk id="270340" creationId="{7E4AB291-F9F9-4E65-A5A7-4CF4E426C487}"/>
          </ac:picMkLst>
        </pc:picChg>
      </pc:sldChg>
      <pc:sldChg chg="modSp add mod">
        <pc:chgData name="Ivan Granja" userId="d0a12471-25a3-466a-a647-7cb796ed786c" providerId="ADAL" clId="{598EED31-30A0-4985-8914-9D1CD568050D}" dt="2020-10-20T11:52:42.269" v="3993" actId="20577"/>
        <pc:sldMkLst>
          <pc:docMk/>
          <pc:sldMk cId="0" sldId="284"/>
        </pc:sldMkLst>
        <pc:spChg chg="mod">
          <ac:chgData name="Ivan Granja" userId="d0a12471-25a3-466a-a647-7cb796ed786c" providerId="ADAL" clId="{598EED31-30A0-4985-8914-9D1CD568050D}" dt="2020-10-19T19:14:13.130" v="1828" actId="313"/>
          <ac:spMkLst>
            <pc:docMk/>
            <pc:sldMk cId="0" sldId="284"/>
            <ac:spMk id="271362" creationId="{A8156D4F-38D1-4A2A-8ECA-D19B5930054E}"/>
          </ac:spMkLst>
        </pc:spChg>
        <pc:spChg chg="mod">
          <ac:chgData name="Ivan Granja" userId="d0a12471-25a3-466a-a647-7cb796ed786c" providerId="ADAL" clId="{598EED31-30A0-4985-8914-9D1CD568050D}" dt="2020-10-20T11:52:42.269" v="3993" actId="20577"/>
          <ac:spMkLst>
            <pc:docMk/>
            <pc:sldMk cId="0" sldId="284"/>
            <ac:spMk id="271363" creationId="{1C1D4059-E44C-4147-9355-53127924D9B3}"/>
          </ac:spMkLst>
        </pc:spChg>
      </pc:sldChg>
      <pc:sldChg chg="modSp add mod">
        <pc:chgData name="Ivan Granja" userId="d0a12471-25a3-466a-a647-7cb796ed786c" providerId="ADAL" clId="{598EED31-30A0-4985-8914-9D1CD568050D}" dt="2020-10-19T18:57:47.950" v="1035" actId="20577"/>
        <pc:sldMkLst>
          <pc:docMk/>
          <pc:sldMk cId="0" sldId="345"/>
        </pc:sldMkLst>
        <pc:spChg chg="mod">
          <ac:chgData name="Ivan Granja" userId="d0a12471-25a3-466a-a647-7cb796ed786c" providerId="ADAL" clId="{598EED31-30A0-4985-8914-9D1CD568050D}" dt="2020-10-19T18:57:47.950" v="1035" actId="20577"/>
          <ac:spMkLst>
            <pc:docMk/>
            <pc:sldMk cId="0" sldId="345"/>
            <ac:spMk id="73731" creationId="{341CA59D-F8A8-4F75-BBB0-27C41AF27228}"/>
          </ac:spMkLst>
        </pc:spChg>
      </pc:sldChg>
      <pc:sldChg chg="modSp add mod">
        <pc:chgData name="Ivan Granja" userId="d0a12471-25a3-466a-a647-7cb796ed786c" providerId="ADAL" clId="{598EED31-30A0-4985-8914-9D1CD568050D}" dt="2020-10-19T19:26:18.281" v="2915" actId="1076"/>
        <pc:sldMkLst>
          <pc:docMk/>
          <pc:sldMk cId="157324332" sldId="346"/>
        </pc:sldMkLst>
        <pc:spChg chg="mod">
          <ac:chgData name="Ivan Granja" userId="d0a12471-25a3-466a-a647-7cb796ed786c" providerId="ADAL" clId="{598EED31-30A0-4985-8914-9D1CD568050D}" dt="2020-10-19T19:09:47.033" v="1599" actId="403"/>
          <ac:spMkLst>
            <pc:docMk/>
            <pc:sldMk cId="157324332" sldId="346"/>
            <ac:spMk id="73730" creationId="{DCD2657F-66BB-43BC-8522-B65FB35A8728}"/>
          </ac:spMkLst>
        </pc:spChg>
        <pc:spChg chg="mod">
          <ac:chgData name="Ivan Granja" userId="d0a12471-25a3-466a-a647-7cb796ed786c" providerId="ADAL" clId="{598EED31-30A0-4985-8914-9D1CD568050D}" dt="2020-10-19T19:26:18.281" v="2915" actId="1076"/>
          <ac:spMkLst>
            <pc:docMk/>
            <pc:sldMk cId="157324332" sldId="346"/>
            <ac:spMk id="73731" creationId="{341CA59D-F8A8-4F75-BBB0-27C41AF27228}"/>
          </ac:spMkLst>
        </pc:spChg>
      </pc:sldChg>
      <pc:sldChg chg="addSp delSp modSp new mod">
        <pc:chgData name="Ivan Granja" userId="d0a12471-25a3-466a-a647-7cb796ed786c" providerId="ADAL" clId="{598EED31-30A0-4985-8914-9D1CD568050D}" dt="2020-10-19T19:03:27.296" v="1322" actId="962"/>
        <pc:sldMkLst>
          <pc:docMk/>
          <pc:sldMk cId="1891352998" sldId="347"/>
        </pc:sldMkLst>
        <pc:spChg chg="del">
          <ac:chgData name="Ivan Granja" userId="d0a12471-25a3-466a-a647-7cb796ed786c" providerId="ADAL" clId="{598EED31-30A0-4985-8914-9D1CD568050D}" dt="2020-10-19T19:02:45.724" v="1317" actId="478"/>
          <ac:spMkLst>
            <pc:docMk/>
            <pc:sldMk cId="1891352998" sldId="347"/>
            <ac:spMk id="2" creationId="{B8C3EABA-5E6C-4DAC-86E6-CB8A7336853D}"/>
          </ac:spMkLst>
        </pc:spChg>
        <pc:picChg chg="add del">
          <ac:chgData name="Ivan Granja" userId="d0a12471-25a3-466a-a647-7cb796ed786c" providerId="ADAL" clId="{598EED31-30A0-4985-8914-9D1CD568050D}" dt="2020-10-19T19:02:48.950" v="1319" actId="22"/>
          <ac:picMkLst>
            <pc:docMk/>
            <pc:sldMk cId="1891352998" sldId="347"/>
            <ac:picMk id="6" creationId="{9E993C51-AE09-4280-8D2D-350BC68954B8}"/>
          </ac:picMkLst>
        </pc:picChg>
        <pc:picChg chg="add mod">
          <ac:chgData name="Ivan Granja" userId="d0a12471-25a3-466a-a647-7cb796ed786c" providerId="ADAL" clId="{598EED31-30A0-4985-8914-9D1CD568050D}" dt="2020-10-19T19:03:27.296" v="1322" actId="962"/>
          <ac:picMkLst>
            <pc:docMk/>
            <pc:sldMk cId="1891352998" sldId="347"/>
            <ac:picMk id="8" creationId="{F233ED1C-B720-49BA-BDE9-90EEBD3D2240}"/>
          </ac:picMkLst>
        </pc:picChg>
      </pc:sldChg>
      <pc:sldChg chg="modSp new mod ord">
        <pc:chgData name="Ivan Granja" userId="d0a12471-25a3-466a-a647-7cb796ed786c" providerId="ADAL" clId="{598EED31-30A0-4985-8914-9D1CD568050D}" dt="2020-10-20T11:37:23.781" v="3991" actId="20577"/>
        <pc:sldMkLst>
          <pc:docMk/>
          <pc:sldMk cId="3952900565" sldId="348"/>
        </pc:sldMkLst>
        <pc:spChg chg="mod">
          <ac:chgData name="Ivan Granja" userId="d0a12471-25a3-466a-a647-7cb796ed786c" providerId="ADAL" clId="{598EED31-30A0-4985-8914-9D1CD568050D}" dt="2020-10-20T11:37:23.781" v="3991" actId="20577"/>
          <ac:spMkLst>
            <pc:docMk/>
            <pc:sldMk cId="3952900565" sldId="348"/>
            <ac:spMk id="2" creationId="{6020C925-AB73-45E8-AD4D-79EB80A4E54B}"/>
          </ac:spMkLst>
        </pc:spChg>
        <pc:spChg chg="mod">
          <ac:chgData name="Ivan Granja" userId="d0a12471-25a3-466a-a647-7cb796ed786c" providerId="ADAL" clId="{598EED31-30A0-4985-8914-9D1CD568050D}" dt="2020-10-19T19:10:05.103" v="1602" actId="255"/>
          <ac:spMkLst>
            <pc:docMk/>
            <pc:sldMk cId="3952900565" sldId="348"/>
            <ac:spMk id="4" creationId="{825BF22C-758F-4314-B5F3-8EBE8585E6EB}"/>
          </ac:spMkLst>
        </pc:spChg>
      </pc:sldChg>
      <pc:sldChg chg="modSp add mod">
        <pc:chgData name="Ivan Granja" userId="d0a12471-25a3-466a-a647-7cb796ed786c" providerId="ADAL" clId="{598EED31-30A0-4985-8914-9D1CD568050D}" dt="2020-10-19T19:49:44.251" v="3835" actId="403"/>
        <pc:sldMkLst>
          <pc:docMk/>
          <pc:sldMk cId="0" sldId="349"/>
        </pc:sldMkLst>
        <pc:spChg chg="mod">
          <ac:chgData name="Ivan Granja" userId="d0a12471-25a3-466a-a647-7cb796ed786c" providerId="ADAL" clId="{598EED31-30A0-4985-8914-9D1CD568050D}" dt="2020-10-19T19:49:25.373" v="3830" actId="20577"/>
          <ac:spMkLst>
            <pc:docMk/>
            <pc:sldMk cId="0" sldId="349"/>
            <ac:spMk id="3" creationId="{A786A2EF-60F6-4422-B9DF-DD8A4766A311}"/>
          </ac:spMkLst>
        </pc:spChg>
        <pc:spChg chg="mod">
          <ac:chgData name="Ivan Granja" userId="d0a12471-25a3-466a-a647-7cb796ed786c" providerId="ADAL" clId="{598EED31-30A0-4985-8914-9D1CD568050D}" dt="2020-10-19T19:49:44.251" v="3835" actId="403"/>
          <ac:spMkLst>
            <pc:docMk/>
            <pc:sldMk cId="0" sldId="349"/>
            <ac:spMk id="77827" creationId="{6F867E5A-7AE6-46DA-AD37-D2D26D888220}"/>
          </ac:spMkLst>
        </pc:spChg>
        <pc:picChg chg="mod">
          <ac:chgData name="Ivan Granja" userId="d0a12471-25a3-466a-a647-7cb796ed786c" providerId="ADAL" clId="{598EED31-30A0-4985-8914-9D1CD568050D}" dt="2020-10-19T19:46:54.713" v="3611" actId="14100"/>
          <ac:picMkLst>
            <pc:docMk/>
            <pc:sldMk cId="0" sldId="349"/>
            <ac:picMk id="77826" creationId="{7AEEE847-26FB-4F63-8A72-F69B34D9794E}"/>
          </ac:picMkLst>
        </pc:picChg>
        <pc:picChg chg="mod">
          <ac:chgData name="Ivan Granja" userId="d0a12471-25a3-466a-a647-7cb796ed786c" providerId="ADAL" clId="{598EED31-30A0-4985-8914-9D1CD568050D}" dt="2020-10-19T19:49:17.653" v="3819" actId="1076"/>
          <ac:picMkLst>
            <pc:docMk/>
            <pc:sldMk cId="0" sldId="349"/>
            <ac:picMk id="77829" creationId="{6509A090-A527-4E6A-9A6C-04039712AA64}"/>
          </ac:picMkLst>
        </pc:picChg>
        <pc:picChg chg="mod">
          <ac:chgData name="Ivan Granja" userId="d0a12471-25a3-466a-a647-7cb796ed786c" providerId="ADAL" clId="{598EED31-30A0-4985-8914-9D1CD568050D}" dt="2020-10-19T19:49:19.606" v="3820" actId="1076"/>
          <ac:picMkLst>
            <pc:docMk/>
            <pc:sldMk cId="0" sldId="349"/>
            <ac:picMk id="77830" creationId="{1800784E-C8D2-401C-ABBA-13F9AE856D70}"/>
          </ac:picMkLst>
        </pc:picChg>
        <pc:picChg chg="mod">
          <ac:chgData name="Ivan Granja" userId="d0a12471-25a3-466a-a647-7cb796ed786c" providerId="ADAL" clId="{598EED31-30A0-4985-8914-9D1CD568050D}" dt="2020-10-19T19:49:28.829" v="3831" actId="1076"/>
          <ac:picMkLst>
            <pc:docMk/>
            <pc:sldMk cId="0" sldId="349"/>
            <ac:picMk id="77831" creationId="{4053F591-B94A-458D-B6C9-54F25F860D9E}"/>
          </ac:picMkLst>
        </pc:picChg>
      </pc:sldChg>
      <pc:sldChg chg="addSp delSp modSp new del mod modClrScheme chgLayout">
        <pc:chgData name="Ivan Granja" userId="d0a12471-25a3-466a-a647-7cb796ed786c" providerId="ADAL" clId="{598EED31-30A0-4985-8914-9D1CD568050D}" dt="2020-10-19T19:39:30.249" v="3484" actId="47"/>
        <pc:sldMkLst>
          <pc:docMk/>
          <pc:sldMk cId="1436466535" sldId="349"/>
        </pc:sldMkLst>
        <pc:spChg chg="del mod ord">
          <ac:chgData name="Ivan Granja" userId="d0a12471-25a3-466a-a647-7cb796ed786c" providerId="ADAL" clId="{598EED31-30A0-4985-8914-9D1CD568050D}" dt="2020-10-19T19:34:18.111" v="3295" actId="700"/>
          <ac:spMkLst>
            <pc:docMk/>
            <pc:sldMk cId="1436466535" sldId="349"/>
            <ac:spMk id="2" creationId="{6F1A5416-226B-45F3-8240-F12DFDA801E0}"/>
          </ac:spMkLst>
        </pc:spChg>
        <pc:spChg chg="del">
          <ac:chgData name="Ivan Granja" userId="d0a12471-25a3-466a-a647-7cb796ed786c" providerId="ADAL" clId="{598EED31-30A0-4985-8914-9D1CD568050D}" dt="2020-10-19T19:34:18.111" v="3295" actId="700"/>
          <ac:spMkLst>
            <pc:docMk/>
            <pc:sldMk cId="1436466535" sldId="349"/>
            <ac:spMk id="3" creationId="{DC6A35A0-3F75-4881-AEA1-0FAA5DBF7C1B}"/>
          </ac:spMkLst>
        </pc:spChg>
        <pc:spChg chg="del">
          <ac:chgData name="Ivan Granja" userId="d0a12471-25a3-466a-a647-7cb796ed786c" providerId="ADAL" clId="{598EED31-30A0-4985-8914-9D1CD568050D}" dt="2020-10-19T19:34:18.111" v="3295" actId="700"/>
          <ac:spMkLst>
            <pc:docMk/>
            <pc:sldMk cId="1436466535" sldId="349"/>
            <ac:spMk id="4" creationId="{3F18328A-7FA2-4681-9BA7-76D6FAE696A2}"/>
          </ac:spMkLst>
        </pc:spChg>
        <pc:spChg chg="mod ord">
          <ac:chgData name="Ivan Granja" userId="d0a12471-25a3-466a-a647-7cb796ed786c" providerId="ADAL" clId="{598EED31-30A0-4985-8914-9D1CD568050D}" dt="2020-10-19T19:34:18.111" v="3295" actId="700"/>
          <ac:spMkLst>
            <pc:docMk/>
            <pc:sldMk cId="1436466535" sldId="349"/>
            <ac:spMk id="5" creationId="{EA973B81-86F8-45D0-AD83-EAA42A63363E}"/>
          </ac:spMkLst>
        </pc:spChg>
        <pc:spChg chg="add mod ord">
          <ac:chgData name="Ivan Granja" userId="d0a12471-25a3-466a-a647-7cb796ed786c" providerId="ADAL" clId="{598EED31-30A0-4985-8914-9D1CD568050D}" dt="2020-10-19T19:34:44.758" v="3342" actId="20577"/>
          <ac:spMkLst>
            <pc:docMk/>
            <pc:sldMk cId="1436466535" sldId="349"/>
            <ac:spMk id="6" creationId="{127D7D9A-D3CC-470F-9697-B925563DA5BC}"/>
          </ac:spMkLst>
        </pc:spChg>
        <pc:spChg chg="add mod">
          <ac:chgData name="Ivan Granja" userId="d0a12471-25a3-466a-a647-7cb796ed786c" providerId="ADAL" clId="{598EED31-30A0-4985-8914-9D1CD568050D}" dt="2020-10-19T19:35:51.307" v="3402" actId="20577"/>
          <ac:spMkLst>
            <pc:docMk/>
            <pc:sldMk cId="1436466535" sldId="349"/>
            <ac:spMk id="9" creationId="{399E7987-CA6A-4F30-8D47-57721F449923}"/>
          </ac:spMkLst>
        </pc:spChg>
        <pc:picChg chg="add mod">
          <ac:chgData name="Ivan Granja" userId="d0a12471-25a3-466a-a647-7cb796ed786c" providerId="ADAL" clId="{598EED31-30A0-4985-8914-9D1CD568050D}" dt="2020-10-19T19:35:54.915" v="3403" actId="1076"/>
          <ac:picMkLst>
            <pc:docMk/>
            <pc:sldMk cId="1436466535" sldId="349"/>
            <ac:picMk id="8" creationId="{3D283E49-58EA-4337-B919-0A79B6D0D9C2}"/>
          </ac:picMkLst>
        </pc:picChg>
      </pc:sldChg>
      <pc:sldChg chg="delSp add del mod">
        <pc:chgData name="Ivan Granja" userId="d0a12471-25a3-466a-a647-7cb796ed786c" providerId="ADAL" clId="{598EED31-30A0-4985-8914-9D1CD568050D}" dt="2020-10-19T19:39:33.124" v="3486" actId="47"/>
        <pc:sldMkLst>
          <pc:docMk/>
          <pc:sldMk cId="2973007395" sldId="350"/>
        </pc:sldMkLst>
        <pc:picChg chg="del">
          <ac:chgData name="Ivan Granja" userId="d0a12471-25a3-466a-a647-7cb796ed786c" providerId="ADAL" clId="{598EED31-30A0-4985-8914-9D1CD568050D}" dt="2020-10-19T19:36:02.194" v="3404" actId="478"/>
          <ac:picMkLst>
            <pc:docMk/>
            <pc:sldMk cId="2973007395" sldId="350"/>
            <ac:picMk id="8" creationId="{3D283E49-58EA-4337-B919-0A79B6D0D9C2}"/>
          </ac:picMkLst>
        </pc:picChg>
      </pc:sldChg>
      <pc:sldChg chg="add del">
        <pc:chgData name="Ivan Granja" userId="d0a12471-25a3-466a-a647-7cb796ed786c" providerId="ADAL" clId="{598EED31-30A0-4985-8914-9D1CD568050D}" dt="2020-10-20T11:02:09.174" v="3990" actId="47"/>
        <pc:sldMkLst>
          <pc:docMk/>
          <pc:sldMk cId="358332735" sldId="351"/>
        </pc:sldMkLst>
      </pc:sldChg>
      <pc:sldChg chg="addSp delSp modSp add mod">
        <pc:chgData name="Ivan Granja" userId="d0a12471-25a3-466a-a647-7cb796ed786c" providerId="ADAL" clId="{598EED31-30A0-4985-8914-9D1CD568050D}" dt="2020-10-19T19:42:19.133" v="3527" actId="167"/>
        <pc:sldMkLst>
          <pc:docMk/>
          <pc:sldMk cId="0" sldId="352"/>
        </pc:sldMkLst>
        <pc:spChg chg="del mod">
          <ac:chgData name="Ivan Granja" userId="d0a12471-25a3-466a-a647-7cb796ed786c" providerId="ADAL" clId="{598EED31-30A0-4985-8914-9D1CD568050D}" dt="2020-10-19T19:41:23.171" v="3521" actId="478"/>
          <ac:spMkLst>
            <pc:docMk/>
            <pc:sldMk cId="0" sldId="352"/>
            <ac:spMk id="10" creationId="{0AA85C11-0A3D-4769-97B5-A7EAF4B73675}"/>
          </ac:spMkLst>
        </pc:spChg>
        <pc:spChg chg="del mod">
          <ac:chgData name="Ivan Granja" userId="d0a12471-25a3-466a-a647-7cb796ed786c" providerId="ADAL" clId="{598EED31-30A0-4985-8914-9D1CD568050D}" dt="2020-10-19T19:41:24.353" v="3522" actId="478"/>
          <ac:spMkLst>
            <pc:docMk/>
            <pc:sldMk cId="0" sldId="352"/>
            <ac:spMk id="13" creationId="{95097E61-1B4E-4AE7-B390-7AA7E572EC0A}"/>
          </ac:spMkLst>
        </pc:spChg>
        <pc:spChg chg="del mod">
          <ac:chgData name="Ivan Granja" userId="d0a12471-25a3-466a-a647-7cb796ed786c" providerId="ADAL" clId="{598EED31-30A0-4985-8914-9D1CD568050D}" dt="2020-10-19T19:41:18.460" v="3517" actId="478"/>
          <ac:spMkLst>
            <pc:docMk/>
            <pc:sldMk cId="0" sldId="352"/>
            <ac:spMk id="14" creationId="{65D904DE-A485-432A-8E7A-4E41A9A5FFF1}"/>
          </ac:spMkLst>
        </pc:spChg>
        <pc:spChg chg="del mod">
          <ac:chgData name="Ivan Granja" userId="d0a12471-25a3-466a-a647-7cb796ed786c" providerId="ADAL" clId="{598EED31-30A0-4985-8914-9D1CD568050D}" dt="2020-10-19T19:41:22.401" v="3520" actId="478"/>
          <ac:spMkLst>
            <pc:docMk/>
            <pc:sldMk cId="0" sldId="352"/>
            <ac:spMk id="15" creationId="{E60CC129-D776-4E75-84AC-64B736C4044C}"/>
          </ac:spMkLst>
        </pc:spChg>
        <pc:spChg chg="del mod">
          <ac:chgData name="Ivan Granja" userId="d0a12471-25a3-466a-a647-7cb796ed786c" providerId="ADAL" clId="{598EED31-30A0-4985-8914-9D1CD568050D}" dt="2020-10-19T19:41:20.965" v="3519" actId="478"/>
          <ac:spMkLst>
            <pc:docMk/>
            <pc:sldMk cId="0" sldId="352"/>
            <ac:spMk id="17" creationId="{F9D86ED0-B1EF-4044-B479-BE1CB992334A}"/>
          </ac:spMkLst>
        </pc:spChg>
        <pc:spChg chg="del">
          <ac:chgData name="Ivan Granja" userId="d0a12471-25a3-466a-a647-7cb796ed786c" providerId="ADAL" clId="{598EED31-30A0-4985-8914-9D1CD568050D}" dt="2020-10-19T19:40:38.153" v="3502" actId="478"/>
          <ac:spMkLst>
            <pc:docMk/>
            <pc:sldMk cId="0" sldId="352"/>
            <ac:spMk id="18" creationId="{0A6E8C10-7E6E-4D09-8C05-96A015FF6B6B}"/>
          </ac:spMkLst>
        </pc:spChg>
        <pc:spChg chg="mod">
          <ac:chgData name="Ivan Granja" userId="d0a12471-25a3-466a-a647-7cb796ed786c" providerId="ADAL" clId="{598EED31-30A0-4985-8914-9D1CD568050D}" dt="2020-10-19T19:41:19.896" v="3518" actId="6549"/>
          <ac:spMkLst>
            <pc:docMk/>
            <pc:sldMk cId="0" sldId="352"/>
            <ac:spMk id="75781" creationId="{AD5E40DC-14E0-44F9-B42A-5B85906F3D5A}"/>
          </ac:spMkLst>
        </pc:spChg>
        <pc:picChg chg="add mod">
          <ac:chgData name="Ivan Granja" userId="d0a12471-25a3-466a-a647-7cb796ed786c" providerId="ADAL" clId="{598EED31-30A0-4985-8914-9D1CD568050D}" dt="2020-10-19T19:42:19.133" v="3527" actId="167"/>
          <ac:picMkLst>
            <pc:docMk/>
            <pc:sldMk cId="0" sldId="352"/>
            <ac:picMk id="2" creationId="{0C8B14AB-C1FF-433D-ADB8-0AE0343AE586}"/>
          </ac:picMkLst>
        </pc:picChg>
        <pc:picChg chg="add mod">
          <ac:chgData name="Ivan Granja" userId="d0a12471-25a3-466a-a647-7cb796ed786c" providerId="ADAL" clId="{598EED31-30A0-4985-8914-9D1CD568050D}" dt="2020-10-19T19:42:19.133" v="3527" actId="167"/>
          <ac:picMkLst>
            <pc:docMk/>
            <pc:sldMk cId="0" sldId="352"/>
            <ac:picMk id="3" creationId="{4E33539C-9D1F-41CF-B9FD-91B332975714}"/>
          </ac:picMkLst>
        </pc:picChg>
        <pc:picChg chg="add mod">
          <ac:chgData name="Ivan Granja" userId="d0a12471-25a3-466a-a647-7cb796ed786c" providerId="ADAL" clId="{598EED31-30A0-4985-8914-9D1CD568050D}" dt="2020-10-19T19:42:19.133" v="3527" actId="167"/>
          <ac:picMkLst>
            <pc:docMk/>
            <pc:sldMk cId="0" sldId="352"/>
            <ac:picMk id="4" creationId="{A697F27E-A6E7-4B47-8AE0-833EFD26E71C}"/>
          </ac:picMkLst>
        </pc:picChg>
        <pc:picChg chg="del mod">
          <ac:chgData name="Ivan Granja" userId="d0a12471-25a3-466a-a647-7cb796ed786c" providerId="ADAL" clId="{598EED31-30A0-4985-8914-9D1CD568050D}" dt="2020-10-19T19:41:16.471" v="3516" actId="478"/>
          <ac:picMkLst>
            <pc:docMk/>
            <pc:sldMk cId="0" sldId="352"/>
            <ac:picMk id="75778" creationId="{521611B5-D758-46B2-9E37-DAF746368D6F}"/>
          </ac:picMkLst>
        </pc:picChg>
        <pc:picChg chg="del mod">
          <ac:chgData name="Ivan Granja" userId="d0a12471-25a3-466a-a647-7cb796ed786c" providerId="ADAL" clId="{598EED31-30A0-4985-8914-9D1CD568050D}" dt="2020-10-19T19:41:14.866" v="3514" actId="478"/>
          <ac:picMkLst>
            <pc:docMk/>
            <pc:sldMk cId="0" sldId="352"/>
            <ac:picMk id="75779" creationId="{E3EA85ED-8A70-486A-B9B9-B3E9AE19153C}"/>
          </ac:picMkLst>
        </pc:picChg>
        <pc:picChg chg="mod">
          <ac:chgData name="Ivan Granja" userId="d0a12471-25a3-466a-a647-7cb796ed786c" providerId="ADAL" clId="{598EED31-30A0-4985-8914-9D1CD568050D}" dt="2020-10-19T19:39:45.103" v="3489" actId="1076"/>
          <ac:picMkLst>
            <pc:docMk/>
            <pc:sldMk cId="0" sldId="352"/>
            <ac:picMk id="75782" creationId="{A3F3945D-81E4-4145-87EB-649A431024B5}"/>
          </ac:picMkLst>
        </pc:picChg>
        <pc:picChg chg="del mod">
          <ac:chgData name="Ivan Granja" userId="d0a12471-25a3-466a-a647-7cb796ed786c" providerId="ADAL" clId="{598EED31-30A0-4985-8914-9D1CD568050D}" dt="2020-10-19T19:41:14.085" v="3513" actId="478"/>
          <ac:picMkLst>
            <pc:docMk/>
            <pc:sldMk cId="0" sldId="352"/>
            <ac:picMk id="75783" creationId="{CD7DF134-5E9C-4F0E-9BB7-A70CC22DE75D}"/>
          </ac:picMkLst>
        </pc:picChg>
        <pc:picChg chg="del mod">
          <ac:chgData name="Ivan Granja" userId="d0a12471-25a3-466a-a647-7cb796ed786c" providerId="ADAL" clId="{598EED31-30A0-4985-8914-9D1CD568050D}" dt="2020-10-19T19:41:15.889" v="3515" actId="478"/>
          <ac:picMkLst>
            <pc:docMk/>
            <pc:sldMk cId="0" sldId="352"/>
            <ac:picMk id="75784" creationId="{8DB0F4DF-4E96-4BB6-B044-D3EBB8529636}"/>
          </ac:picMkLst>
        </pc:picChg>
        <pc:picChg chg="del">
          <ac:chgData name="Ivan Granja" userId="d0a12471-25a3-466a-a647-7cb796ed786c" providerId="ADAL" clId="{598EED31-30A0-4985-8914-9D1CD568050D}" dt="2020-10-19T19:40:42.309" v="3503" actId="478"/>
          <ac:picMkLst>
            <pc:docMk/>
            <pc:sldMk cId="0" sldId="352"/>
            <ac:picMk id="75789" creationId="{FB64D1C9-AA76-4711-8E39-7BC4479033CF}"/>
          </ac:picMkLst>
        </pc:picChg>
      </pc:sldChg>
      <pc:sldChg chg="addSp modSp add del mod ord">
        <pc:chgData name="Ivan Granja" userId="d0a12471-25a3-466a-a647-7cb796ed786c" providerId="ADAL" clId="{598EED31-30A0-4985-8914-9D1CD568050D}" dt="2020-10-19T19:39:31.654" v="3485" actId="47"/>
        <pc:sldMkLst>
          <pc:docMk/>
          <pc:sldMk cId="1401739399" sldId="352"/>
        </pc:sldMkLst>
        <pc:spChg chg="add mod">
          <ac:chgData name="Ivan Granja" userId="d0a12471-25a3-466a-a647-7cb796ed786c" providerId="ADAL" clId="{598EED31-30A0-4985-8914-9D1CD568050D}" dt="2020-10-19T19:37:44.140" v="3483" actId="1076"/>
          <ac:spMkLst>
            <pc:docMk/>
            <pc:sldMk cId="1401739399" sldId="352"/>
            <ac:spMk id="4" creationId="{E197D9C6-88BD-45CC-88CE-29FA9237FDEA}"/>
          </ac:spMkLst>
        </pc:spChg>
        <pc:picChg chg="add mod">
          <ac:chgData name="Ivan Granja" userId="d0a12471-25a3-466a-a647-7cb796ed786c" providerId="ADAL" clId="{598EED31-30A0-4985-8914-9D1CD568050D}" dt="2020-10-19T19:37:10.046" v="3408" actId="1076"/>
          <ac:picMkLst>
            <pc:docMk/>
            <pc:sldMk cId="1401739399" sldId="352"/>
            <ac:picMk id="3" creationId="{273A31A4-0CFC-485D-A365-5F0F20575E60}"/>
          </ac:picMkLst>
        </pc:picChg>
      </pc:sldChg>
      <pc:sldChg chg="addSp delSp modSp add mod">
        <pc:chgData name="Ivan Granja" userId="d0a12471-25a3-466a-a647-7cb796ed786c" providerId="ADAL" clId="{598EED31-30A0-4985-8914-9D1CD568050D}" dt="2020-10-19T19:59:17.449" v="3980" actId="14100"/>
        <pc:sldMkLst>
          <pc:docMk/>
          <pc:sldMk cId="0" sldId="353"/>
        </pc:sldMkLst>
        <pc:spChg chg="mod">
          <ac:chgData name="Ivan Granja" userId="d0a12471-25a3-466a-a647-7cb796ed786c" providerId="ADAL" clId="{598EED31-30A0-4985-8914-9D1CD568050D}" dt="2020-10-19T19:59:06.617" v="3977" actId="20577"/>
          <ac:spMkLst>
            <pc:docMk/>
            <pc:sldMk cId="0" sldId="353"/>
            <ac:spMk id="3" creationId="{68CD96A5-91E2-4C65-B7F2-347CC4440795}"/>
          </ac:spMkLst>
        </pc:spChg>
        <pc:spChg chg="mod">
          <ac:chgData name="Ivan Granja" userId="d0a12471-25a3-466a-a647-7cb796ed786c" providerId="ADAL" clId="{598EED31-30A0-4985-8914-9D1CD568050D}" dt="2020-10-19T19:51:21.513" v="3849" actId="255"/>
          <ac:spMkLst>
            <pc:docMk/>
            <pc:sldMk cId="0" sldId="353"/>
            <ac:spMk id="78851" creationId="{0A05EC4E-B97B-4ECB-BA7A-EABC279C4F62}"/>
          </ac:spMkLst>
        </pc:spChg>
        <pc:cxnChg chg="mod">
          <ac:chgData name="Ivan Granja" userId="d0a12471-25a3-466a-a647-7cb796ed786c" providerId="ADAL" clId="{598EED31-30A0-4985-8914-9D1CD568050D}" dt="2020-10-19T19:52:54.202" v="3864" actId="14100"/>
          <ac:cxnSpMkLst>
            <pc:docMk/>
            <pc:sldMk cId="0" sldId="353"/>
            <ac:cxnSpMk id="12" creationId="{4BA65520-E41C-417E-94DC-520A2FD5325E}"/>
          </ac:cxnSpMkLst>
        </pc:cxnChg>
        <pc:cxnChg chg="add mod">
          <ac:chgData name="Ivan Granja" userId="d0a12471-25a3-466a-a647-7cb796ed786c" providerId="ADAL" clId="{598EED31-30A0-4985-8914-9D1CD568050D}" dt="2020-10-19T19:52:39.930" v="3862" actId="14100"/>
          <ac:cxnSpMkLst>
            <pc:docMk/>
            <pc:sldMk cId="0" sldId="353"/>
            <ac:cxnSpMk id="13" creationId="{526C5A86-FC1B-4FAD-82F5-6478BDAADD3A}"/>
          </ac:cxnSpMkLst>
        </pc:cxnChg>
        <pc:cxnChg chg="mod">
          <ac:chgData name="Ivan Granja" userId="d0a12471-25a3-466a-a647-7cb796ed786c" providerId="ADAL" clId="{598EED31-30A0-4985-8914-9D1CD568050D}" dt="2020-10-19T19:57:54.283" v="3941" actId="14100"/>
          <ac:cxnSpMkLst>
            <pc:docMk/>
            <pc:sldMk cId="0" sldId="353"/>
            <ac:cxnSpMk id="17" creationId="{7B696852-D537-48D2-9B0B-4D2F201C1F37}"/>
          </ac:cxnSpMkLst>
        </pc:cxnChg>
        <pc:cxnChg chg="del mod">
          <ac:chgData name="Ivan Granja" userId="d0a12471-25a3-466a-a647-7cb796ed786c" providerId="ADAL" clId="{598EED31-30A0-4985-8914-9D1CD568050D}" dt="2020-10-19T19:52:11.852" v="3856" actId="478"/>
          <ac:cxnSpMkLst>
            <pc:docMk/>
            <pc:sldMk cId="0" sldId="353"/>
            <ac:cxnSpMk id="30" creationId="{D2912B99-3DCA-49E4-BB50-D7A5FFD6CE35}"/>
          </ac:cxnSpMkLst>
        </pc:cxnChg>
        <pc:cxnChg chg="del mod">
          <ac:chgData name="Ivan Granja" userId="d0a12471-25a3-466a-a647-7cb796ed786c" providerId="ADAL" clId="{598EED31-30A0-4985-8914-9D1CD568050D}" dt="2020-10-19T19:58:11.937" v="3942" actId="478"/>
          <ac:cxnSpMkLst>
            <pc:docMk/>
            <pc:sldMk cId="0" sldId="353"/>
            <ac:cxnSpMk id="34" creationId="{E322A796-0240-416B-ABFB-AFE046369C21}"/>
          </ac:cxnSpMkLst>
        </pc:cxnChg>
        <pc:cxnChg chg="mod">
          <ac:chgData name="Ivan Granja" userId="d0a12471-25a3-466a-a647-7cb796ed786c" providerId="ADAL" clId="{598EED31-30A0-4985-8914-9D1CD568050D}" dt="2020-10-19T19:59:17.449" v="3980" actId="14100"/>
          <ac:cxnSpMkLst>
            <pc:docMk/>
            <pc:sldMk cId="0" sldId="353"/>
            <ac:cxnSpMk id="39" creationId="{9F62ECDF-CAFE-4253-B2ED-1842BCD58317}"/>
          </ac:cxnSpMkLst>
        </pc:cxnChg>
      </pc:sldChg>
      <pc:sldChg chg="modSp add mod ord">
        <pc:chgData name="Ivan Granja" userId="d0a12471-25a3-466a-a647-7cb796ed786c" providerId="ADAL" clId="{598EED31-30A0-4985-8914-9D1CD568050D}" dt="2020-10-19T19:44:14.554" v="3602" actId="113"/>
        <pc:sldMkLst>
          <pc:docMk/>
          <pc:sldMk cId="0" sldId="354"/>
        </pc:sldMkLst>
        <pc:spChg chg="mod">
          <ac:chgData name="Ivan Granja" userId="d0a12471-25a3-466a-a647-7cb796ed786c" providerId="ADAL" clId="{598EED31-30A0-4985-8914-9D1CD568050D}" dt="2020-10-19T19:44:14.554" v="3602" actId="113"/>
          <ac:spMkLst>
            <pc:docMk/>
            <pc:sldMk cId="0" sldId="354"/>
            <ac:spMk id="79875" creationId="{A5751E77-1D87-44D8-851B-A076DABDB34C}"/>
          </ac:spMkLst>
        </pc:spChg>
      </pc:sldChg>
      <pc:sldChg chg="add del">
        <pc:chgData name="Ivan Granja" userId="d0a12471-25a3-466a-a647-7cb796ed786c" providerId="ADAL" clId="{598EED31-30A0-4985-8914-9D1CD568050D}" dt="2020-10-19T20:23:11.192" v="3989" actId="47"/>
        <pc:sldMkLst>
          <pc:docMk/>
          <pc:sldMk cId="0" sldId="355"/>
        </pc:sldMkLst>
      </pc:sldChg>
      <pc:sldChg chg="delSp modSp add mod ord">
        <pc:chgData name="Ivan Granja" userId="d0a12471-25a3-466a-a647-7cb796ed786c" providerId="ADAL" clId="{598EED31-30A0-4985-8914-9D1CD568050D}" dt="2020-10-19T19:43:26.040" v="3542" actId="478"/>
        <pc:sldMkLst>
          <pc:docMk/>
          <pc:sldMk cId="978817177" sldId="356"/>
        </pc:sldMkLst>
        <pc:spChg chg="del">
          <ac:chgData name="Ivan Granja" userId="d0a12471-25a3-466a-a647-7cb796ed786c" providerId="ADAL" clId="{598EED31-30A0-4985-8914-9D1CD568050D}" dt="2020-10-19T19:43:25.042" v="3541" actId="478"/>
          <ac:spMkLst>
            <pc:docMk/>
            <pc:sldMk cId="978817177" sldId="356"/>
            <ac:spMk id="10" creationId="{0AA85C11-0A3D-4769-97B5-A7EAF4B73675}"/>
          </ac:spMkLst>
        </pc:spChg>
        <pc:spChg chg="del">
          <ac:chgData name="Ivan Granja" userId="d0a12471-25a3-466a-a647-7cb796ed786c" providerId="ADAL" clId="{598EED31-30A0-4985-8914-9D1CD568050D}" dt="2020-10-19T19:43:26.040" v="3542" actId="478"/>
          <ac:spMkLst>
            <pc:docMk/>
            <pc:sldMk cId="978817177" sldId="356"/>
            <ac:spMk id="13" creationId="{95097E61-1B4E-4AE7-B390-7AA7E572EC0A}"/>
          </ac:spMkLst>
        </pc:spChg>
        <pc:spChg chg="del">
          <ac:chgData name="Ivan Granja" userId="d0a12471-25a3-466a-a647-7cb796ed786c" providerId="ADAL" clId="{598EED31-30A0-4985-8914-9D1CD568050D}" dt="2020-10-19T19:43:22.270" v="3539" actId="478"/>
          <ac:spMkLst>
            <pc:docMk/>
            <pc:sldMk cId="978817177" sldId="356"/>
            <ac:spMk id="14" creationId="{65D904DE-A485-432A-8E7A-4E41A9A5FFF1}"/>
          </ac:spMkLst>
        </pc:spChg>
        <pc:spChg chg="del">
          <ac:chgData name="Ivan Granja" userId="d0a12471-25a3-466a-a647-7cb796ed786c" providerId="ADAL" clId="{598EED31-30A0-4985-8914-9D1CD568050D}" dt="2020-10-19T19:43:01.711" v="3534" actId="478"/>
          <ac:spMkLst>
            <pc:docMk/>
            <pc:sldMk cId="978817177" sldId="356"/>
            <ac:spMk id="15" creationId="{E60CC129-D776-4E75-84AC-64B736C4044C}"/>
          </ac:spMkLst>
        </pc:spChg>
        <pc:spChg chg="del">
          <ac:chgData name="Ivan Granja" userId="d0a12471-25a3-466a-a647-7cb796ed786c" providerId="ADAL" clId="{598EED31-30A0-4985-8914-9D1CD568050D}" dt="2020-10-19T19:43:23.530" v="3540" actId="478"/>
          <ac:spMkLst>
            <pc:docMk/>
            <pc:sldMk cId="978817177" sldId="356"/>
            <ac:spMk id="17" creationId="{F9D86ED0-B1EF-4044-B479-BE1CB992334A}"/>
          </ac:spMkLst>
        </pc:spChg>
        <pc:spChg chg="del">
          <ac:chgData name="Ivan Granja" userId="d0a12471-25a3-466a-a647-7cb796ed786c" providerId="ADAL" clId="{598EED31-30A0-4985-8914-9D1CD568050D}" dt="2020-10-19T19:43:07.032" v="3536" actId="478"/>
          <ac:spMkLst>
            <pc:docMk/>
            <pc:sldMk cId="978817177" sldId="356"/>
            <ac:spMk id="18" creationId="{0A6E8C10-7E6E-4D09-8C05-96A015FF6B6B}"/>
          </ac:spMkLst>
        </pc:spChg>
        <pc:spChg chg="mod">
          <ac:chgData name="Ivan Granja" userId="d0a12471-25a3-466a-a647-7cb796ed786c" providerId="ADAL" clId="{598EED31-30A0-4985-8914-9D1CD568050D}" dt="2020-10-19T19:43:04.825" v="3535" actId="20577"/>
          <ac:spMkLst>
            <pc:docMk/>
            <pc:sldMk cId="978817177" sldId="356"/>
            <ac:spMk id="75781" creationId="{AD5E40DC-14E0-44F9-B42A-5B85906F3D5A}"/>
          </ac:spMkLst>
        </pc:spChg>
        <pc:picChg chg="del">
          <ac:chgData name="Ivan Granja" userId="d0a12471-25a3-466a-a647-7cb796ed786c" providerId="ADAL" clId="{598EED31-30A0-4985-8914-9D1CD568050D}" dt="2020-10-19T19:43:11.379" v="3537" actId="478"/>
          <ac:picMkLst>
            <pc:docMk/>
            <pc:sldMk cId="978817177" sldId="356"/>
            <ac:picMk id="75789" creationId="{FB64D1C9-AA76-4711-8E39-7BC4479033CF}"/>
          </ac:picMkLst>
        </pc:picChg>
      </pc:sldChg>
      <pc:sldChg chg="add">
        <pc:chgData name="Ivan Granja" userId="d0a12471-25a3-466a-a647-7cb796ed786c" providerId="ADAL" clId="{598EED31-30A0-4985-8914-9D1CD568050D}" dt="2020-10-19T19:40:52.680" v="3504" actId="2890"/>
        <pc:sldMkLst>
          <pc:docMk/>
          <pc:sldMk cId="1317703782" sldId="357"/>
        </pc:sldMkLst>
      </pc:sldChg>
      <pc:sldChg chg="add">
        <pc:chgData name="Ivan Granja" userId="d0a12471-25a3-466a-a647-7cb796ed786c" providerId="ADAL" clId="{598EED31-30A0-4985-8914-9D1CD568050D}" dt="2020-10-19T19:40:55.068" v="3505" actId="2890"/>
        <pc:sldMkLst>
          <pc:docMk/>
          <pc:sldMk cId="431523924" sldId="358"/>
        </pc:sldMkLst>
      </pc:sldChg>
      <pc:sldChg chg="delSp add ord">
        <pc:chgData name="Ivan Granja" userId="d0a12471-25a3-466a-a647-7cb796ed786c" providerId="ADAL" clId="{598EED31-30A0-4985-8914-9D1CD568050D}" dt="2020-10-19T19:42:45.188" v="3533"/>
        <pc:sldMkLst>
          <pc:docMk/>
          <pc:sldMk cId="2971784181" sldId="359"/>
        </pc:sldMkLst>
        <pc:picChg chg="del">
          <ac:chgData name="Ivan Granja" userId="d0a12471-25a3-466a-a647-7cb796ed786c" providerId="ADAL" clId="{598EED31-30A0-4985-8914-9D1CD568050D}" dt="2020-10-19T19:42:31.057" v="3530" actId="478"/>
          <ac:picMkLst>
            <pc:docMk/>
            <pc:sldMk cId="2971784181" sldId="359"/>
            <ac:picMk id="2" creationId="{0C8B14AB-C1FF-433D-ADB8-0AE0343AE586}"/>
          </ac:picMkLst>
        </pc:picChg>
        <pc:picChg chg="del">
          <ac:chgData name="Ivan Granja" userId="d0a12471-25a3-466a-a647-7cb796ed786c" providerId="ADAL" clId="{598EED31-30A0-4985-8914-9D1CD568050D}" dt="2020-10-19T19:42:28.898" v="3529" actId="478"/>
          <ac:picMkLst>
            <pc:docMk/>
            <pc:sldMk cId="2971784181" sldId="359"/>
            <ac:picMk id="3" creationId="{4E33539C-9D1F-41CF-B9FD-91B332975714}"/>
          </ac:picMkLst>
        </pc:picChg>
        <pc:picChg chg="del">
          <ac:chgData name="Ivan Granja" userId="d0a12471-25a3-466a-a647-7cb796ed786c" providerId="ADAL" clId="{598EED31-30A0-4985-8914-9D1CD568050D}" dt="2020-10-19T19:42:33.050" v="3531" actId="478"/>
          <ac:picMkLst>
            <pc:docMk/>
            <pc:sldMk cId="2971784181" sldId="359"/>
            <ac:picMk id="4" creationId="{A697F27E-A6E7-4B47-8AE0-833EFD26E71C}"/>
          </ac:picMkLst>
        </pc:picChg>
      </pc:sldChg>
      <pc:sldChg chg="modSp add mod">
        <pc:chgData name="Ivan Granja" userId="d0a12471-25a3-466a-a647-7cb796ed786c" providerId="ADAL" clId="{598EED31-30A0-4985-8914-9D1CD568050D}" dt="2020-10-19T19:44:05.137" v="3600" actId="20577"/>
        <pc:sldMkLst>
          <pc:docMk/>
          <pc:sldMk cId="2823973" sldId="360"/>
        </pc:sldMkLst>
        <pc:spChg chg="mod">
          <ac:chgData name="Ivan Granja" userId="d0a12471-25a3-466a-a647-7cb796ed786c" providerId="ADAL" clId="{598EED31-30A0-4985-8914-9D1CD568050D}" dt="2020-10-19T19:44:05.137" v="3600" actId="20577"/>
          <ac:spMkLst>
            <pc:docMk/>
            <pc:sldMk cId="2823973" sldId="360"/>
            <ac:spMk id="75781" creationId="{AD5E40DC-14E0-44F9-B42A-5B85906F3D5A}"/>
          </ac:spMkLst>
        </pc:spChg>
      </pc:sldChg>
      <pc:sldChg chg="addSp modSp add mod">
        <pc:chgData name="Ivan Granja" userId="d0a12471-25a3-466a-a647-7cb796ed786c" providerId="ADAL" clId="{598EED31-30A0-4985-8914-9D1CD568050D}" dt="2020-10-19T19:45:59.589" v="3606" actId="167"/>
        <pc:sldMkLst>
          <pc:docMk/>
          <pc:sldMk cId="3865605829" sldId="361"/>
        </pc:sldMkLst>
        <pc:spChg chg="add">
          <ac:chgData name="Ivan Granja" userId="d0a12471-25a3-466a-a647-7cb796ed786c" providerId="ADAL" clId="{598EED31-30A0-4985-8914-9D1CD568050D}" dt="2020-10-19T19:45:13.828" v="3604" actId="22"/>
          <ac:spMkLst>
            <pc:docMk/>
            <pc:sldMk cId="3865605829" sldId="361"/>
            <ac:spMk id="2" creationId="{575FD491-53C1-40A6-89E7-1D901E0E0108}"/>
          </ac:spMkLst>
        </pc:spChg>
        <pc:picChg chg="add mod">
          <ac:chgData name="Ivan Granja" userId="d0a12471-25a3-466a-a647-7cb796ed786c" providerId="ADAL" clId="{598EED31-30A0-4985-8914-9D1CD568050D}" dt="2020-10-19T19:45:59.589" v="3606" actId="167"/>
          <ac:picMkLst>
            <pc:docMk/>
            <pc:sldMk cId="3865605829" sldId="361"/>
            <ac:picMk id="3" creationId="{C5E5769F-112B-42C5-8F21-45284610E0B8}"/>
          </ac:picMkLst>
        </pc:picChg>
      </pc:sldChg>
      <pc:sldChg chg="addSp delSp modSp new mod">
        <pc:chgData name="Ivan Granja" userId="d0a12471-25a3-466a-a647-7cb796ed786c" providerId="ADAL" clId="{598EED31-30A0-4985-8914-9D1CD568050D}" dt="2020-10-19T19:56:16.173" v="3936" actId="14100"/>
        <pc:sldMkLst>
          <pc:docMk/>
          <pc:sldMk cId="483202675" sldId="362"/>
        </pc:sldMkLst>
        <pc:spChg chg="del">
          <ac:chgData name="Ivan Granja" userId="d0a12471-25a3-466a-a647-7cb796ed786c" providerId="ADAL" clId="{598EED31-30A0-4985-8914-9D1CD568050D}" dt="2020-10-19T19:55:39.418" v="3869" actId="478"/>
          <ac:spMkLst>
            <pc:docMk/>
            <pc:sldMk cId="483202675" sldId="362"/>
            <ac:spMk id="2" creationId="{610DA37B-7699-49A5-8006-687AE8DEB2C9}"/>
          </ac:spMkLst>
        </pc:spChg>
        <pc:spChg chg="mod">
          <ac:chgData name="Ivan Granja" userId="d0a12471-25a3-466a-a647-7cb796ed786c" providerId="ADAL" clId="{598EED31-30A0-4985-8914-9D1CD568050D}" dt="2020-10-19T19:56:11.759" v="3935" actId="20577"/>
          <ac:spMkLst>
            <pc:docMk/>
            <pc:sldMk cId="483202675" sldId="362"/>
            <ac:spMk id="4" creationId="{EC58F699-284F-432E-AAB3-F613ED0C0C13}"/>
          </ac:spMkLst>
        </pc:spChg>
        <pc:picChg chg="add mod">
          <ac:chgData name="Ivan Granja" userId="d0a12471-25a3-466a-a647-7cb796ed786c" providerId="ADAL" clId="{598EED31-30A0-4985-8914-9D1CD568050D}" dt="2020-10-19T19:56:16.173" v="3936" actId="14100"/>
          <ac:picMkLst>
            <pc:docMk/>
            <pc:sldMk cId="483202675" sldId="362"/>
            <ac:picMk id="6" creationId="{87ECD382-ADBB-413D-83E8-9692F4FA2E46}"/>
          </ac:picMkLst>
        </pc:picChg>
      </pc:sldChg>
      <pc:sldChg chg="add">
        <pc:chgData name="Ivan Granja" userId="d0a12471-25a3-466a-a647-7cb796ed786c" providerId="ADAL" clId="{598EED31-30A0-4985-8914-9D1CD568050D}" dt="2020-10-19T20:23:09.422" v="3988"/>
        <pc:sldMkLst>
          <pc:docMk/>
          <pc:sldMk cId="0" sldId="36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defTabSz="990600" eaLnBrk="1" hangingPunct="1">
              <a:defRPr sz="1300"/>
            </a:lvl1pPr>
          </a:lstStyle>
          <a:p>
            <a:pPr>
              <a:defRPr/>
            </a:pPr>
            <a:endParaRPr lang="pt-BR" altLang="pt-BR"/>
          </a:p>
        </p:txBody>
      </p:sp>
      <p:sp>
        <p:nvSpPr>
          <p:cNvPr id="12291" name="Rectangle 3"/>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defTabSz="990600" eaLnBrk="1" hangingPunct="1">
              <a:defRPr sz="1300"/>
            </a:lvl1pPr>
          </a:lstStyle>
          <a:p>
            <a:pPr>
              <a:defRPr/>
            </a:pPr>
            <a:endParaRPr lang="pt-BR" altLang="pt-BR"/>
          </a:p>
        </p:txBody>
      </p:sp>
      <p:sp>
        <p:nvSpPr>
          <p:cNvPr id="12292" name="Rectangle 4"/>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defTabSz="990600" eaLnBrk="1" hangingPunct="1">
              <a:defRPr sz="1300"/>
            </a:lvl1pPr>
          </a:lstStyle>
          <a:p>
            <a:pPr>
              <a:defRPr/>
            </a:pPr>
            <a:endParaRPr lang="pt-BR" altLang="pt-BR"/>
          </a:p>
        </p:txBody>
      </p:sp>
      <p:sp>
        <p:nvSpPr>
          <p:cNvPr id="12293" name="Rectangle 5"/>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eaLnBrk="1" hangingPunct="1">
              <a:defRPr sz="1300"/>
            </a:lvl1pPr>
          </a:lstStyle>
          <a:p>
            <a:pPr>
              <a:defRPr/>
            </a:pPr>
            <a:fld id="{58E886D5-9FBB-4172-8345-014EE4494D1C}" type="slidenum">
              <a:rPr lang="pt-BR" altLang="pt-BR"/>
              <a:pPr>
                <a:defRPr/>
              </a:pPr>
              <a:t>‹nº›</a:t>
            </a:fld>
            <a:endParaRPr lang="pt-BR" altLang="pt-B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defTabSz="990600" eaLnBrk="1" hangingPunct="1">
              <a:defRPr sz="1300"/>
            </a:lvl1pPr>
          </a:lstStyle>
          <a:p>
            <a:pPr>
              <a:defRPr/>
            </a:pPr>
            <a:endParaRPr lang="pt-BR" altLang="pt-BR"/>
          </a:p>
        </p:txBody>
      </p:sp>
      <p:sp>
        <p:nvSpPr>
          <p:cNvPr id="5123"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defTabSz="990600" eaLnBrk="1" hangingPunct="1">
              <a:defRPr sz="1300"/>
            </a:lvl1pPr>
          </a:lstStyle>
          <a:p>
            <a:pPr>
              <a:defRPr/>
            </a:pPr>
            <a:endParaRPr lang="pt-BR" altLang="pt-BR"/>
          </a:p>
        </p:txBody>
      </p:sp>
      <p:sp>
        <p:nvSpPr>
          <p:cNvPr id="2052"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5"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pt-BR" altLang="pt-BR" noProof="0"/>
              <a:t>Clique para editar os estilos do texto mestre</a:t>
            </a:r>
          </a:p>
          <a:p>
            <a:pPr lvl="1"/>
            <a:r>
              <a:rPr lang="pt-BR" altLang="pt-BR" noProof="0"/>
              <a:t>Segundo nível</a:t>
            </a:r>
          </a:p>
          <a:p>
            <a:pPr lvl="2"/>
            <a:r>
              <a:rPr lang="pt-BR" altLang="pt-BR" noProof="0"/>
              <a:t>Terceiro nível</a:t>
            </a:r>
          </a:p>
          <a:p>
            <a:pPr lvl="3"/>
            <a:r>
              <a:rPr lang="pt-BR" altLang="pt-BR" noProof="0"/>
              <a:t>Quarto nível</a:t>
            </a:r>
          </a:p>
          <a:p>
            <a:pPr lvl="4"/>
            <a:r>
              <a:rPr lang="pt-BR" altLang="pt-BR" noProof="0"/>
              <a:t>Quinto nível</a:t>
            </a:r>
          </a:p>
        </p:txBody>
      </p:sp>
      <p:sp>
        <p:nvSpPr>
          <p:cNvPr id="5126"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defTabSz="990600" eaLnBrk="1" hangingPunct="1">
              <a:defRPr sz="1300"/>
            </a:lvl1pPr>
          </a:lstStyle>
          <a:p>
            <a:pPr>
              <a:defRPr/>
            </a:pPr>
            <a:endParaRPr lang="pt-BR" altLang="pt-BR"/>
          </a:p>
        </p:txBody>
      </p:sp>
      <p:sp>
        <p:nvSpPr>
          <p:cNvPr id="5127"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eaLnBrk="1" hangingPunct="1">
              <a:defRPr sz="1300"/>
            </a:lvl1pPr>
          </a:lstStyle>
          <a:p>
            <a:pPr>
              <a:defRPr/>
            </a:pPr>
            <a:fld id="{EC605787-CF2F-482E-9C8C-59959CE1770A}" type="slidenum">
              <a:rPr lang="pt-BR" altLang="pt-BR"/>
              <a:pPr>
                <a:defRPr/>
              </a:pPr>
              <a:t>‹nº›</a:t>
            </a:fld>
            <a:endParaRPr lang="pt-BR" altLang="pt-B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p:spPr>
        <p:txBody>
          <a:bodyPr/>
          <a:lstStyle>
            <a:lvl1pPr defTabSz="990600">
              <a:defRPr>
                <a:solidFill>
                  <a:schemeClr val="tx1"/>
                </a:solidFill>
                <a:latin typeface="Arial" panose="020B0604020202020204" pitchFamily="34" charset="0"/>
              </a:defRPr>
            </a:lvl1pPr>
            <a:lvl2pPr marL="742950" indent="-285750" defTabSz="990600">
              <a:defRPr>
                <a:solidFill>
                  <a:schemeClr val="tx1"/>
                </a:solidFill>
                <a:latin typeface="Arial" panose="020B0604020202020204" pitchFamily="34" charset="0"/>
              </a:defRPr>
            </a:lvl2pPr>
            <a:lvl3pPr marL="1143000" indent="-228600" defTabSz="990600">
              <a:defRPr>
                <a:solidFill>
                  <a:schemeClr val="tx1"/>
                </a:solidFill>
                <a:latin typeface="Arial" panose="020B0604020202020204" pitchFamily="34" charset="0"/>
              </a:defRPr>
            </a:lvl3pPr>
            <a:lvl4pPr marL="1600200" indent="-228600" defTabSz="990600">
              <a:defRPr>
                <a:solidFill>
                  <a:schemeClr val="tx1"/>
                </a:solidFill>
                <a:latin typeface="Arial" panose="020B0604020202020204" pitchFamily="34" charset="0"/>
              </a:defRPr>
            </a:lvl4pPr>
            <a:lvl5pPr marL="2057400" indent="-228600" defTabSz="990600">
              <a:defRPr>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defRPr>
            </a:lvl9pPr>
          </a:lstStyle>
          <a:p>
            <a:fld id="{ED689C27-B08E-4A69-8A4B-33F85D30DD5B}" type="slidenum">
              <a:rPr lang="pt-BR" altLang="pt-BR" smtClean="0"/>
              <a:pPr/>
              <a:t>1</a:t>
            </a:fld>
            <a:endParaRPr lang="pt-BR" altLang="pt-BR"/>
          </a:p>
        </p:txBody>
      </p:sp>
      <p:sp>
        <p:nvSpPr>
          <p:cNvPr id="5123" name="Rectangle 2"/>
          <p:cNvSpPr>
            <a:spLocks noGrp="1" noRot="1" noChangeAspect="1" noChangeArrowheads="1" noTextEdit="1"/>
          </p:cNvSpPr>
          <p:nvPr>
            <p:ph type="sldImg"/>
          </p:nvPr>
        </p:nvSpPr>
        <p:spPr>
          <a:xfrm>
            <a:off x="992188" y="768350"/>
            <a:ext cx="5114925" cy="3836988"/>
          </a:xfrm>
          <a:ln/>
        </p:spPr>
      </p:sp>
      <p:sp>
        <p:nvSpPr>
          <p:cNvPr id="5124" name="Rectangle 3"/>
          <p:cNvSpPr>
            <a:spLocks noGrp="1" noChangeArrowheads="1"/>
          </p:cNvSpPr>
          <p:nvPr>
            <p:ph type="body" idx="1"/>
          </p:nvPr>
        </p:nvSpPr>
        <p:spPr>
          <a:noFill/>
        </p:spPr>
        <p:txBody>
          <a:bodyPr/>
          <a:lstStyle/>
          <a:p>
            <a:pPr eaLnBrk="1" hangingPunct="1"/>
            <a:endParaRPr lang="pt-BR" altLang="pt-B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A1438873-A0C6-45D4-B833-FC69192F68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7F8AE6A-8FCC-489D-A2C7-C04BB6721205}" type="slidenum">
              <a:rPr lang="pt-BR" altLang="pt-BR" sz="1300"/>
              <a:pPr>
                <a:spcBef>
                  <a:spcPct val="0"/>
                </a:spcBef>
              </a:pPr>
              <a:t>5</a:t>
            </a:fld>
            <a:endParaRPr lang="pt-BR" altLang="pt-BR" sz="1300"/>
          </a:p>
        </p:txBody>
      </p:sp>
      <p:sp>
        <p:nvSpPr>
          <p:cNvPr id="74755" name="Rectangle 2">
            <a:extLst>
              <a:ext uri="{FF2B5EF4-FFF2-40B4-BE49-F238E27FC236}">
                <a16:creationId xmlns:a16="http://schemas.microsoft.com/office/drawing/2014/main" id="{76BEE3D4-1813-49A4-8D03-8416A9D909AA}"/>
              </a:ext>
            </a:extLst>
          </p:cNvPr>
          <p:cNvSpPr>
            <a:spLocks noGrp="1" noRot="1" noChangeAspect="1" noChangeArrowheads="1" noTextEdit="1"/>
          </p:cNvSpPr>
          <p:nvPr>
            <p:ph type="sldImg"/>
          </p:nvPr>
        </p:nvSpPr>
        <p:spPr>
          <a:xfrm>
            <a:off x="1258888" y="720725"/>
            <a:ext cx="4799012" cy="3598863"/>
          </a:xfrm>
          <a:ln/>
        </p:spPr>
      </p:sp>
      <p:sp>
        <p:nvSpPr>
          <p:cNvPr id="74756" name="Rectangle 3">
            <a:extLst>
              <a:ext uri="{FF2B5EF4-FFF2-40B4-BE49-F238E27FC236}">
                <a16:creationId xmlns:a16="http://schemas.microsoft.com/office/drawing/2014/main" id="{36DDF9FB-B715-45AF-97F4-9FF992C5DE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pt-BR" altLang="pt-B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A1438873-A0C6-45D4-B833-FC69192F68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7F8AE6A-8FCC-489D-A2C7-C04BB6721205}" type="slidenum">
              <a:rPr lang="pt-BR" altLang="pt-BR" sz="1300"/>
              <a:pPr>
                <a:spcBef>
                  <a:spcPct val="0"/>
                </a:spcBef>
              </a:pPr>
              <a:t>6</a:t>
            </a:fld>
            <a:endParaRPr lang="pt-BR" altLang="pt-BR" sz="1300"/>
          </a:p>
        </p:txBody>
      </p:sp>
      <p:sp>
        <p:nvSpPr>
          <p:cNvPr id="74755" name="Rectangle 2">
            <a:extLst>
              <a:ext uri="{FF2B5EF4-FFF2-40B4-BE49-F238E27FC236}">
                <a16:creationId xmlns:a16="http://schemas.microsoft.com/office/drawing/2014/main" id="{76BEE3D4-1813-49A4-8D03-8416A9D909AA}"/>
              </a:ext>
            </a:extLst>
          </p:cNvPr>
          <p:cNvSpPr>
            <a:spLocks noGrp="1" noRot="1" noChangeAspect="1" noChangeArrowheads="1" noTextEdit="1"/>
          </p:cNvSpPr>
          <p:nvPr>
            <p:ph type="sldImg"/>
          </p:nvPr>
        </p:nvSpPr>
        <p:spPr>
          <a:xfrm>
            <a:off x="1258888" y="720725"/>
            <a:ext cx="4799012" cy="3598863"/>
          </a:xfrm>
          <a:ln/>
        </p:spPr>
      </p:sp>
      <p:sp>
        <p:nvSpPr>
          <p:cNvPr id="74756" name="Rectangle 3">
            <a:extLst>
              <a:ext uri="{FF2B5EF4-FFF2-40B4-BE49-F238E27FC236}">
                <a16:creationId xmlns:a16="http://schemas.microsoft.com/office/drawing/2014/main" id="{36DDF9FB-B715-45AF-97F4-9FF992C5DE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pt-BR" altLang="pt-BR"/>
          </a:p>
        </p:txBody>
      </p:sp>
    </p:spTree>
    <p:extLst>
      <p:ext uri="{BB962C8B-B14F-4D97-AF65-F5344CB8AC3E}">
        <p14:creationId xmlns:p14="http://schemas.microsoft.com/office/powerpoint/2010/main" val="2482837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8454EF67-DB9D-4BA9-8293-3112EFB987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B1FC0B6-9AB9-41A7-8EB4-3763EB0F3C84}" type="slidenum">
              <a:rPr lang="pt-BR" altLang="pt-BR" sz="1300"/>
              <a:pPr>
                <a:spcBef>
                  <a:spcPct val="0"/>
                </a:spcBef>
              </a:pPr>
              <a:t>12</a:t>
            </a:fld>
            <a:endParaRPr lang="pt-BR" altLang="pt-BR" sz="1300"/>
          </a:p>
        </p:txBody>
      </p:sp>
      <p:sp>
        <p:nvSpPr>
          <p:cNvPr id="76803" name="Rectangle 2">
            <a:extLst>
              <a:ext uri="{FF2B5EF4-FFF2-40B4-BE49-F238E27FC236}">
                <a16:creationId xmlns:a16="http://schemas.microsoft.com/office/drawing/2014/main" id="{482A5E2D-3A88-4609-B273-FAE35CC7E379}"/>
              </a:ext>
            </a:extLst>
          </p:cNvPr>
          <p:cNvSpPr>
            <a:spLocks noGrp="1" noRot="1" noChangeAspect="1" noChangeArrowheads="1" noTextEdit="1"/>
          </p:cNvSpPr>
          <p:nvPr>
            <p:ph type="sldImg"/>
          </p:nvPr>
        </p:nvSpPr>
        <p:spPr>
          <a:xfrm>
            <a:off x="1258888" y="720725"/>
            <a:ext cx="4799012" cy="3598863"/>
          </a:xfrm>
          <a:ln/>
        </p:spPr>
      </p:sp>
      <p:sp>
        <p:nvSpPr>
          <p:cNvPr id="76804" name="Rectangle 3">
            <a:extLst>
              <a:ext uri="{FF2B5EF4-FFF2-40B4-BE49-F238E27FC236}">
                <a16:creationId xmlns:a16="http://schemas.microsoft.com/office/drawing/2014/main" id="{23F59D5C-ECE5-4D40-A84B-398E9F42E1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pt-BR" altLang="pt-BR"/>
          </a:p>
        </p:txBody>
      </p:sp>
    </p:spTree>
    <p:extLst>
      <p:ext uri="{BB962C8B-B14F-4D97-AF65-F5344CB8AC3E}">
        <p14:creationId xmlns:p14="http://schemas.microsoft.com/office/powerpoint/2010/main" val="1124549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8454EF67-DB9D-4BA9-8293-3112EFB987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B1FC0B6-9AB9-41A7-8EB4-3763EB0F3C84}" type="slidenum">
              <a:rPr lang="pt-BR" altLang="pt-BR" sz="1300"/>
              <a:pPr>
                <a:spcBef>
                  <a:spcPct val="0"/>
                </a:spcBef>
              </a:pPr>
              <a:t>13</a:t>
            </a:fld>
            <a:endParaRPr lang="pt-BR" altLang="pt-BR" sz="1300"/>
          </a:p>
        </p:txBody>
      </p:sp>
      <p:sp>
        <p:nvSpPr>
          <p:cNvPr id="76803" name="Rectangle 2">
            <a:extLst>
              <a:ext uri="{FF2B5EF4-FFF2-40B4-BE49-F238E27FC236}">
                <a16:creationId xmlns:a16="http://schemas.microsoft.com/office/drawing/2014/main" id="{482A5E2D-3A88-4609-B273-FAE35CC7E379}"/>
              </a:ext>
            </a:extLst>
          </p:cNvPr>
          <p:cNvSpPr>
            <a:spLocks noGrp="1" noRot="1" noChangeAspect="1" noChangeArrowheads="1" noTextEdit="1"/>
          </p:cNvSpPr>
          <p:nvPr>
            <p:ph type="sldImg"/>
          </p:nvPr>
        </p:nvSpPr>
        <p:spPr>
          <a:xfrm>
            <a:off x="1258888" y="720725"/>
            <a:ext cx="4799012" cy="3598863"/>
          </a:xfrm>
          <a:ln/>
        </p:spPr>
      </p:sp>
      <p:sp>
        <p:nvSpPr>
          <p:cNvPr id="76804" name="Rectangle 3">
            <a:extLst>
              <a:ext uri="{FF2B5EF4-FFF2-40B4-BE49-F238E27FC236}">
                <a16:creationId xmlns:a16="http://schemas.microsoft.com/office/drawing/2014/main" id="{23F59D5C-ECE5-4D40-A84B-398E9F42E1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pt-BR" altLang="pt-BR"/>
          </a:p>
        </p:txBody>
      </p:sp>
    </p:spTree>
    <p:extLst>
      <p:ext uri="{BB962C8B-B14F-4D97-AF65-F5344CB8AC3E}">
        <p14:creationId xmlns:p14="http://schemas.microsoft.com/office/powerpoint/2010/main" val="3914487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8454EF67-DB9D-4BA9-8293-3112EFB987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B1FC0B6-9AB9-41A7-8EB4-3763EB0F3C84}" type="slidenum">
              <a:rPr lang="pt-BR" altLang="pt-BR" sz="1300"/>
              <a:pPr>
                <a:spcBef>
                  <a:spcPct val="0"/>
                </a:spcBef>
              </a:pPr>
              <a:t>14</a:t>
            </a:fld>
            <a:endParaRPr lang="pt-BR" altLang="pt-BR" sz="1300"/>
          </a:p>
        </p:txBody>
      </p:sp>
      <p:sp>
        <p:nvSpPr>
          <p:cNvPr id="76803" name="Rectangle 2">
            <a:extLst>
              <a:ext uri="{FF2B5EF4-FFF2-40B4-BE49-F238E27FC236}">
                <a16:creationId xmlns:a16="http://schemas.microsoft.com/office/drawing/2014/main" id="{482A5E2D-3A88-4609-B273-FAE35CC7E379}"/>
              </a:ext>
            </a:extLst>
          </p:cNvPr>
          <p:cNvSpPr>
            <a:spLocks noGrp="1" noRot="1" noChangeAspect="1" noChangeArrowheads="1" noTextEdit="1"/>
          </p:cNvSpPr>
          <p:nvPr>
            <p:ph type="sldImg"/>
          </p:nvPr>
        </p:nvSpPr>
        <p:spPr>
          <a:xfrm>
            <a:off x="1258888" y="720725"/>
            <a:ext cx="4799012" cy="3598863"/>
          </a:xfrm>
          <a:ln/>
        </p:spPr>
      </p:sp>
      <p:sp>
        <p:nvSpPr>
          <p:cNvPr id="76804" name="Rectangle 3">
            <a:extLst>
              <a:ext uri="{FF2B5EF4-FFF2-40B4-BE49-F238E27FC236}">
                <a16:creationId xmlns:a16="http://schemas.microsoft.com/office/drawing/2014/main" id="{23F59D5C-ECE5-4D40-A84B-398E9F42E1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pt-BR" altLang="pt-BR"/>
          </a:p>
        </p:txBody>
      </p:sp>
    </p:spTree>
    <p:extLst>
      <p:ext uri="{BB962C8B-B14F-4D97-AF65-F5344CB8AC3E}">
        <p14:creationId xmlns:p14="http://schemas.microsoft.com/office/powerpoint/2010/main" val="21454984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8454EF67-DB9D-4BA9-8293-3112EFB987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B1FC0B6-9AB9-41A7-8EB4-3763EB0F3C84}" type="slidenum">
              <a:rPr lang="pt-BR" altLang="pt-BR" sz="1300"/>
              <a:pPr>
                <a:spcBef>
                  <a:spcPct val="0"/>
                </a:spcBef>
              </a:pPr>
              <a:t>15</a:t>
            </a:fld>
            <a:endParaRPr lang="pt-BR" altLang="pt-BR" sz="1300"/>
          </a:p>
        </p:txBody>
      </p:sp>
      <p:sp>
        <p:nvSpPr>
          <p:cNvPr id="76803" name="Rectangle 2">
            <a:extLst>
              <a:ext uri="{FF2B5EF4-FFF2-40B4-BE49-F238E27FC236}">
                <a16:creationId xmlns:a16="http://schemas.microsoft.com/office/drawing/2014/main" id="{482A5E2D-3A88-4609-B273-FAE35CC7E379}"/>
              </a:ext>
            </a:extLst>
          </p:cNvPr>
          <p:cNvSpPr>
            <a:spLocks noGrp="1" noRot="1" noChangeAspect="1" noChangeArrowheads="1" noTextEdit="1"/>
          </p:cNvSpPr>
          <p:nvPr>
            <p:ph type="sldImg"/>
          </p:nvPr>
        </p:nvSpPr>
        <p:spPr>
          <a:xfrm>
            <a:off x="1258888" y="720725"/>
            <a:ext cx="4799012" cy="3598863"/>
          </a:xfrm>
          <a:ln/>
        </p:spPr>
      </p:sp>
      <p:sp>
        <p:nvSpPr>
          <p:cNvPr id="76804" name="Rectangle 3">
            <a:extLst>
              <a:ext uri="{FF2B5EF4-FFF2-40B4-BE49-F238E27FC236}">
                <a16:creationId xmlns:a16="http://schemas.microsoft.com/office/drawing/2014/main" id="{23F59D5C-ECE5-4D40-A84B-398E9F42E1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pt-BR" altLang="pt-BR"/>
          </a:p>
        </p:txBody>
      </p:sp>
    </p:spTree>
    <p:extLst>
      <p:ext uri="{BB962C8B-B14F-4D97-AF65-F5344CB8AC3E}">
        <p14:creationId xmlns:p14="http://schemas.microsoft.com/office/powerpoint/2010/main" val="2274641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8454EF67-DB9D-4BA9-8293-3112EFB987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B1FC0B6-9AB9-41A7-8EB4-3763EB0F3C84}" type="slidenum">
              <a:rPr lang="pt-BR" altLang="pt-BR" sz="1300"/>
              <a:pPr>
                <a:spcBef>
                  <a:spcPct val="0"/>
                </a:spcBef>
              </a:pPr>
              <a:t>16</a:t>
            </a:fld>
            <a:endParaRPr lang="pt-BR" altLang="pt-BR" sz="1300"/>
          </a:p>
        </p:txBody>
      </p:sp>
      <p:sp>
        <p:nvSpPr>
          <p:cNvPr id="76803" name="Rectangle 2">
            <a:extLst>
              <a:ext uri="{FF2B5EF4-FFF2-40B4-BE49-F238E27FC236}">
                <a16:creationId xmlns:a16="http://schemas.microsoft.com/office/drawing/2014/main" id="{482A5E2D-3A88-4609-B273-FAE35CC7E379}"/>
              </a:ext>
            </a:extLst>
          </p:cNvPr>
          <p:cNvSpPr>
            <a:spLocks noGrp="1" noRot="1" noChangeAspect="1" noChangeArrowheads="1" noTextEdit="1"/>
          </p:cNvSpPr>
          <p:nvPr>
            <p:ph type="sldImg"/>
          </p:nvPr>
        </p:nvSpPr>
        <p:spPr>
          <a:xfrm>
            <a:off x="1258888" y="720725"/>
            <a:ext cx="4799012" cy="3598863"/>
          </a:xfrm>
          <a:ln/>
        </p:spPr>
      </p:sp>
      <p:sp>
        <p:nvSpPr>
          <p:cNvPr id="76804" name="Rectangle 3">
            <a:extLst>
              <a:ext uri="{FF2B5EF4-FFF2-40B4-BE49-F238E27FC236}">
                <a16:creationId xmlns:a16="http://schemas.microsoft.com/office/drawing/2014/main" id="{23F59D5C-ECE5-4D40-A84B-398E9F42E1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pt-BR" altLang="pt-BR"/>
          </a:p>
        </p:txBody>
      </p:sp>
    </p:spTree>
    <p:extLst>
      <p:ext uri="{BB962C8B-B14F-4D97-AF65-F5344CB8AC3E}">
        <p14:creationId xmlns:p14="http://schemas.microsoft.com/office/powerpoint/2010/main" val="36851528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8454EF67-DB9D-4BA9-8293-3112EFB987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B1FC0B6-9AB9-41A7-8EB4-3763EB0F3C84}" type="slidenum">
              <a:rPr lang="pt-BR" altLang="pt-BR" sz="1300"/>
              <a:pPr>
                <a:spcBef>
                  <a:spcPct val="0"/>
                </a:spcBef>
              </a:pPr>
              <a:t>17</a:t>
            </a:fld>
            <a:endParaRPr lang="pt-BR" altLang="pt-BR" sz="1300"/>
          </a:p>
        </p:txBody>
      </p:sp>
      <p:sp>
        <p:nvSpPr>
          <p:cNvPr id="76803" name="Rectangle 2">
            <a:extLst>
              <a:ext uri="{FF2B5EF4-FFF2-40B4-BE49-F238E27FC236}">
                <a16:creationId xmlns:a16="http://schemas.microsoft.com/office/drawing/2014/main" id="{482A5E2D-3A88-4609-B273-FAE35CC7E379}"/>
              </a:ext>
            </a:extLst>
          </p:cNvPr>
          <p:cNvSpPr>
            <a:spLocks noGrp="1" noRot="1" noChangeAspect="1" noChangeArrowheads="1" noTextEdit="1"/>
          </p:cNvSpPr>
          <p:nvPr>
            <p:ph type="sldImg"/>
          </p:nvPr>
        </p:nvSpPr>
        <p:spPr>
          <a:xfrm>
            <a:off x="1258888" y="720725"/>
            <a:ext cx="4799012" cy="3598863"/>
          </a:xfrm>
          <a:ln/>
        </p:spPr>
      </p:sp>
      <p:sp>
        <p:nvSpPr>
          <p:cNvPr id="76804" name="Rectangle 3">
            <a:extLst>
              <a:ext uri="{FF2B5EF4-FFF2-40B4-BE49-F238E27FC236}">
                <a16:creationId xmlns:a16="http://schemas.microsoft.com/office/drawing/2014/main" id="{23F59D5C-ECE5-4D40-A84B-398E9F42E1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pt-BR" altLang="pt-BR"/>
          </a:p>
        </p:txBody>
      </p:sp>
    </p:spTree>
    <p:extLst>
      <p:ext uri="{BB962C8B-B14F-4D97-AF65-F5344CB8AC3E}">
        <p14:creationId xmlns:p14="http://schemas.microsoft.com/office/powerpoint/2010/main" val="2421263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143000" y="1122363"/>
            <a:ext cx="6858000" cy="2387600"/>
          </a:xfrm>
        </p:spPr>
        <p:txBody>
          <a:bodyPr anchor="b"/>
          <a:lstStyle>
            <a:lvl1pPr algn="ctr">
              <a:defRPr sz="6000"/>
            </a:lvl1pPr>
          </a:lstStyle>
          <a:p>
            <a:r>
              <a:rPr lang="pt-BR"/>
              <a:t>Clique para editar o título mestre</a:t>
            </a:r>
          </a:p>
        </p:txBody>
      </p:sp>
      <p:sp>
        <p:nvSpPr>
          <p:cNvPr id="3" name="Subtítulo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Rectangle 6"/>
          <p:cNvSpPr>
            <a:spLocks noGrp="1" noChangeArrowheads="1"/>
          </p:cNvSpPr>
          <p:nvPr>
            <p:ph type="sldNum" sz="quarter" idx="10"/>
          </p:nvPr>
        </p:nvSpPr>
        <p:spPr>
          <a:ln/>
        </p:spPr>
        <p:txBody>
          <a:bodyPr/>
          <a:lstStyle>
            <a:lvl1pPr>
              <a:defRPr sz="1800"/>
            </a:lvl1pPr>
          </a:lstStyle>
          <a:p>
            <a:pPr>
              <a:defRPr/>
            </a:pPr>
            <a:fld id="{636953D8-94E8-444D-9BDB-4E4E27716F00}" type="slidenum">
              <a:rPr lang="pt-BR" altLang="pt-BR"/>
              <a:pPr>
                <a:defRPr/>
              </a:pPr>
              <a:t>‹nº›</a:t>
            </a:fld>
            <a:endParaRPr lang="pt-BR" altLang="pt-BR"/>
          </a:p>
          <a:p>
            <a:pPr>
              <a:defRPr/>
            </a:pPr>
            <a:endParaRPr lang="pt-BR" altLang="pt-BR" sz="1600"/>
          </a:p>
        </p:txBody>
      </p:sp>
    </p:spTree>
    <p:extLst>
      <p:ext uri="{BB962C8B-B14F-4D97-AF65-F5344CB8AC3E}">
        <p14:creationId xmlns:p14="http://schemas.microsoft.com/office/powerpoint/2010/main" val="2516529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6"/>
          <p:cNvSpPr>
            <a:spLocks noGrp="1" noChangeArrowheads="1"/>
          </p:cNvSpPr>
          <p:nvPr>
            <p:ph type="sldNum" sz="quarter" idx="10"/>
          </p:nvPr>
        </p:nvSpPr>
        <p:spPr>
          <a:ln/>
        </p:spPr>
        <p:txBody>
          <a:bodyPr/>
          <a:lstStyle>
            <a:lvl1pPr>
              <a:defRPr sz="1800"/>
            </a:lvl1pPr>
          </a:lstStyle>
          <a:p>
            <a:pPr>
              <a:defRPr/>
            </a:pPr>
            <a:fld id="{BB5755DE-C5E9-49A1-AF64-31300A0106E6}" type="slidenum">
              <a:rPr lang="pt-BR" altLang="pt-BR"/>
              <a:pPr>
                <a:defRPr/>
              </a:pPr>
              <a:t>‹nº›</a:t>
            </a:fld>
            <a:endParaRPr lang="pt-BR" altLang="pt-BR"/>
          </a:p>
          <a:p>
            <a:pPr>
              <a:defRPr/>
            </a:pPr>
            <a:endParaRPr lang="pt-BR" altLang="pt-BR" sz="1600"/>
          </a:p>
        </p:txBody>
      </p:sp>
      <p:sp>
        <p:nvSpPr>
          <p:cNvPr id="5" name="Título 4">
            <a:extLst>
              <a:ext uri="{FF2B5EF4-FFF2-40B4-BE49-F238E27FC236}">
                <a16:creationId xmlns:a16="http://schemas.microsoft.com/office/drawing/2014/main" id="{097529DA-62BB-429F-8133-6C842F841F81}"/>
              </a:ext>
            </a:extLst>
          </p:cNvPr>
          <p:cNvSpPr>
            <a:spLocks noGrp="1"/>
          </p:cNvSpPr>
          <p:nvPr>
            <p:ph type="title"/>
          </p:nvPr>
        </p:nvSpPr>
        <p:spPr/>
        <p:txBody>
          <a:bodyPr/>
          <a:lstStyle/>
          <a:p>
            <a:r>
              <a:rPr lang="pt-BR"/>
              <a:t>Clique para editar o título Mestre</a:t>
            </a:r>
          </a:p>
        </p:txBody>
      </p:sp>
    </p:spTree>
    <p:extLst>
      <p:ext uri="{BB962C8B-B14F-4D97-AF65-F5344CB8AC3E}">
        <p14:creationId xmlns:p14="http://schemas.microsoft.com/office/powerpoint/2010/main" val="2239197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623888" y="1709738"/>
            <a:ext cx="7886700" cy="2852737"/>
          </a:xfrm>
        </p:spPr>
        <p:txBody>
          <a:bodyPr anchor="b"/>
          <a:lstStyle>
            <a:lvl1pPr>
              <a:defRPr sz="6000"/>
            </a:lvl1pPr>
          </a:lstStyle>
          <a:p>
            <a:r>
              <a:rPr lang="pt-BR"/>
              <a:t>Clique para editar o título mestre</a:t>
            </a:r>
          </a:p>
        </p:txBody>
      </p:sp>
      <p:sp>
        <p:nvSpPr>
          <p:cNvPr id="3" name="Espaço Reservado para Texto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pt-BR"/>
              <a:t>Clique para editar o texto mestre</a:t>
            </a:r>
          </a:p>
        </p:txBody>
      </p:sp>
      <p:sp>
        <p:nvSpPr>
          <p:cNvPr id="4" name="Rectangle 6"/>
          <p:cNvSpPr>
            <a:spLocks noGrp="1" noChangeArrowheads="1"/>
          </p:cNvSpPr>
          <p:nvPr>
            <p:ph type="sldNum" sz="quarter" idx="10"/>
          </p:nvPr>
        </p:nvSpPr>
        <p:spPr>
          <a:ln/>
        </p:spPr>
        <p:txBody>
          <a:bodyPr/>
          <a:lstStyle>
            <a:lvl1pPr>
              <a:defRPr sz="1800"/>
            </a:lvl1pPr>
          </a:lstStyle>
          <a:p>
            <a:pPr>
              <a:defRPr/>
            </a:pPr>
            <a:fld id="{8FC69D84-8CF5-4625-AB47-C2AB19BDDEDA}" type="slidenum">
              <a:rPr lang="pt-BR" altLang="pt-BR"/>
              <a:pPr>
                <a:defRPr/>
              </a:pPr>
              <a:t>‹nº›</a:t>
            </a:fld>
            <a:endParaRPr lang="pt-BR" altLang="pt-BR"/>
          </a:p>
          <a:p>
            <a:pPr>
              <a:defRPr/>
            </a:pPr>
            <a:endParaRPr lang="pt-BR" altLang="pt-BR" sz="1600"/>
          </a:p>
        </p:txBody>
      </p:sp>
    </p:spTree>
    <p:extLst>
      <p:ext uri="{BB962C8B-B14F-4D97-AF65-F5344CB8AC3E}">
        <p14:creationId xmlns:p14="http://schemas.microsoft.com/office/powerpoint/2010/main" val="901852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250825" y="908050"/>
            <a:ext cx="4244975" cy="55451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4648200" y="908050"/>
            <a:ext cx="4244975" cy="55451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Rectangle 6"/>
          <p:cNvSpPr>
            <a:spLocks noGrp="1" noChangeArrowheads="1"/>
          </p:cNvSpPr>
          <p:nvPr>
            <p:ph type="sldNum" sz="quarter" idx="10"/>
          </p:nvPr>
        </p:nvSpPr>
        <p:spPr>
          <a:ln/>
        </p:spPr>
        <p:txBody>
          <a:bodyPr/>
          <a:lstStyle>
            <a:lvl1pPr>
              <a:defRPr sz="1800"/>
            </a:lvl1pPr>
          </a:lstStyle>
          <a:p>
            <a:pPr>
              <a:defRPr/>
            </a:pPr>
            <a:fld id="{8FB3A955-F8E1-4B6E-9A6F-0B8A350F6CE0}" type="slidenum">
              <a:rPr lang="pt-BR" altLang="pt-BR"/>
              <a:pPr>
                <a:defRPr/>
              </a:pPr>
              <a:t>‹nº›</a:t>
            </a:fld>
            <a:endParaRPr lang="pt-BR" altLang="pt-BR"/>
          </a:p>
          <a:p>
            <a:pPr>
              <a:defRPr/>
            </a:pPr>
            <a:endParaRPr lang="pt-BR" altLang="pt-BR" sz="1600"/>
          </a:p>
        </p:txBody>
      </p:sp>
    </p:spTree>
    <p:extLst>
      <p:ext uri="{BB962C8B-B14F-4D97-AF65-F5344CB8AC3E}">
        <p14:creationId xmlns:p14="http://schemas.microsoft.com/office/powerpoint/2010/main" val="2587902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630238" y="365125"/>
            <a:ext cx="7886700" cy="1325563"/>
          </a:xfrm>
        </p:spPr>
        <p:txBody>
          <a:bodyPr/>
          <a:lstStyle/>
          <a:p>
            <a:r>
              <a:rPr lang="pt-BR"/>
              <a:t>Clique para editar o título mestre</a:t>
            </a:r>
          </a:p>
        </p:txBody>
      </p:sp>
      <p:sp>
        <p:nvSpPr>
          <p:cNvPr id="3" name="Espaço Reservado para Texto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630238" y="2505075"/>
            <a:ext cx="3868737"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4629150" y="2505075"/>
            <a:ext cx="3887788"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Rectangle 6"/>
          <p:cNvSpPr>
            <a:spLocks noGrp="1" noChangeArrowheads="1"/>
          </p:cNvSpPr>
          <p:nvPr>
            <p:ph type="sldNum" sz="quarter" idx="10"/>
          </p:nvPr>
        </p:nvSpPr>
        <p:spPr>
          <a:ln/>
        </p:spPr>
        <p:txBody>
          <a:bodyPr/>
          <a:lstStyle>
            <a:lvl1pPr>
              <a:defRPr sz="1800"/>
            </a:lvl1pPr>
          </a:lstStyle>
          <a:p>
            <a:pPr>
              <a:defRPr/>
            </a:pPr>
            <a:fld id="{6713AE7F-0789-42E6-AF44-26A98C2B2832}" type="slidenum">
              <a:rPr lang="pt-BR" altLang="pt-BR"/>
              <a:pPr>
                <a:defRPr/>
              </a:pPr>
              <a:t>‹nº›</a:t>
            </a:fld>
            <a:endParaRPr lang="pt-BR" altLang="pt-BR"/>
          </a:p>
          <a:p>
            <a:pPr>
              <a:defRPr/>
            </a:pPr>
            <a:endParaRPr lang="pt-BR" altLang="pt-BR" sz="1600"/>
          </a:p>
        </p:txBody>
      </p:sp>
    </p:spTree>
    <p:extLst>
      <p:ext uri="{BB962C8B-B14F-4D97-AF65-F5344CB8AC3E}">
        <p14:creationId xmlns:p14="http://schemas.microsoft.com/office/powerpoint/2010/main" val="1428147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Rectangle 6"/>
          <p:cNvSpPr>
            <a:spLocks noGrp="1" noChangeArrowheads="1"/>
          </p:cNvSpPr>
          <p:nvPr>
            <p:ph type="sldNum" sz="quarter" idx="10"/>
          </p:nvPr>
        </p:nvSpPr>
        <p:spPr>
          <a:ln/>
        </p:spPr>
        <p:txBody>
          <a:bodyPr/>
          <a:lstStyle>
            <a:lvl1pPr>
              <a:defRPr sz="1800"/>
            </a:lvl1pPr>
          </a:lstStyle>
          <a:p>
            <a:pPr>
              <a:defRPr/>
            </a:pPr>
            <a:fld id="{89E99602-3D50-43E4-AE00-8A812D084CCD}" type="slidenum">
              <a:rPr lang="pt-BR" altLang="pt-BR"/>
              <a:pPr>
                <a:defRPr/>
              </a:pPr>
              <a:t>‹nº›</a:t>
            </a:fld>
            <a:endParaRPr lang="pt-BR" altLang="pt-BR"/>
          </a:p>
          <a:p>
            <a:pPr>
              <a:defRPr/>
            </a:pPr>
            <a:endParaRPr lang="pt-BR" altLang="pt-BR" sz="1600"/>
          </a:p>
        </p:txBody>
      </p:sp>
    </p:spTree>
    <p:extLst>
      <p:ext uri="{BB962C8B-B14F-4D97-AF65-F5344CB8AC3E}">
        <p14:creationId xmlns:p14="http://schemas.microsoft.com/office/powerpoint/2010/main" val="3633864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sz="1800"/>
            </a:lvl1pPr>
          </a:lstStyle>
          <a:p>
            <a:pPr>
              <a:defRPr/>
            </a:pPr>
            <a:fld id="{773AE080-A9CA-4629-BC1A-5D2A05355182}" type="slidenum">
              <a:rPr lang="pt-BR" altLang="pt-BR"/>
              <a:pPr>
                <a:defRPr/>
              </a:pPr>
              <a:t>‹nº›</a:t>
            </a:fld>
            <a:endParaRPr lang="pt-BR" altLang="pt-BR"/>
          </a:p>
          <a:p>
            <a:pPr>
              <a:defRPr/>
            </a:pPr>
            <a:endParaRPr lang="pt-BR" altLang="pt-BR" sz="1600"/>
          </a:p>
        </p:txBody>
      </p:sp>
    </p:spTree>
    <p:extLst>
      <p:ext uri="{BB962C8B-B14F-4D97-AF65-F5344CB8AC3E}">
        <p14:creationId xmlns:p14="http://schemas.microsoft.com/office/powerpoint/2010/main" val="2784682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630238" y="457200"/>
            <a:ext cx="2949575" cy="1600200"/>
          </a:xfrm>
        </p:spPr>
        <p:txBody>
          <a:bodyPr anchor="b"/>
          <a:lstStyle>
            <a:lvl1pPr>
              <a:defRPr sz="3200"/>
            </a:lvl1pPr>
          </a:lstStyle>
          <a:p>
            <a:r>
              <a:rPr lang="pt-BR"/>
              <a:t>Clique para editar o título mestre</a:t>
            </a:r>
          </a:p>
        </p:txBody>
      </p:sp>
      <p:sp>
        <p:nvSpPr>
          <p:cNvPr id="3" name="Espaço Reservado para Conteúdo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Rectangle 6"/>
          <p:cNvSpPr>
            <a:spLocks noGrp="1" noChangeArrowheads="1"/>
          </p:cNvSpPr>
          <p:nvPr>
            <p:ph type="sldNum" sz="quarter" idx="10"/>
          </p:nvPr>
        </p:nvSpPr>
        <p:spPr>
          <a:ln/>
        </p:spPr>
        <p:txBody>
          <a:bodyPr/>
          <a:lstStyle>
            <a:lvl1pPr>
              <a:defRPr sz="1800"/>
            </a:lvl1pPr>
          </a:lstStyle>
          <a:p>
            <a:pPr>
              <a:defRPr/>
            </a:pPr>
            <a:fld id="{C868805F-CAE2-4649-B093-2D262F231132}" type="slidenum">
              <a:rPr lang="pt-BR" altLang="pt-BR"/>
              <a:pPr>
                <a:defRPr/>
              </a:pPr>
              <a:t>‹nº›</a:t>
            </a:fld>
            <a:endParaRPr lang="pt-BR" altLang="pt-BR"/>
          </a:p>
          <a:p>
            <a:pPr>
              <a:defRPr/>
            </a:pPr>
            <a:endParaRPr lang="pt-BR" altLang="pt-BR" sz="1600"/>
          </a:p>
        </p:txBody>
      </p:sp>
    </p:spTree>
    <p:extLst>
      <p:ext uri="{BB962C8B-B14F-4D97-AF65-F5344CB8AC3E}">
        <p14:creationId xmlns:p14="http://schemas.microsoft.com/office/powerpoint/2010/main" val="1026653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630238" y="457200"/>
            <a:ext cx="2949575" cy="1600200"/>
          </a:xfrm>
        </p:spPr>
        <p:txBody>
          <a:bodyPr anchor="b"/>
          <a:lstStyle>
            <a:lvl1pPr>
              <a:defRPr sz="3200"/>
            </a:lvl1pPr>
          </a:lstStyle>
          <a:p>
            <a:r>
              <a:rPr lang="pt-BR"/>
              <a:t>Clique para editar o título mestre</a:t>
            </a:r>
          </a:p>
        </p:txBody>
      </p:sp>
      <p:sp>
        <p:nvSpPr>
          <p:cNvPr id="3" name="Espaço Reservado para Imagem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t-BR" noProof="0"/>
          </a:p>
        </p:txBody>
      </p:sp>
      <p:sp>
        <p:nvSpPr>
          <p:cNvPr id="4" name="Espaço Reservado para Texto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Rectangle 6"/>
          <p:cNvSpPr>
            <a:spLocks noGrp="1" noChangeArrowheads="1"/>
          </p:cNvSpPr>
          <p:nvPr>
            <p:ph type="sldNum" sz="quarter" idx="10"/>
          </p:nvPr>
        </p:nvSpPr>
        <p:spPr>
          <a:ln/>
        </p:spPr>
        <p:txBody>
          <a:bodyPr/>
          <a:lstStyle>
            <a:lvl1pPr>
              <a:defRPr sz="1800"/>
            </a:lvl1pPr>
          </a:lstStyle>
          <a:p>
            <a:pPr>
              <a:defRPr/>
            </a:pPr>
            <a:fld id="{0D3718A8-473C-4868-87DB-6FEB3200AEEA}" type="slidenum">
              <a:rPr lang="pt-BR" altLang="pt-BR"/>
              <a:pPr>
                <a:defRPr/>
              </a:pPr>
              <a:t>‹nº›</a:t>
            </a:fld>
            <a:endParaRPr lang="pt-BR" altLang="pt-BR"/>
          </a:p>
          <a:p>
            <a:pPr>
              <a:defRPr/>
            </a:pPr>
            <a:endParaRPr lang="pt-BR" altLang="pt-BR" sz="1600"/>
          </a:p>
        </p:txBody>
      </p:sp>
    </p:spTree>
    <p:extLst>
      <p:ext uri="{BB962C8B-B14F-4D97-AF65-F5344CB8AC3E}">
        <p14:creationId xmlns:p14="http://schemas.microsoft.com/office/powerpoint/2010/main" val="936224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6"/>
          <p:cNvSpPr>
            <a:spLocks noGrp="1" noChangeArrowheads="1"/>
          </p:cNvSpPr>
          <p:nvPr>
            <p:ph type="sldNum" sz="quarter" idx="10"/>
          </p:nvPr>
        </p:nvSpPr>
        <p:spPr>
          <a:ln/>
        </p:spPr>
        <p:txBody>
          <a:bodyPr/>
          <a:lstStyle>
            <a:lvl1pPr>
              <a:defRPr sz="1800"/>
            </a:lvl1pPr>
          </a:lstStyle>
          <a:p>
            <a:pPr>
              <a:defRPr/>
            </a:pPr>
            <a:fld id="{379C674A-59E1-4416-B422-69E8EF773905}" type="slidenum">
              <a:rPr lang="pt-BR" altLang="pt-BR"/>
              <a:pPr>
                <a:defRPr/>
              </a:pPr>
              <a:t>‹nº›</a:t>
            </a:fld>
            <a:endParaRPr lang="pt-BR" altLang="pt-BR"/>
          </a:p>
          <a:p>
            <a:pPr>
              <a:defRPr/>
            </a:pPr>
            <a:endParaRPr lang="pt-BR" altLang="pt-BR" sz="1600"/>
          </a:p>
        </p:txBody>
      </p:sp>
    </p:spTree>
    <p:extLst>
      <p:ext uri="{BB962C8B-B14F-4D97-AF65-F5344CB8AC3E}">
        <p14:creationId xmlns:p14="http://schemas.microsoft.com/office/powerpoint/2010/main" val="3201240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732588" y="188913"/>
            <a:ext cx="2160587" cy="6264275"/>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250825" y="188913"/>
            <a:ext cx="6329363" cy="6264275"/>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6"/>
          <p:cNvSpPr>
            <a:spLocks noGrp="1" noChangeArrowheads="1"/>
          </p:cNvSpPr>
          <p:nvPr>
            <p:ph type="sldNum" sz="quarter" idx="10"/>
          </p:nvPr>
        </p:nvSpPr>
        <p:spPr>
          <a:ln/>
        </p:spPr>
        <p:txBody>
          <a:bodyPr/>
          <a:lstStyle>
            <a:lvl1pPr>
              <a:defRPr sz="1800"/>
            </a:lvl1pPr>
          </a:lstStyle>
          <a:p>
            <a:pPr>
              <a:defRPr/>
            </a:pPr>
            <a:fld id="{615DD769-2292-486F-B94A-EDEA29617389}" type="slidenum">
              <a:rPr lang="pt-BR" altLang="pt-BR"/>
              <a:pPr>
                <a:defRPr/>
              </a:pPr>
              <a:t>‹nº›</a:t>
            </a:fld>
            <a:endParaRPr lang="pt-BR" altLang="pt-BR"/>
          </a:p>
          <a:p>
            <a:pPr>
              <a:defRPr/>
            </a:pPr>
            <a:endParaRPr lang="pt-BR" altLang="pt-BR" sz="1600"/>
          </a:p>
        </p:txBody>
      </p:sp>
    </p:spTree>
    <p:extLst>
      <p:ext uri="{BB962C8B-B14F-4D97-AF65-F5344CB8AC3E}">
        <p14:creationId xmlns:p14="http://schemas.microsoft.com/office/powerpoint/2010/main" val="13854506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ítulo e tabela">
    <p:spTree>
      <p:nvGrpSpPr>
        <p:cNvPr id="1" name=""/>
        <p:cNvGrpSpPr/>
        <p:nvPr/>
      </p:nvGrpSpPr>
      <p:grpSpPr>
        <a:xfrm>
          <a:off x="0" y="0"/>
          <a:ext cx="0" cy="0"/>
          <a:chOff x="0" y="0"/>
          <a:chExt cx="0" cy="0"/>
        </a:xfrm>
      </p:grpSpPr>
      <p:sp>
        <p:nvSpPr>
          <p:cNvPr id="2" name="Título 1"/>
          <p:cNvSpPr>
            <a:spLocks noGrp="1"/>
          </p:cNvSpPr>
          <p:nvPr>
            <p:ph type="title"/>
          </p:nvPr>
        </p:nvSpPr>
        <p:spPr>
          <a:xfrm>
            <a:off x="1331913" y="188913"/>
            <a:ext cx="6985000" cy="576262"/>
          </a:xfrm>
        </p:spPr>
        <p:txBody>
          <a:bodyPr/>
          <a:lstStyle/>
          <a:p>
            <a:r>
              <a:rPr lang="pt-BR"/>
              <a:t>Clique para editar o título mestre</a:t>
            </a:r>
          </a:p>
        </p:txBody>
      </p:sp>
      <p:sp>
        <p:nvSpPr>
          <p:cNvPr id="3" name="Espaço Reservado para Tabela 2"/>
          <p:cNvSpPr>
            <a:spLocks noGrp="1"/>
          </p:cNvSpPr>
          <p:nvPr>
            <p:ph type="tbl" idx="1"/>
          </p:nvPr>
        </p:nvSpPr>
        <p:spPr>
          <a:xfrm>
            <a:off x="250825" y="908050"/>
            <a:ext cx="8642350" cy="5545138"/>
          </a:xfrm>
        </p:spPr>
        <p:txBody>
          <a:bodyPr/>
          <a:lstStyle/>
          <a:p>
            <a:pPr lvl="0"/>
            <a:endParaRPr lang="pt-BR" noProof="0"/>
          </a:p>
        </p:txBody>
      </p:sp>
      <p:sp>
        <p:nvSpPr>
          <p:cNvPr id="4" name="Rectangle 6"/>
          <p:cNvSpPr>
            <a:spLocks noGrp="1" noChangeArrowheads="1"/>
          </p:cNvSpPr>
          <p:nvPr>
            <p:ph type="sldNum" sz="quarter" idx="10"/>
          </p:nvPr>
        </p:nvSpPr>
        <p:spPr>
          <a:ln/>
        </p:spPr>
        <p:txBody>
          <a:bodyPr/>
          <a:lstStyle>
            <a:lvl1pPr>
              <a:defRPr sz="1800"/>
            </a:lvl1pPr>
          </a:lstStyle>
          <a:p>
            <a:pPr>
              <a:defRPr/>
            </a:pPr>
            <a:fld id="{E9806356-400B-457A-A065-AA9E16CE445D}" type="slidenum">
              <a:rPr lang="pt-BR" altLang="pt-BR"/>
              <a:pPr>
                <a:defRPr/>
              </a:pPr>
              <a:t>‹nº›</a:t>
            </a:fld>
            <a:endParaRPr lang="pt-BR" altLang="pt-BR"/>
          </a:p>
          <a:p>
            <a:pPr>
              <a:defRPr/>
            </a:pPr>
            <a:endParaRPr lang="pt-BR" altLang="pt-BR" sz="1600"/>
          </a:p>
        </p:txBody>
      </p:sp>
    </p:spTree>
    <p:extLst>
      <p:ext uri="{BB962C8B-B14F-4D97-AF65-F5344CB8AC3E}">
        <p14:creationId xmlns:p14="http://schemas.microsoft.com/office/powerpoint/2010/main" val="796050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31913" y="188913"/>
            <a:ext cx="6985000"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pt-BR" altLang="pt-BR"/>
              <a:t>Clique para editar o estilo do título mestre</a:t>
            </a:r>
          </a:p>
        </p:txBody>
      </p:sp>
      <p:sp>
        <p:nvSpPr>
          <p:cNvPr id="1027" name="Rectangle 3"/>
          <p:cNvSpPr>
            <a:spLocks noGrp="1" noChangeArrowheads="1"/>
          </p:cNvSpPr>
          <p:nvPr>
            <p:ph type="body" idx="1"/>
          </p:nvPr>
        </p:nvSpPr>
        <p:spPr bwMode="auto">
          <a:xfrm>
            <a:off x="250825" y="908050"/>
            <a:ext cx="8642350" cy="554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pt-BR" altLang="pt-BR"/>
              <a:t>Clique para editar os estilos do texto mestre</a:t>
            </a:r>
          </a:p>
          <a:p>
            <a:pPr lvl="1"/>
            <a:r>
              <a:rPr lang="pt-BR" altLang="pt-BR"/>
              <a:t>Segundo nível</a:t>
            </a:r>
          </a:p>
          <a:p>
            <a:pPr lvl="2"/>
            <a:r>
              <a:rPr lang="pt-BR" altLang="pt-BR"/>
              <a:t>Terceiro nível</a:t>
            </a:r>
          </a:p>
          <a:p>
            <a:pPr lvl="2"/>
            <a:r>
              <a:rPr lang="pt-BR" altLang="pt-BR"/>
              <a:t>Quarto nível</a:t>
            </a:r>
          </a:p>
          <a:p>
            <a:pPr lvl="2"/>
            <a:r>
              <a:rPr lang="pt-BR" altLang="pt-BR"/>
              <a:t>Quinto nível</a:t>
            </a:r>
          </a:p>
        </p:txBody>
      </p:sp>
      <p:sp>
        <p:nvSpPr>
          <p:cNvPr id="1030" name="Rectangle 6"/>
          <p:cNvSpPr>
            <a:spLocks noGrp="1" noChangeArrowheads="1"/>
          </p:cNvSpPr>
          <p:nvPr>
            <p:ph type="sldNum" sz="quarter" idx="4"/>
          </p:nvPr>
        </p:nvSpPr>
        <p:spPr bwMode="auto">
          <a:xfrm>
            <a:off x="8243888" y="188913"/>
            <a:ext cx="650875"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600" b="1"/>
            </a:lvl1pPr>
          </a:lstStyle>
          <a:p>
            <a:pPr>
              <a:defRPr/>
            </a:pPr>
            <a:fld id="{A23CC330-62EE-4880-B505-26A06D174382}" type="slidenum">
              <a:rPr lang="pt-BR" altLang="pt-BR" sz="1800"/>
              <a:pPr>
                <a:defRPr/>
              </a:pPr>
              <a:t>‹nº›</a:t>
            </a:fld>
            <a:endParaRPr lang="pt-BR" altLang="pt-BR" sz="1800"/>
          </a:p>
          <a:p>
            <a:pPr>
              <a:defRPr/>
            </a:pPr>
            <a:endParaRPr lang="pt-BR" altLang="pt-BR"/>
          </a:p>
        </p:txBody>
      </p:sp>
      <p:sp>
        <p:nvSpPr>
          <p:cNvPr id="1029" name="AutoShape 8">
            <a:hlinkClick r:id="" action="ppaction://hlinkshowjump?jump=previousslide" highlightClick="1"/>
          </p:cNvPr>
          <p:cNvSpPr>
            <a:spLocks noChangeArrowheads="1"/>
          </p:cNvSpPr>
          <p:nvPr userDrawn="1"/>
        </p:nvSpPr>
        <p:spPr bwMode="auto">
          <a:xfrm>
            <a:off x="8113713" y="6553200"/>
            <a:ext cx="360362"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pt-BR" altLang="pt-BR"/>
          </a:p>
        </p:txBody>
      </p:sp>
      <p:sp>
        <p:nvSpPr>
          <p:cNvPr id="2" name="AutoShape 9">
            <a:hlinkClick r:id="" action="ppaction://hlinkshowjump?jump=nextslide" highlightClick="1"/>
          </p:cNvPr>
          <p:cNvSpPr>
            <a:spLocks noChangeArrowheads="1"/>
          </p:cNvSpPr>
          <p:nvPr userDrawn="1"/>
        </p:nvSpPr>
        <p:spPr bwMode="auto">
          <a:xfrm>
            <a:off x="8489950" y="6553200"/>
            <a:ext cx="358775"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pt-BR" altLang="pt-BR"/>
          </a:p>
        </p:txBody>
      </p:sp>
      <p:sp>
        <p:nvSpPr>
          <p:cNvPr id="1031" name="Line 11"/>
          <p:cNvSpPr>
            <a:spLocks noChangeShapeType="1"/>
          </p:cNvSpPr>
          <p:nvPr userDrawn="1"/>
        </p:nvSpPr>
        <p:spPr bwMode="auto">
          <a:xfrm>
            <a:off x="250825" y="836613"/>
            <a:ext cx="8642350" cy="0"/>
          </a:xfrm>
          <a:prstGeom prst="line">
            <a:avLst/>
          </a:prstGeom>
          <a:noFill/>
          <a:ln w="34925" cmpd="dbl">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pic>
        <p:nvPicPr>
          <p:cNvPr id="1032" name="Picture 12" descr="puc"/>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l="38461" b="14456"/>
          <a:stretch>
            <a:fillRect/>
          </a:stretch>
        </p:blipFill>
        <p:spPr bwMode="auto">
          <a:xfrm>
            <a:off x="323850" y="71438"/>
            <a:ext cx="792163"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eaLnBrk="0" fontAlgn="base" hangingPunct="0">
        <a:spcBef>
          <a:spcPct val="0"/>
        </a:spcBef>
        <a:spcAft>
          <a:spcPct val="0"/>
        </a:spcAft>
        <a:defRPr sz="2400" kern="1200">
          <a:solidFill>
            <a:srgbClr val="0000FF"/>
          </a:solidFill>
          <a:latin typeface="+mj-lt"/>
          <a:ea typeface="+mj-ea"/>
          <a:cs typeface="+mj-cs"/>
        </a:defRPr>
      </a:lvl1pPr>
      <a:lvl2pPr algn="l" rtl="0" eaLnBrk="0" fontAlgn="base" hangingPunct="0">
        <a:spcBef>
          <a:spcPct val="0"/>
        </a:spcBef>
        <a:spcAft>
          <a:spcPct val="0"/>
        </a:spcAft>
        <a:defRPr sz="2400">
          <a:solidFill>
            <a:srgbClr val="0000FF"/>
          </a:solidFill>
          <a:latin typeface="Arial" panose="020B0604020202020204" pitchFamily="34" charset="0"/>
        </a:defRPr>
      </a:lvl2pPr>
      <a:lvl3pPr algn="l" rtl="0" eaLnBrk="0" fontAlgn="base" hangingPunct="0">
        <a:spcBef>
          <a:spcPct val="0"/>
        </a:spcBef>
        <a:spcAft>
          <a:spcPct val="0"/>
        </a:spcAft>
        <a:defRPr sz="2400">
          <a:solidFill>
            <a:srgbClr val="0000FF"/>
          </a:solidFill>
          <a:latin typeface="Arial" panose="020B0604020202020204" pitchFamily="34" charset="0"/>
        </a:defRPr>
      </a:lvl3pPr>
      <a:lvl4pPr algn="l" rtl="0" eaLnBrk="0" fontAlgn="base" hangingPunct="0">
        <a:spcBef>
          <a:spcPct val="0"/>
        </a:spcBef>
        <a:spcAft>
          <a:spcPct val="0"/>
        </a:spcAft>
        <a:defRPr sz="2400">
          <a:solidFill>
            <a:srgbClr val="0000FF"/>
          </a:solidFill>
          <a:latin typeface="Arial" panose="020B0604020202020204" pitchFamily="34" charset="0"/>
        </a:defRPr>
      </a:lvl4pPr>
      <a:lvl5pPr algn="l" rtl="0" eaLnBrk="0" fontAlgn="base" hangingPunct="0">
        <a:spcBef>
          <a:spcPct val="0"/>
        </a:spcBef>
        <a:spcAft>
          <a:spcPct val="0"/>
        </a:spcAft>
        <a:defRPr sz="2400">
          <a:solidFill>
            <a:srgbClr val="0000FF"/>
          </a:solidFill>
          <a:latin typeface="Arial" panose="020B0604020202020204" pitchFamily="34" charset="0"/>
        </a:defRPr>
      </a:lvl5pPr>
      <a:lvl6pPr marL="457200" algn="l" rtl="0" fontAlgn="base">
        <a:spcBef>
          <a:spcPct val="0"/>
        </a:spcBef>
        <a:spcAft>
          <a:spcPct val="0"/>
        </a:spcAft>
        <a:defRPr sz="2400">
          <a:solidFill>
            <a:srgbClr val="0000FF"/>
          </a:solidFill>
          <a:latin typeface="Arial" panose="020B0604020202020204" pitchFamily="34" charset="0"/>
        </a:defRPr>
      </a:lvl6pPr>
      <a:lvl7pPr marL="914400" algn="l" rtl="0" fontAlgn="base">
        <a:spcBef>
          <a:spcPct val="0"/>
        </a:spcBef>
        <a:spcAft>
          <a:spcPct val="0"/>
        </a:spcAft>
        <a:defRPr sz="2400">
          <a:solidFill>
            <a:srgbClr val="0000FF"/>
          </a:solidFill>
          <a:latin typeface="Arial" panose="020B0604020202020204" pitchFamily="34" charset="0"/>
        </a:defRPr>
      </a:lvl7pPr>
      <a:lvl8pPr marL="1371600" algn="l" rtl="0" fontAlgn="base">
        <a:spcBef>
          <a:spcPct val="0"/>
        </a:spcBef>
        <a:spcAft>
          <a:spcPct val="0"/>
        </a:spcAft>
        <a:defRPr sz="2400">
          <a:solidFill>
            <a:srgbClr val="0000FF"/>
          </a:solidFill>
          <a:latin typeface="Arial" panose="020B0604020202020204" pitchFamily="34" charset="0"/>
        </a:defRPr>
      </a:lvl8pPr>
      <a:lvl9pPr marL="1828800" algn="l" rtl="0" fontAlgn="base">
        <a:spcBef>
          <a:spcPct val="0"/>
        </a:spcBef>
        <a:spcAft>
          <a:spcPct val="0"/>
        </a:spcAft>
        <a:defRPr sz="2400">
          <a:solidFill>
            <a:srgbClr val="0000FF"/>
          </a:solidFill>
          <a:latin typeface="Arial" panose="020B0604020202020204" pitchFamily="34" charset="0"/>
        </a:defRPr>
      </a:lvl9pPr>
    </p:titleStyle>
    <p:bodyStyle>
      <a:lvl1pPr marL="342900" indent="-342900" algn="just"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just"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4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pn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9" name="Line 7"/>
          <p:cNvSpPr>
            <a:spLocks noChangeShapeType="1"/>
          </p:cNvSpPr>
          <p:nvPr/>
        </p:nvSpPr>
        <p:spPr bwMode="auto">
          <a:xfrm>
            <a:off x="539750" y="1268413"/>
            <a:ext cx="784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pic>
        <p:nvPicPr>
          <p:cNvPr id="4100" name="Picture 9" descr="puc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 y="333375"/>
            <a:ext cx="38100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1" name="Line 10"/>
          <p:cNvSpPr>
            <a:spLocks noChangeShapeType="1"/>
          </p:cNvSpPr>
          <p:nvPr/>
        </p:nvSpPr>
        <p:spPr bwMode="auto">
          <a:xfrm>
            <a:off x="596900" y="5862638"/>
            <a:ext cx="784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pic>
        <p:nvPicPr>
          <p:cNvPr id="4102"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2138" y="260350"/>
            <a:ext cx="3190875" cy="352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03" name="Rectangle 2"/>
          <p:cNvSpPr>
            <a:spLocks noGrp="1" noChangeArrowheads="1"/>
          </p:cNvSpPr>
          <p:nvPr>
            <p:ph type="ctrTitle"/>
          </p:nvPr>
        </p:nvSpPr>
        <p:spPr>
          <a:xfrm>
            <a:off x="684213" y="3676650"/>
            <a:ext cx="8064500" cy="1657350"/>
          </a:xfrm>
        </p:spPr>
        <p:txBody>
          <a:bodyPr anchor="ctr"/>
          <a:lstStyle/>
          <a:p>
            <a:pPr eaLnBrk="1" hangingPunct="1"/>
            <a:br>
              <a:rPr lang="pt-BR" altLang="pt-BR" sz="3200" dirty="0"/>
            </a:br>
            <a:r>
              <a:rPr lang="pt-BR" altLang="pt-BR" sz="3200" dirty="0"/>
              <a:t>Diagramas de</a:t>
            </a:r>
            <a:br>
              <a:rPr lang="pt-BR" altLang="pt-BR" sz="3200" dirty="0"/>
            </a:br>
            <a:r>
              <a:rPr lang="pt-BR" altLang="pt-BR" sz="3200" dirty="0"/>
              <a:t>Sequencias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a:extLst>
              <a:ext uri="{FF2B5EF4-FFF2-40B4-BE49-F238E27FC236}">
                <a16:creationId xmlns:a16="http://schemas.microsoft.com/office/drawing/2014/main" id="{1E0406E9-A9B7-4741-A319-14BEC06437A9}"/>
              </a:ext>
            </a:extLst>
          </p:cNvPr>
          <p:cNvSpPr>
            <a:spLocks noGrp="1" noChangeArrowheads="1"/>
          </p:cNvSpPr>
          <p:nvPr>
            <p:ph type="title"/>
          </p:nvPr>
        </p:nvSpPr>
        <p:spPr/>
        <p:txBody>
          <a:bodyPr/>
          <a:lstStyle/>
          <a:p>
            <a:r>
              <a:rPr lang="pt-BR" altLang="pt-BR" dirty="0"/>
              <a:t>Diagramas Dinâmicos - </a:t>
            </a:r>
            <a:r>
              <a:rPr lang="pt-BR" altLang="pt-BR" dirty="0" err="1"/>
              <a:t>SysML</a:t>
            </a:r>
            <a:endParaRPr lang="pt-BR" altLang="pt-BR" dirty="0"/>
          </a:p>
        </p:txBody>
      </p:sp>
      <p:sp>
        <p:nvSpPr>
          <p:cNvPr id="250883" name="Rectangle 3">
            <a:extLst>
              <a:ext uri="{FF2B5EF4-FFF2-40B4-BE49-F238E27FC236}">
                <a16:creationId xmlns:a16="http://schemas.microsoft.com/office/drawing/2014/main" id="{1E742F71-5F87-464C-9188-4531B1CC2B44}"/>
              </a:ext>
            </a:extLst>
          </p:cNvPr>
          <p:cNvSpPr>
            <a:spLocks noGrp="1" noChangeArrowheads="1"/>
          </p:cNvSpPr>
          <p:nvPr>
            <p:ph type="body" idx="1"/>
          </p:nvPr>
        </p:nvSpPr>
        <p:spPr/>
        <p:txBody>
          <a:bodyPr/>
          <a:lstStyle/>
          <a:p>
            <a:r>
              <a:rPr lang="pt-BR" altLang="pt-BR" dirty="0"/>
              <a:t>Mostram Interações entre Blocos/objetos (Tipos)</a:t>
            </a:r>
          </a:p>
          <a:p>
            <a:r>
              <a:rPr lang="pt-BR" altLang="pt-BR" dirty="0"/>
              <a:t>Mostram aspectos que se modificam no tempo</a:t>
            </a:r>
          </a:p>
          <a:p>
            <a:r>
              <a:rPr lang="pt-BR" altLang="pt-BR" dirty="0"/>
              <a:t>Mostram aspectos comportamentais</a:t>
            </a:r>
          </a:p>
          <a:p>
            <a:r>
              <a:rPr lang="pt-BR" altLang="pt-BR" dirty="0"/>
              <a:t>Mostram aspectos de controle</a:t>
            </a:r>
          </a:p>
          <a:p>
            <a:r>
              <a:rPr lang="pt-BR" altLang="pt-BR" dirty="0"/>
              <a:t>Mostram aspectos de concorrência</a:t>
            </a:r>
          </a:p>
          <a:p>
            <a:r>
              <a:rPr lang="pt-BR" altLang="pt-BR" dirty="0"/>
              <a:t>Ilustram sequências de operações no tempo</a:t>
            </a:r>
          </a:p>
          <a:p>
            <a:endParaRPr lang="pt-BR" altLang="pt-BR" dirty="0"/>
          </a:p>
          <a:p>
            <a:r>
              <a:rPr lang="pt-BR" altLang="pt-BR" dirty="0"/>
              <a:t>Principais Diagrama Dinâmicos</a:t>
            </a:r>
          </a:p>
          <a:p>
            <a:pPr lvl="1"/>
            <a:r>
              <a:rPr lang="pt-BR" altLang="pt-BR" dirty="0"/>
              <a:t>De Estados e de Atividades (já vistos)</a:t>
            </a:r>
          </a:p>
          <a:p>
            <a:pPr lvl="1"/>
            <a:r>
              <a:rPr lang="pt-BR" altLang="pt-BR" dirty="0"/>
              <a:t>De Sequencia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a:extLst>
              <a:ext uri="{FF2B5EF4-FFF2-40B4-BE49-F238E27FC236}">
                <a16:creationId xmlns:a16="http://schemas.microsoft.com/office/drawing/2014/main" id="{ACE81CAF-C9C3-4EB0-ADE8-23D536A72EC4}"/>
              </a:ext>
            </a:extLst>
          </p:cNvPr>
          <p:cNvSpPr>
            <a:spLocks noGrp="1" noChangeArrowheads="1"/>
          </p:cNvSpPr>
          <p:nvPr>
            <p:ph type="title"/>
          </p:nvPr>
        </p:nvSpPr>
        <p:spPr/>
        <p:txBody>
          <a:bodyPr/>
          <a:lstStyle/>
          <a:p>
            <a:r>
              <a:rPr lang="pt-BR" altLang="pt-BR" sz="2800" dirty="0"/>
              <a:t>Diagrama de Sequência</a:t>
            </a:r>
          </a:p>
        </p:txBody>
      </p:sp>
      <p:sp>
        <p:nvSpPr>
          <p:cNvPr id="246787" name="Rectangle 3">
            <a:extLst>
              <a:ext uri="{FF2B5EF4-FFF2-40B4-BE49-F238E27FC236}">
                <a16:creationId xmlns:a16="http://schemas.microsoft.com/office/drawing/2014/main" id="{5146E7F6-015A-4BDB-AB18-7161A26DC327}"/>
              </a:ext>
            </a:extLst>
          </p:cNvPr>
          <p:cNvSpPr>
            <a:spLocks noGrp="1" noChangeArrowheads="1"/>
          </p:cNvSpPr>
          <p:nvPr>
            <p:ph type="body" idx="1"/>
          </p:nvPr>
        </p:nvSpPr>
        <p:spPr/>
        <p:txBody>
          <a:bodyPr/>
          <a:lstStyle/>
          <a:p>
            <a:pPr>
              <a:lnSpc>
                <a:spcPct val="90000"/>
              </a:lnSpc>
            </a:pPr>
            <a:r>
              <a:rPr lang="pt-BR" altLang="pt-BR" sz="2600" dirty="0"/>
              <a:t>Uma espécie de </a:t>
            </a:r>
            <a:r>
              <a:rPr lang="pt-BR" altLang="pt-BR" sz="2600" i="1" dirty="0" err="1"/>
              <a:t>StoryBoard</a:t>
            </a:r>
            <a:r>
              <a:rPr lang="pt-BR" altLang="pt-BR" sz="2600" i="1" dirty="0"/>
              <a:t> ou scrap em linguagem gráfica </a:t>
            </a:r>
            <a:r>
              <a:rPr lang="pt-BR" altLang="pt-BR" sz="2600" dirty="0"/>
              <a:t>da dinâmica requerida por um cenário de um  funcionalidade ou comportamento do sistema.</a:t>
            </a:r>
          </a:p>
          <a:p>
            <a:pPr lvl="1">
              <a:lnSpc>
                <a:spcPct val="90000"/>
              </a:lnSpc>
            </a:pPr>
            <a:r>
              <a:rPr lang="pt-BR" altLang="pt-BR" sz="2400" dirty="0"/>
              <a:t>Não é modelada na perspectiva da interação do usuário (protótipos/fronteira), mas sim do que está por trás disso</a:t>
            </a:r>
          </a:p>
          <a:p>
            <a:pPr>
              <a:lnSpc>
                <a:spcPct val="90000"/>
              </a:lnSpc>
            </a:pPr>
            <a:r>
              <a:rPr lang="pt-BR" altLang="pt-BR" sz="2600" dirty="0"/>
              <a:t>Mostra como “ensaiar” e “filmar” este script.</a:t>
            </a:r>
          </a:p>
          <a:p>
            <a:pPr>
              <a:lnSpc>
                <a:spcPct val="90000"/>
              </a:lnSpc>
            </a:pPr>
            <a:endParaRPr lang="pt-BR" altLang="pt-BR" sz="1400" dirty="0"/>
          </a:p>
          <a:p>
            <a:pPr>
              <a:lnSpc>
                <a:spcPct val="90000"/>
              </a:lnSpc>
              <a:buFontTx/>
              <a:buNone/>
            </a:pPr>
            <a:r>
              <a:rPr lang="pt-BR" altLang="pt-BR" sz="2200" dirty="0"/>
              <a:t>	“quando diretores e animadores planejam um filme (...) fazem um roteiro de cada um dos principais quadros a serem filmados, ou seja, constroem modelo de cada cena com detalhes suficientes para comunicar sua intenção para todos os participantes da equipe de produção. A criação desse modelo é a principal atividade da equipe de produção, pois ajuda a equipe a visualizar, especificar, construir e documentar um modelo do filme, à medida que este evolui da concepção para a construção (filmagem) até a entrega (montagem, finalização e distribuição)”. (3 amigos em UML Guia do usuário)</a:t>
            </a:r>
          </a:p>
        </p:txBody>
      </p:sp>
    </p:spTree>
    <p:extLst>
      <p:ext uri="{BB962C8B-B14F-4D97-AF65-F5344CB8AC3E}">
        <p14:creationId xmlns:p14="http://schemas.microsoft.com/office/powerpoint/2010/main" val="3248840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a:extLst>
              <a:ext uri="{FF2B5EF4-FFF2-40B4-BE49-F238E27FC236}">
                <a16:creationId xmlns:a16="http://schemas.microsoft.com/office/drawing/2014/main" id="{2F58B5CD-E644-4206-A348-F81B01D76DE2}"/>
              </a:ext>
            </a:extLst>
          </p:cNvPr>
          <p:cNvSpPr>
            <a:spLocks noGrp="1" noChangeArrowheads="1"/>
          </p:cNvSpPr>
          <p:nvPr>
            <p:ph type="body" idx="1"/>
          </p:nvPr>
        </p:nvSpPr>
        <p:spPr>
          <a:xfrm>
            <a:off x="250825" y="765175"/>
            <a:ext cx="8642350" cy="5545138"/>
          </a:xfrm>
        </p:spPr>
        <p:txBody>
          <a:bodyPr/>
          <a:lstStyle/>
          <a:p>
            <a:r>
              <a:rPr lang="pt-BR" altLang="pt-BR" dirty="0"/>
              <a:t>Mostram a “Percepção” de um comportamento do sistema, ou seja quais os blocos/objetos e seus relacionamentos que estão envolvidos para que os resultados sejam produzidos pelo sistema para o ator e, incluindo quais as mensagens são trocadas pelas instâncias deste bloco/objetos</a:t>
            </a:r>
          </a:p>
          <a:p>
            <a:endParaRPr lang="pt-BR" altLang="pt-BR" dirty="0"/>
          </a:p>
          <a:p>
            <a:r>
              <a:rPr lang="pt-BR" altLang="pt-BR" dirty="0"/>
              <a:t>Evidenciam como uma “sociedade de blocos/objetos” colabora para produzir um resultado esperado</a:t>
            </a:r>
          </a:p>
          <a:p>
            <a:endParaRPr lang="pt-BR" altLang="pt-BR" dirty="0"/>
          </a:p>
          <a:p>
            <a:r>
              <a:rPr lang="pt-BR" altLang="pt-BR" dirty="0"/>
              <a:t>Diagramas de Sequencia mostram cenários de um comportamento.</a:t>
            </a:r>
          </a:p>
        </p:txBody>
      </p:sp>
      <p:sp>
        <p:nvSpPr>
          <p:cNvPr id="5" name="Rectangle 2">
            <a:extLst>
              <a:ext uri="{FF2B5EF4-FFF2-40B4-BE49-F238E27FC236}">
                <a16:creationId xmlns:a16="http://schemas.microsoft.com/office/drawing/2014/main" id="{31418267-8356-4332-B1C3-C3DDF5499110}"/>
              </a:ext>
            </a:extLst>
          </p:cNvPr>
          <p:cNvSpPr>
            <a:spLocks noGrp="1" noChangeArrowheads="1"/>
          </p:cNvSpPr>
          <p:nvPr>
            <p:ph type="title"/>
          </p:nvPr>
        </p:nvSpPr>
        <p:spPr>
          <a:xfrm>
            <a:off x="1331913" y="188913"/>
            <a:ext cx="6985000" cy="576262"/>
          </a:xfrm>
        </p:spPr>
        <p:txBody>
          <a:bodyPr/>
          <a:lstStyle/>
          <a:p>
            <a:r>
              <a:rPr lang="pt-BR" altLang="pt-BR" sz="2800" dirty="0"/>
              <a:t>Diagrama de Sequência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3">
            <a:extLst>
              <a:ext uri="{FF2B5EF4-FFF2-40B4-BE49-F238E27FC236}">
                <a16:creationId xmlns:a16="http://schemas.microsoft.com/office/drawing/2014/main" id="{341CA59D-F8A8-4F75-BBB0-27C41AF27228}"/>
              </a:ext>
            </a:extLst>
          </p:cNvPr>
          <p:cNvSpPr>
            <a:spLocks noGrp="1" noChangeArrowheads="1"/>
          </p:cNvSpPr>
          <p:nvPr>
            <p:ph type="body" idx="1"/>
          </p:nvPr>
        </p:nvSpPr>
        <p:spPr>
          <a:xfrm>
            <a:off x="383381" y="1166019"/>
            <a:ext cx="8377237" cy="4525962"/>
          </a:xfrm>
        </p:spPr>
        <p:txBody>
          <a:bodyPr/>
          <a:lstStyle/>
          <a:p>
            <a:pPr eaLnBrk="1" hangingPunct="1"/>
            <a:r>
              <a:rPr lang="pt-BR" altLang="pt-BR" dirty="0"/>
              <a:t>Mostram como são as interações (troca de mensagens) entre as muitas instâncias de blocos (tipos) que estão envolvida na resolução de um comportamento, funcionalidade ou cenário do sistema, total ou parcialmente.</a:t>
            </a:r>
          </a:p>
          <a:p>
            <a:pPr eaLnBrk="1" hangingPunct="1"/>
            <a:endParaRPr lang="pt-BR" altLang="pt-BR" dirty="0"/>
          </a:p>
          <a:p>
            <a:pPr eaLnBrk="1" hangingPunct="1"/>
            <a:r>
              <a:rPr lang="pt-BR" altLang="pt-BR" dirty="0"/>
              <a:t>Mostra a dinâmica temporal de como um requisito é realizado por uma sociedade de instâncias de classes (blocos/objetos) que colaboram entre si</a:t>
            </a:r>
          </a:p>
        </p:txBody>
      </p:sp>
      <p:sp>
        <p:nvSpPr>
          <p:cNvPr id="6" name="Rectangle 2">
            <a:extLst>
              <a:ext uri="{FF2B5EF4-FFF2-40B4-BE49-F238E27FC236}">
                <a16:creationId xmlns:a16="http://schemas.microsoft.com/office/drawing/2014/main" id="{22AAF4CA-9AB7-47EC-B2F1-81A99B2A0B1F}"/>
              </a:ext>
            </a:extLst>
          </p:cNvPr>
          <p:cNvSpPr>
            <a:spLocks noGrp="1" noChangeArrowheads="1"/>
          </p:cNvSpPr>
          <p:nvPr>
            <p:ph type="title"/>
          </p:nvPr>
        </p:nvSpPr>
        <p:spPr>
          <a:xfrm>
            <a:off x="1331913" y="188913"/>
            <a:ext cx="6985000" cy="576262"/>
          </a:xfrm>
        </p:spPr>
        <p:txBody>
          <a:bodyPr/>
          <a:lstStyle/>
          <a:p>
            <a:r>
              <a:rPr lang="pt-BR" altLang="pt-BR" sz="2800" dirty="0"/>
              <a:t>Diagrama de Sequencia (DS)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DCD2657F-66BB-43BC-8522-B65FB35A8728}"/>
              </a:ext>
            </a:extLst>
          </p:cNvPr>
          <p:cNvSpPr>
            <a:spLocks noGrp="1" noChangeArrowheads="1"/>
          </p:cNvSpPr>
          <p:nvPr>
            <p:ph type="title"/>
          </p:nvPr>
        </p:nvSpPr>
        <p:spPr/>
        <p:txBody>
          <a:bodyPr/>
          <a:lstStyle/>
          <a:p>
            <a:pPr eaLnBrk="1" hangingPunct="1"/>
            <a:r>
              <a:rPr lang="pt-BR" altLang="pt-BR" sz="2800" dirty="0"/>
              <a:t>Diagrama de Sequencia (DS)</a:t>
            </a:r>
          </a:p>
        </p:txBody>
      </p:sp>
      <p:sp>
        <p:nvSpPr>
          <p:cNvPr id="73731" name="Rectangle 3">
            <a:extLst>
              <a:ext uri="{FF2B5EF4-FFF2-40B4-BE49-F238E27FC236}">
                <a16:creationId xmlns:a16="http://schemas.microsoft.com/office/drawing/2014/main" id="{341CA59D-F8A8-4F75-BBB0-27C41AF27228}"/>
              </a:ext>
            </a:extLst>
          </p:cNvPr>
          <p:cNvSpPr>
            <a:spLocks noGrp="1" noChangeArrowheads="1"/>
          </p:cNvSpPr>
          <p:nvPr>
            <p:ph type="body" idx="1"/>
          </p:nvPr>
        </p:nvSpPr>
        <p:spPr>
          <a:xfrm>
            <a:off x="0" y="908720"/>
            <a:ext cx="8856984" cy="4525962"/>
          </a:xfrm>
        </p:spPr>
        <p:txBody>
          <a:bodyPr/>
          <a:lstStyle/>
          <a:p>
            <a:pPr eaLnBrk="1" hangingPunct="1"/>
            <a:r>
              <a:rPr lang="pt-BR" dirty="0"/>
              <a:t>Modelam a troca de mensagens entre os blocos/objetos (tipos), ou seja, como ocorre a colaboração das partes do sistema para produzir um comportamento do sistema</a:t>
            </a:r>
          </a:p>
          <a:p>
            <a:pPr eaLnBrk="1" hangingPunct="1"/>
            <a:r>
              <a:rPr lang="pt-BR" dirty="0"/>
              <a:t>Mensagens podem ser:</a:t>
            </a:r>
          </a:p>
          <a:p>
            <a:pPr lvl="1" eaLnBrk="1" hangingPunct="1"/>
            <a:r>
              <a:rPr lang="pt-BR" dirty="0"/>
              <a:t>Recepções – Geralmente Assíncronas</a:t>
            </a:r>
          </a:p>
          <a:p>
            <a:pPr lvl="1" eaLnBrk="1" hangingPunct="1"/>
            <a:r>
              <a:rPr lang="pt-BR" dirty="0"/>
              <a:t>Operações – Geralmente síncronas</a:t>
            </a:r>
          </a:p>
          <a:p>
            <a:pPr lvl="1" eaLnBrk="1" hangingPunct="1"/>
            <a:r>
              <a:rPr lang="pt-BR" dirty="0"/>
              <a:t>Envio de sinais</a:t>
            </a:r>
          </a:p>
          <a:p>
            <a:pPr eaLnBrk="1" hangingPunct="1"/>
            <a:r>
              <a:rPr lang="pt-BR" dirty="0"/>
              <a:t>O diagrama de Sequência modela a troca de mensagens entre as classes tendo por base uma linha de tempo, ou seja, a ordem em que os eventos ocorrem é capturada nesse diagrama.</a:t>
            </a:r>
            <a:endParaRPr lang="pt-BR" altLang="pt-BR" dirty="0"/>
          </a:p>
        </p:txBody>
      </p:sp>
    </p:spTree>
    <p:extLst>
      <p:ext uri="{BB962C8B-B14F-4D97-AF65-F5344CB8AC3E}">
        <p14:creationId xmlns:p14="http://schemas.microsoft.com/office/powerpoint/2010/main" val="157324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a:extLst>
              <a:ext uri="{FF2B5EF4-FFF2-40B4-BE49-F238E27FC236}">
                <a16:creationId xmlns:a16="http://schemas.microsoft.com/office/drawing/2014/main" id="{DE9FB48F-46F7-4D9F-9E1C-C0C2D763AFB3}"/>
              </a:ext>
            </a:extLst>
          </p:cNvPr>
          <p:cNvSpPr>
            <a:spLocks noGrp="1" noChangeArrowheads="1"/>
          </p:cNvSpPr>
          <p:nvPr>
            <p:ph type="title"/>
          </p:nvPr>
        </p:nvSpPr>
        <p:spPr>
          <a:xfrm>
            <a:off x="1828800" y="259556"/>
            <a:ext cx="6858000" cy="509588"/>
          </a:xfrm>
        </p:spPr>
        <p:txBody>
          <a:bodyPr/>
          <a:lstStyle/>
          <a:p>
            <a:r>
              <a:rPr lang="pt-BR" altLang="pt-BR" sz="2800" dirty="0"/>
              <a:t>Um Diagrama de Sequência (DS) Típico</a:t>
            </a:r>
          </a:p>
        </p:txBody>
      </p:sp>
      <p:pic>
        <p:nvPicPr>
          <p:cNvPr id="245763" name="Picture 3">
            <a:extLst>
              <a:ext uri="{FF2B5EF4-FFF2-40B4-BE49-F238E27FC236}">
                <a16:creationId xmlns:a16="http://schemas.microsoft.com/office/drawing/2014/main" id="{493B51FD-5AB9-4227-AF78-910617D1DC38}"/>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762000" y="1423988"/>
            <a:ext cx="7924800" cy="5229225"/>
          </a:xfrm>
          <a:noFill/>
          <a:ln/>
          <a:extLst>
            <a:ext uri="{91240B29-F687-4F45-9708-019B960494DF}">
              <a14:hiddenLine xmlns:a14="http://schemas.microsoft.com/office/drawing/2010/main" w="9525" cap="flat" cmpd="sng">
                <a:solidFill>
                  <a:schemeClr val="tx1"/>
                </a:solidFill>
                <a:prstDash val="solid"/>
                <a:miter lim="800000"/>
                <a:headEnd/>
                <a:tailEnd/>
              </a14:hiddenLine>
            </a:ext>
          </a:extLst>
        </p:spPr>
      </p:pic>
      <p:sp>
        <p:nvSpPr>
          <p:cNvPr id="245764" name="Text Box 4">
            <a:extLst>
              <a:ext uri="{FF2B5EF4-FFF2-40B4-BE49-F238E27FC236}">
                <a16:creationId xmlns:a16="http://schemas.microsoft.com/office/drawing/2014/main" id="{21219AAF-5571-4157-8F39-E2C8FD0CE9B3}"/>
              </a:ext>
            </a:extLst>
          </p:cNvPr>
          <p:cNvSpPr txBox="1">
            <a:spLocks noChangeArrowheads="1"/>
          </p:cNvSpPr>
          <p:nvPr/>
        </p:nvSpPr>
        <p:spPr bwMode="auto">
          <a:xfrm>
            <a:off x="228600" y="3448050"/>
            <a:ext cx="2209800" cy="3051175"/>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pt-BR" altLang="pt-BR"/>
              <a:t>Eventos ocorridos fora do software via Interface (ex: GUI) ou mensagens enviadas por outros sistemas</a:t>
            </a:r>
          </a:p>
        </p:txBody>
      </p:sp>
      <p:sp>
        <p:nvSpPr>
          <p:cNvPr id="245765" name="Line 5">
            <a:extLst>
              <a:ext uri="{FF2B5EF4-FFF2-40B4-BE49-F238E27FC236}">
                <a16:creationId xmlns:a16="http://schemas.microsoft.com/office/drawing/2014/main" id="{37CC95E8-D245-41A6-A8D7-22C95FBD3682}"/>
              </a:ext>
            </a:extLst>
          </p:cNvPr>
          <p:cNvSpPr>
            <a:spLocks noChangeShapeType="1"/>
          </p:cNvSpPr>
          <p:nvPr/>
        </p:nvSpPr>
        <p:spPr bwMode="auto">
          <a:xfrm flipV="1">
            <a:off x="1981200" y="2870200"/>
            <a:ext cx="304800" cy="609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pt-BR"/>
          </a:p>
        </p:txBody>
      </p:sp>
      <p:sp>
        <p:nvSpPr>
          <p:cNvPr id="245766" name="Text Box 6">
            <a:extLst>
              <a:ext uri="{FF2B5EF4-FFF2-40B4-BE49-F238E27FC236}">
                <a16:creationId xmlns:a16="http://schemas.microsoft.com/office/drawing/2014/main" id="{53AEC6E5-030E-4ED1-8643-9DC6B4CC4707}"/>
              </a:ext>
            </a:extLst>
          </p:cNvPr>
          <p:cNvSpPr txBox="1">
            <a:spLocks noChangeArrowheads="1"/>
          </p:cNvSpPr>
          <p:nvPr/>
        </p:nvSpPr>
        <p:spPr bwMode="auto">
          <a:xfrm>
            <a:off x="2286000" y="1752600"/>
            <a:ext cx="6248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pt-BR" altLang="pt-BR" b="1" dirty="0"/>
              <a:t>Fronteira</a:t>
            </a:r>
            <a:r>
              <a:rPr lang="pt-BR" altLang="pt-BR" dirty="0"/>
              <a:t>       </a:t>
            </a:r>
            <a:r>
              <a:rPr lang="pt-BR" altLang="pt-BR" b="1" dirty="0"/>
              <a:t>Controle</a:t>
            </a:r>
            <a:r>
              <a:rPr lang="pt-BR" altLang="pt-BR" dirty="0"/>
              <a:t>         </a:t>
            </a:r>
            <a:r>
              <a:rPr lang="pt-BR" altLang="pt-BR" b="1" dirty="0"/>
              <a:t>-------Negócio (ou Entidade)----</a:t>
            </a:r>
          </a:p>
        </p:txBody>
      </p:sp>
      <p:sp>
        <p:nvSpPr>
          <p:cNvPr id="245767" name="Text Box 7">
            <a:extLst>
              <a:ext uri="{FF2B5EF4-FFF2-40B4-BE49-F238E27FC236}">
                <a16:creationId xmlns:a16="http://schemas.microsoft.com/office/drawing/2014/main" id="{343250D9-C6E9-4702-B02F-A5808AF30C1D}"/>
              </a:ext>
            </a:extLst>
          </p:cNvPr>
          <p:cNvSpPr txBox="1">
            <a:spLocks noChangeArrowheads="1"/>
          </p:cNvSpPr>
          <p:nvPr/>
        </p:nvSpPr>
        <p:spPr bwMode="auto">
          <a:xfrm>
            <a:off x="5867400" y="2743200"/>
            <a:ext cx="2438400" cy="369332"/>
          </a:xfrm>
          <a:prstGeom prst="rect">
            <a:avLst/>
          </a:prstGeom>
          <a:solidFill>
            <a:srgbClr val="FF00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pt-BR" altLang="pt-BR" dirty="0"/>
              <a:t>Foco de Tempo</a:t>
            </a:r>
          </a:p>
        </p:txBody>
      </p:sp>
      <p:sp>
        <p:nvSpPr>
          <p:cNvPr id="245768" name="Line 8">
            <a:extLst>
              <a:ext uri="{FF2B5EF4-FFF2-40B4-BE49-F238E27FC236}">
                <a16:creationId xmlns:a16="http://schemas.microsoft.com/office/drawing/2014/main" id="{831D0A38-2403-42AD-83C8-69EC613C2050}"/>
              </a:ext>
            </a:extLst>
          </p:cNvPr>
          <p:cNvSpPr>
            <a:spLocks noChangeShapeType="1"/>
          </p:cNvSpPr>
          <p:nvPr/>
        </p:nvSpPr>
        <p:spPr bwMode="auto">
          <a:xfrm flipH="1">
            <a:off x="5410200" y="2971800"/>
            <a:ext cx="457200" cy="457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Número de Slide 2">
            <a:extLst>
              <a:ext uri="{FF2B5EF4-FFF2-40B4-BE49-F238E27FC236}">
                <a16:creationId xmlns:a16="http://schemas.microsoft.com/office/drawing/2014/main" id="{AC114035-5D32-443E-90E7-56F472F603C4}"/>
              </a:ext>
            </a:extLst>
          </p:cNvPr>
          <p:cNvSpPr>
            <a:spLocks noGrp="1"/>
          </p:cNvSpPr>
          <p:nvPr>
            <p:ph type="sldNum" sz="quarter" idx="10"/>
          </p:nvPr>
        </p:nvSpPr>
        <p:spPr/>
        <p:txBody>
          <a:bodyPr/>
          <a:lstStyle/>
          <a:p>
            <a:pPr>
              <a:defRPr/>
            </a:pPr>
            <a:fld id="{BB5755DE-C5E9-49A1-AF64-31300A0106E6}" type="slidenum">
              <a:rPr lang="pt-BR" altLang="pt-BR" smtClean="0"/>
              <a:pPr>
                <a:defRPr/>
              </a:pPr>
              <a:t>8</a:t>
            </a:fld>
            <a:endParaRPr lang="pt-BR" altLang="pt-BR"/>
          </a:p>
          <a:p>
            <a:pPr>
              <a:defRPr/>
            </a:pPr>
            <a:endParaRPr lang="pt-BR" altLang="pt-BR" sz="1600"/>
          </a:p>
        </p:txBody>
      </p:sp>
      <p:sp>
        <p:nvSpPr>
          <p:cNvPr id="4" name="Título 3">
            <a:extLst>
              <a:ext uri="{FF2B5EF4-FFF2-40B4-BE49-F238E27FC236}">
                <a16:creationId xmlns:a16="http://schemas.microsoft.com/office/drawing/2014/main" id="{EC58F699-284F-432E-AAB3-F613ED0C0C13}"/>
              </a:ext>
            </a:extLst>
          </p:cNvPr>
          <p:cNvSpPr>
            <a:spLocks noGrp="1"/>
          </p:cNvSpPr>
          <p:nvPr>
            <p:ph type="title"/>
          </p:nvPr>
        </p:nvSpPr>
        <p:spPr/>
        <p:txBody>
          <a:bodyPr/>
          <a:lstStyle/>
          <a:p>
            <a:r>
              <a:rPr lang="pt-BR" dirty="0"/>
              <a:t>Principais Elementos do Diagrama de Sequencia</a:t>
            </a:r>
          </a:p>
        </p:txBody>
      </p:sp>
      <p:pic>
        <p:nvPicPr>
          <p:cNvPr id="5" name="Imagem 4" descr="Diagrama&#10;&#10;Descrição gerada automaticamente">
            <a:extLst>
              <a:ext uri="{FF2B5EF4-FFF2-40B4-BE49-F238E27FC236}">
                <a16:creationId xmlns:a16="http://schemas.microsoft.com/office/drawing/2014/main" id="{9F65E387-560C-4B4D-945E-F042997F9F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644" y="1019974"/>
            <a:ext cx="9050013" cy="5649113"/>
          </a:xfrm>
          <a:prstGeom prst="rect">
            <a:avLst/>
          </a:prstGeom>
        </p:spPr>
      </p:pic>
    </p:spTree>
    <p:extLst>
      <p:ext uri="{BB962C8B-B14F-4D97-AF65-F5344CB8AC3E}">
        <p14:creationId xmlns:p14="http://schemas.microsoft.com/office/powerpoint/2010/main" val="483202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1026">
            <a:extLst>
              <a:ext uri="{FF2B5EF4-FFF2-40B4-BE49-F238E27FC236}">
                <a16:creationId xmlns:a16="http://schemas.microsoft.com/office/drawing/2014/main" id="{490932FC-986D-4FD1-85D5-2A8287D1DC9B}"/>
              </a:ext>
            </a:extLst>
          </p:cNvPr>
          <p:cNvSpPr>
            <a:spLocks noGrp="1" noChangeArrowheads="1"/>
          </p:cNvSpPr>
          <p:nvPr>
            <p:ph type="title"/>
          </p:nvPr>
        </p:nvSpPr>
        <p:spPr/>
        <p:txBody>
          <a:bodyPr/>
          <a:lstStyle/>
          <a:p>
            <a:r>
              <a:rPr lang="pt-BR" altLang="pt-BR" dirty="0"/>
              <a:t>Diagrama de Sequencia (DS)</a:t>
            </a:r>
          </a:p>
        </p:txBody>
      </p:sp>
      <p:sp>
        <p:nvSpPr>
          <p:cNvPr id="244739" name="Rectangle 1027">
            <a:extLst>
              <a:ext uri="{FF2B5EF4-FFF2-40B4-BE49-F238E27FC236}">
                <a16:creationId xmlns:a16="http://schemas.microsoft.com/office/drawing/2014/main" id="{868AA9C6-0733-4E75-A219-6D785F484172}"/>
              </a:ext>
            </a:extLst>
          </p:cNvPr>
          <p:cNvSpPr>
            <a:spLocks noGrp="1" noChangeArrowheads="1"/>
          </p:cNvSpPr>
          <p:nvPr>
            <p:ph type="body" idx="1"/>
          </p:nvPr>
        </p:nvSpPr>
        <p:spPr/>
        <p:txBody>
          <a:bodyPr/>
          <a:lstStyle/>
          <a:p>
            <a:pPr>
              <a:lnSpc>
                <a:spcPct val="90000"/>
              </a:lnSpc>
            </a:pPr>
            <a:r>
              <a:rPr lang="pt-BR" altLang="pt-BR" b="1" dirty="0"/>
              <a:t>Recomendação Forte: </a:t>
            </a:r>
            <a:r>
              <a:rPr lang="pt-BR" altLang="pt-BR" dirty="0"/>
              <a:t>Modelar pelo menos um Diagrama de Sequencia para os principais </a:t>
            </a:r>
            <a:r>
              <a:rPr lang="pt-BR" altLang="pt-BR" b="1" dirty="0"/>
              <a:t>cenários</a:t>
            </a:r>
            <a:r>
              <a:rPr lang="pt-BR" altLang="pt-BR" dirty="0"/>
              <a:t> de um comportamento do sistema (ao menos ao cenário básico, que equivale ao fluxo principal)</a:t>
            </a:r>
          </a:p>
          <a:p>
            <a:pPr>
              <a:lnSpc>
                <a:spcPct val="90000"/>
              </a:lnSpc>
            </a:pPr>
            <a:endParaRPr lang="pt-BR" altLang="pt-BR" dirty="0"/>
          </a:p>
          <a:p>
            <a:r>
              <a:rPr lang="pt-BR" altLang="pt-BR" b="1" dirty="0"/>
              <a:t>Cenário</a:t>
            </a:r>
            <a:r>
              <a:rPr lang="pt-BR" altLang="pt-BR" dirty="0"/>
              <a:t>: Sequência de ações que ilustram um comportamento </a:t>
            </a:r>
          </a:p>
          <a:p>
            <a:r>
              <a:rPr lang="pt-BR" altLang="pt-BR" dirty="0"/>
              <a:t>As funcionalidade de um sistema contém muitos cenários</a:t>
            </a:r>
          </a:p>
          <a:p>
            <a:r>
              <a:rPr lang="pt-BR" altLang="pt-BR" b="1" dirty="0"/>
              <a:t>Um Cenário só estará completo quando a resposta final (ao ultimo estímulo) estiver produzida e entregue ao ator</a:t>
            </a:r>
          </a:p>
          <a:p>
            <a:pPr>
              <a:lnSpc>
                <a:spcPct val="90000"/>
              </a:lnSpc>
            </a:pPr>
            <a:endParaRPr lang="pt-BR" altLang="pt-BR" dirty="0"/>
          </a:p>
          <a:p>
            <a:pPr>
              <a:lnSpc>
                <a:spcPct val="90000"/>
              </a:lnSpc>
            </a:pPr>
            <a:endParaRPr lang="pt-BR" altLang="pt-B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a:extLst>
              <a:ext uri="{FF2B5EF4-FFF2-40B4-BE49-F238E27FC236}">
                <a16:creationId xmlns:a16="http://schemas.microsoft.com/office/drawing/2014/main" id="{A8156D4F-38D1-4A2A-8ECA-D19B5930054E}"/>
              </a:ext>
            </a:extLst>
          </p:cNvPr>
          <p:cNvSpPr>
            <a:spLocks noGrp="1" noChangeArrowheads="1"/>
          </p:cNvSpPr>
          <p:nvPr>
            <p:ph type="title"/>
          </p:nvPr>
        </p:nvSpPr>
        <p:spPr/>
        <p:txBody>
          <a:bodyPr/>
          <a:lstStyle/>
          <a:p>
            <a:r>
              <a:rPr lang="pt-BR" altLang="pt-BR" dirty="0"/>
              <a:t>Principais Estereótipos de um Bloco no Diagrama de Sequencia</a:t>
            </a:r>
          </a:p>
        </p:txBody>
      </p:sp>
      <p:sp>
        <p:nvSpPr>
          <p:cNvPr id="271363" name="Rectangle 3">
            <a:extLst>
              <a:ext uri="{FF2B5EF4-FFF2-40B4-BE49-F238E27FC236}">
                <a16:creationId xmlns:a16="http://schemas.microsoft.com/office/drawing/2014/main" id="{1C1D4059-E44C-4147-9355-53127924D9B3}"/>
              </a:ext>
            </a:extLst>
          </p:cNvPr>
          <p:cNvSpPr>
            <a:spLocks noGrp="1" noChangeArrowheads="1"/>
          </p:cNvSpPr>
          <p:nvPr>
            <p:ph type="body" idx="1"/>
          </p:nvPr>
        </p:nvSpPr>
        <p:spPr>
          <a:xfrm>
            <a:off x="250825" y="1196752"/>
            <a:ext cx="8642350" cy="5256436"/>
          </a:xfrm>
        </p:spPr>
        <p:txBody>
          <a:bodyPr/>
          <a:lstStyle/>
          <a:p>
            <a:pPr>
              <a:lnSpc>
                <a:spcPct val="80000"/>
              </a:lnSpc>
            </a:pPr>
            <a:r>
              <a:rPr lang="pt-BR" altLang="pt-BR" sz="2600" b="1" dirty="0"/>
              <a:t>Entidade, Negócio ou Domínio (&lt;&lt;</a:t>
            </a:r>
            <a:r>
              <a:rPr lang="pt-BR" altLang="pt-BR" sz="2600" b="1" dirty="0" err="1"/>
              <a:t>entity</a:t>
            </a:r>
            <a:r>
              <a:rPr lang="pt-BR" altLang="pt-BR" sz="2600" b="1" dirty="0"/>
              <a:t>&gt;&gt;):</a:t>
            </a:r>
            <a:r>
              <a:rPr lang="pt-BR" altLang="pt-BR" sz="2600" dirty="0"/>
              <a:t> São blocos que refletem entidades (físicas ou conceituais – lógicas) do sistema sendo modelado, ou seja, pertencentes ao domínio do problema </a:t>
            </a:r>
            <a:r>
              <a:rPr lang="pt-BR" altLang="pt-BR" sz="2600" dirty="0" err="1"/>
              <a:t>Ex</a:t>
            </a:r>
            <a:r>
              <a:rPr lang="pt-BR" altLang="pt-BR" sz="2600" dirty="0"/>
              <a:t>: </a:t>
            </a:r>
            <a:r>
              <a:rPr lang="pt-BR" altLang="pt-BR" sz="2600" b="1" dirty="0"/>
              <a:t>Cancela</a:t>
            </a:r>
            <a:r>
              <a:rPr lang="pt-BR" altLang="pt-BR" sz="2600" dirty="0"/>
              <a:t>, </a:t>
            </a:r>
            <a:r>
              <a:rPr lang="pt-BR" altLang="pt-BR" sz="2600" b="1" dirty="0"/>
              <a:t>Totem</a:t>
            </a:r>
            <a:r>
              <a:rPr lang="pt-BR" altLang="pt-BR" sz="2600" dirty="0"/>
              <a:t>, </a:t>
            </a:r>
            <a:r>
              <a:rPr lang="pt-BR" altLang="pt-BR" sz="2600" b="1" dirty="0"/>
              <a:t>Estadia</a:t>
            </a:r>
            <a:r>
              <a:rPr lang="pt-BR" altLang="pt-BR" sz="2600" dirty="0"/>
              <a:t>, etc...</a:t>
            </a:r>
          </a:p>
          <a:p>
            <a:pPr>
              <a:lnSpc>
                <a:spcPct val="80000"/>
              </a:lnSpc>
            </a:pPr>
            <a:r>
              <a:rPr lang="pt-BR" altLang="pt-BR" sz="2600" b="1" dirty="0"/>
              <a:t>Fronteira (&lt;&lt;</a:t>
            </a:r>
            <a:r>
              <a:rPr lang="pt-BR" altLang="pt-BR" sz="2600" b="1" dirty="0" err="1"/>
              <a:t>boundary</a:t>
            </a:r>
            <a:r>
              <a:rPr lang="pt-BR" altLang="pt-BR" sz="2600" b="1" dirty="0"/>
              <a:t>&gt;&gt;):</a:t>
            </a:r>
            <a:r>
              <a:rPr lang="pt-BR" altLang="pt-BR" sz="2600" dirty="0"/>
              <a:t> São blocos que permitem a comunicação entre o mundo externo e o sistema, ou seja deste com </a:t>
            </a:r>
            <a:r>
              <a:rPr lang="pt-BR" sz="2600" dirty="0"/>
              <a:t>sua vizinhança/ambiente (os atores) </a:t>
            </a:r>
            <a:r>
              <a:rPr lang="pt-BR" sz="2600" dirty="0" err="1"/>
              <a:t>Ex</a:t>
            </a:r>
            <a:r>
              <a:rPr lang="pt-BR" sz="2600" dirty="0"/>
              <a:t>: </a:t>
            </a:r>
            <a:r>
              <a:rPr lang="pt-BR" sz="2600" b="1" dirty="0"/>
              <a:t>Botão</a:t>
            </a:r>
            <a:r>
              <a:rPr lang="pt-BR" sz="2600" dirty="0"/>
              <a:t>, </a:t>
            </a:r>
            <a:r>
              <a:rPr lang="pt-BR" sz="2600" b="1" dirty="0"/>
              <a:t>Sensor</a:t>
            </a:r>
            <a:r>
              <a:rPr lang="pt-BR" sz="2600" dirty="0"/>
              <a:t>, </a:t>
            </a:r>
            <a:r>
              <a:rPr lang="pt-BR" sz="2600" b="1" dirty="0"/>
              <a:t>Painel</a:t>
            </a:r>
            <a:r>
              <a:rPr lang="pt-BR" sz="2600" dirty="0"/>
              <a:t>, </a:t>
            </a:r>
            <a:r>
              <a:rPr lang="pt-BR" sz="2600" b="1" dirty="0"/>
              <a:t>Formulário</a:t>
            </a:r>
            <a:r>
              <a:rPr lang="pt-BR" sz="2600" dirty="0"/>
              <a:t>, </a:t>
            </a:r>
            <a:r>
              <a:rPr lang="pt-BR" sz="2600" b="1" dirty="0"/>
              <a:t>Janela</a:t>
            </a:r>
            <a:r>
              <a:rPr lang="pt-BR" sz="2600" dirty="0"/>
              <a:t>.</a:t>
            </a:r>
            <a:endParaRPr lang="pt-BR" altLang="pt-BR" sz="2600" dirty="0"/>
          </a:p>
          <a:p>
            <a:pPr>
              <a:lnSpc>
                <a:spcPct val="80000"/>
              </a:lnSpc>
            </a:pPr>
            <a:r>
              <a:rPr lang="pt-BR" altLang="pt-BR" sz="2600" b="1" dirty="0"/>
              <a:t>Controle (&lt;&lt;</a:t>
            </a:r>
            <a:r>
              <a:rPr lang="pt-BR" altLang="pt-BR" sz="2600" b="1" dirty="0" err="1"/>
              <a:t>control</a:t>
            </a:r>
            <a:r>
              <a:rPr lang="pt-BR" altLang="pt-BR" sz="2600" b="1" dirty="0"/>
              <a:t>&gt;&gt;):</a:t>
            </a:r>
            <a:r>
              <a:rPr lang="pt-BR" altLang="pt-BR" sz="2600" dirty="0"/>
              <a:t> São blocos que </a:t>
            </a:r>
            <a:r>
              <a:rPr lang="pt-BR" sz="2600" dirty="0"/>
              <a:t>exercem controle sobre outros, como a instanciação, o controle do sequenciamento e concorrência de envio de mensagens às instâncias de outros blocos. Encapsulam a logica de coordenação e orquestração de todas as partes que participam de um comportamento. </a:t>
            </a:r>
            <a:r>
              <a:rPr lang="pt-BR" sz="2600" dirty="0" err="1"/>
              <a:t>Ex</a:t>
            </a:r>
            <a:r>
              <a:rPr lang="pt-BR" sz="2600" dirty="0"/>
              <a:t>; </a:t>
            </a:r>
            <a:r>
              <a:rPr lang="pt-BR" sz="2600" b="1" dirty="0"/>
              <a:t>Controlador</a:t>
            </a:r>
            <a:r>
              <a:rPr lang="pt-BR" sz="2600" dirty="0"/>
              <a:t>, </a:t>
            </a:r>
            <a:r>
              <a:rPr lang="pt-BR" sz="2600" b="1" dirty="0" err="1"/>
              <a:t>PlacaDeControle</a:t>
            </a:r>
            <a:r>
              <a:rPr lang="pt-BR" sz="2600" dirty="0"/>
              <a:t>, </a:t>
            </a:r>
            <a:r>
              <a:rPr lang="pt-BR" sz="2600" b="1" dirty="0" err="1"/>
              <a:t>SoftwareDeControle</a:t>
            </a:r>
            <a:r>
              <a:rPr lang="pt-BR" sz="2600" dirty="0"/>
              <a:t>, </a:t>
            </a:r>
            <a:r>
              <a:rPr lang="pt-BR" sz="2600" b="1" dirty="0" err="1"/>
              <a:t>ControladorDeTransação</a:t>
            </a:r>
            <a:endParaRPr lang="pt-BR" sz="2600" b="1" dirty="0"/>
          </a:p>
          <a:p>
            <a:pPr>
              <a:lnSpc>
                <a:spcPct val="80000"/>
              </a:lnSpc>
            </a:pPr>
            <a:endParaRPr lang="pt-BR" altLang="pt-BR" sz="2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ítulo 1">
            <a:extLst>
              <a:ext uri="{FF2B5EF4-FFF2-40B4-BE49-F238E27FC236}">
                <a16:creationId xmlns:a16="http://schemas.microsoft.com/office/drawing/2014/main" id="{F55A3B60-9095-4F24-85E8-60D0CAB03F2F}"/>
              </a:ext>
            </a:extLst>
          </p:cNvPr>
          <p:cNvSpPr>
            <a:spLocks noGrp="1"/>
          </p:cNvSpPr>
          <p:nvPr>
            <p:ph type="title"/>
          </p:nvPr>
        </p:nvSpPr>
        <p:spPr/>
        <p:txBody>
          <a:bodyPr/>
          <a:lstStyle/>
          <a:p>
            <a:r>
              <a:rPr lang="pt-BR" altLang="pt-BR"/>
              <a:t>Diagrama de Sequencia (DS)</a:t>
            </a:r>
          </a:p>
        </p:txBody>
      </p:sp>
      <p:sp>
        <p:nvSpPr>
          <p:cNvPr id="79875" name="Espaço Reservado para Conteúdo 2">
            <a:extLst>
              <a:ext uri="{FF2B5EF4-FFF2-40B4-BE49-F238E27FC236}">
                <a16:creationId xmlns:a16="http://schemas.microsoft.com/office/drawing/2014/main" id="{A5751E77-1D87-44D8-851B-A076DABDB34C}"/>
              </a:ext>
            </a:extLst>
          </p:cNvPr>
          <p:cNvSpPr>
            <a:spLocks noGrp="1"/>
          </p:cNvSpPr>
          <p:nvPr>
            <p:ph idx="1"/>
          </p:nvPr>
        </p:nvSpPr>
        <p:spPr>
          <a:xfrm>
            <a:off x="323850" y="980728"/>
            <a:ext cx="8496300" cy="4525963"/>
          </a:xfrm>
        </p:spPr>
        <p:txBody>
          <a:bodyPr/>
          <a:lstStyle/>
          <a:p>
            <a:r>
              <a:rPr lang="pt-BR" altLang="pt-BR" sz="2800" dirty="0"/>
              <a:t>Representa duas Dimensões no mesmo diagrama</a:t>
            </a:r>
          </a:p>
          <a:p>
            <a:endParaRPr lang="pt-BR" altLang="pt-BR" sz="2800" dirty="0"/>
          </a:p>
          <a:p>
            <a:r>
              <a:rPr lang="pt-BR" altLang="pt-BR" sz="2800" dirty="0"/>
              <a:t>Eixo X (</a:t>
            </a:r>
            <a:r>
              <a:rPr lang="pt-BR" altLang="pt-BR" sz="2800" b="1" dirty="0"/>
              <a:t>Instâncias</a:t>
            </a:r>
            <a:r>
              <a:rPr lang="pt-BR" altLang="pt-BR" sz="2800" dirty="0"/>
              <a:t> de </a:t>
            </a:r>
            <a:r>
              <a:rPr lang="pt-BR" altLang="pt-BR" dirty="0"/>
              <a:t>blocos </a:t>
            </a:r>
            <a:r>
              <a:rPr lang="pt-BR" altLang="pt-BR" sz="2800" dirty="0"/>
              <a:t>participantes)</a:t>
            </a:r>
          </a:p>
          <a:p>
            <a:pPr lvl="1"/>
            <a:r>
              <a:rPr lang="pt-BR" altLang="pt-BR" sz="2400" dirty="0"/>
              <a:t>Aparecem da esquerda para a direita na ordem em que vão entrando na interação.</a:t>
            </a:r>
          </a:p>
          <a:p>
            <a:pPr lvl="1"/>
            <a:r>
              <a:rPr lang="pt-BR" altLang="pt-BR" sz="2400" dirty="0"/>
              <a:t>No linha de topo, aparecem as instâncias que estavam previamente instanciadas antes do início da interação.</a:t>
            </a:r>
          </a:p>
          <a:p>
            <a:pPr lvl="1"/>
            <a:r>
              <a:rPr lang="pt-BR" altLang="pt-BR" sz="2400" dirty="0"/>
              <a:t>No meio do diagrama, aparecem as instâncias que foram criadas no momento da instanciação (construtor)</a:t>
            </a:r>
          </a:p>
          <a:p>
            <a:pPr lvl="1"/>
            <a:endParaRPr lang="pt-BR" altLang="pt-BR" sz="2400" dirty="0"/>
          </a:p>
          <a:p>
            <a:r>
              <a:rPr lang="pt-BR" altLang="pt-BR" sz="2800" dirty="0"/>
              <a:t>Eixo Y (</a:t>
            </a:r>
            <a:r>
              <a:rPr lang="pt-BR" altLang="pt-BR" sz="2800" b="1" dirty="0"/>
              <a:t>troca de mensagens</a:t>
            </a:r>
            <a:r>
              <a:rPr lang="pt-BR" altLang="pt-BR" sz="2800" dirty="0"/>
              <a:t>, no tempo)</a:t>
            </a:r>
          </a:p>
          <a:p>
            <a:pPr lvl="1"/>
            <a:r>
              <a:rPr lang="pt-BR" altLang="pt-BR" sz="2400" dirty="0"/>
              <a:t>à medida que as instâncias vão trocado mensagens, o tempo desloca-se neste eixo, de cima para baixo.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Rectangle 2">
            <a:extLst>
              <a:ext uri="{FF2B5EF4-FFF2-40B4-BE49-F238E27FC236}">
                <a16:creationId xmlns:a16="http://schemas.microsoft.com/office/drawing/2014/main" id="{AF3B830F-10D1-431B-AD22-9553BF784D71}"/>
              </a:ext>
            </a:extLst>
          </p:cNvPr>
          <p:cNvSpPr>
            <a:spLocks noGrp="1" noChangeArrowheads="1"/>
          </p:cNvSpPr>
          <p:nvPr>
            <p:ph type="title"/>
          </p:nvPr>
        </p:nvSpPr>
        <p:spPr/>
        <p:txBody>
          <a:bodyPr/>
          <a:lstStyle/>
          <a:p>
            <a:pPr eaLnBrk="1" hangingPunct="1"/>
            <a:r>
              <a:rPr lang="pt-BR" altLang="pt-BR"/>
              <a:t>Diagrama de Sequencia (DS)</a:t>
            </a:r>
          </a:p>
        </p:txBody>
      </p:sp>
      <p:sp>
        <p:nvSpPr>
          <p:cNvPr id="75781" name="Rectangle 3">
            <a:extLst>
              <a:ext uri="{FF2B5EF4-FFF2-40B4-BE49-F238E27FC236}">
                <a16:creationId xmlns:a16="http://schemas.microsoft.com/office/drawing/2014/main" id="{AD5E40DC-14E0-44F9-B42A-5B85906F3D5A}"/>
              </a:ext>
            </a:extLst>
          </p:cNvPr>
          <p:cNvSpPr>
            <a:spLocks noGrp="1" noChangeArrowheads="1"/>
          </p:cNvSpPr>
          <p:nvPr>
            <p:ph type="body" idx="1"/>
          </p:nvPr>
        </p:nvSpPr>
        <p:spPr>
          <a:xfrm>
            <a:off x="436563" y="820382"/>
            <a:ext cx="7513637" cy="4525962"/>
          </a:xfrm>
        </p:spPr>
        <p:txBody>
          <a:bodyPr/>
          <a:lstStyle/>
          <a:p>
            <a:pPr eaLnBrk="1" hangingPunct="1"/>
            <a:r>
              <a:rPr lang="pt-BR" altLang="pt-BR" dirty="0"/>
              <a:t>Principais Elementos do DS:</a:t>
            </a:r>
          </a:p>
          <a:p>
            <a:pPr eaLnBrk="1" hangingPunct="1"/>
            <a:endParaRPr lang="pt-BR" altLang="pt-BR" dirty="0"/>
          </a:p>
          <a:p>
            <a:pPr lvl="1" eaLnBrk="1" hangingPunct="1"/>
            <a:r>
              <a:rPr lang="pt-BR" altLang="pt-BR" b="1" dirty="0"/>
              <a:t>Instâncias</a:t>
            </a:r>
          </a:p>
          <a:p>
            <a:pPr lvl="2" eaLnBrk="1" hangingPunct="1"/>
            <a:r>
              <a:rPr lang="pt-BR" altLang="pt-BR" dirty="0"/>
              <a:t>Atores</a:t>
            </a:r>
          </a:p>
          <a:p>
            <a:pPr lvl="2" eaLnBrk="1" hangingPunct="1"/>
            <a:r>
              <a:rPr lang="pt-BR" altLang="pt-BR" dirty="0"/>
              <a:t>Fronteiriças (&lt;&lt;</a:t>
            </a:r>
            <a:r>
              <a:rPr lang="pt-BR" altLang="pt-BR" dirty="0" err="1"/>
              <a:t>boundary</a:t>
            </a:r>
            <a:r>
              <a:rPr lang="pt-BR" altLang="pt-BR" dirty="0"/>
              <a:t>&gt;&gt;) ou </a:t>
            </a:r>
          </a:p>
          <a:p>
            <a:pPr lvl="2" eaLnBrk="1" hangingPunct="1"/>
            <a:r>
              <a:rPr lang="pt-BR" altLang="pt-BR" dirty="0"/>
              <a:t>De Controle (&lt;&lt;</a:t>
            </a:r>
            <a:r>
              <a:rPr lang="pt-BR" altLang="pt-BR" dirty="0" err="1"/>
              <a:t>control</a:t>
            </a:r>
            <a:r>
              <a:rPr lang="pt-BR" altLang="pt-BR" dirty="0"/>
              <a:t>&gt;&gt;) ou </a:t>
            </a:r>
          </a:p>
          <a:p>
            <a:pPr lvl="2" eaLnBrk="1" hangingPunct="1"/>
            <a:r>
              <a:rPr lang="pt-BR" altLang="pt-BR" dirty="0"/>
              <a:t>Entidades (&lt;&lt;</a:t>
            </a:r>
            <a:r>
              <a:rPr lang="pt-BR" altLang="pt-BR" dirty="0" err="1"/>
              <a:t>entity</a:t>
            </a:r>
            <a:r>
              <a:rPr lang="pt-BR" altLang="pt-BR" dirty="0"/>
              <a:t>&gt;&gt;)</a:t>
            </a:r>
          </a:p>
        </p:txBody>
      </p:sp>
      <p:pic>
        <p:nvPicPr>
          <p:cNvPr id="75782" name="Imagem 4">
            <a:extLst>
              <a:ext uri="{FF2B5EF4-FFF2-40B4-BE49-F238E27FC236}">
                <a16:creationId xmlns:a16="http://schemas.microsoft.com/office/drawing/2014/main" id="{A3F3945D-81E4-4145-87EB-649A431024B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07531" y="1685107"/>
            <a:ext cx="10858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m 7">
            <a:extLst>
              <a:ext uri="{FF2B5EF4-FFF2-40B4-BE49-F238E27FC236}">
                <a16:creationId xmlns:a16="http://schemas.microsoft.com/office/drawing/2014/main" id="{48BCAA68-16E7-45AC-92B2-BBE9D8CBD62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613525" y="3130984"/>
            <a:ext cx="267335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m 5">
            <a:extLst>
              <a:ext uri="{FF2B5EF4-FFF2-40B4-BE49-F238E27FC236}">
                <a16:creationId xmlns:a16="http://schemas.microsoft.com/office/drawing/2014/main" id="{3696B210-F01C-44D4-A1E2-D9D84705F53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152629" y="2455125"/>
            <a:ext cx="185737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m 6">
            <a:extLst>
              <a:ext uri="{FF2B5EF4-FFF2-40B4-BE49-F238E27FC236}">
                <a16:creationId xmlns:a16="http://schemas.microsoft.com/office/drawing/2014/main" id="{32EF9B3C-A093-4AB3-888F-1CAB0A22DF44}"/>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220072" y="3888034"/>
            <a:ext cx="156210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1784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Imagem 8">
            <a:extLst>
              <a:ext uri="{FF2B5EF4-FFF2-40B4-BE49-F238E27FC236}">
                <a16:creationId xmlns:a16="http://schemas.microsoft.com/office/drawing/2014/main" id="{521611B5-D758-46B2-9E37-DAF746368D6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33629" y="4204113"/>
            <a:ext cx="3754437"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79" name="Imagem 7">
            <a:extLst>
              <a:ext uri="{FF2B5EF4-FFF2-40B4-BE49-F238E27FC236}">
                <a16:creationId xmlns:a16="http://schemas.microsoft.com/office/drawing/2014/main" id="{E3EA85ED-8A70-486A-B9B9-B3E9AE19153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53315" y="2509302"/>
            <a:ext cx="267335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a:extLst>
              <a:ext uri="{FF2B5EF4-FFF2-40B4-BE49-F238E27FC236}">
                <a16:creationId xmlns:a16="http://schemas.microsoft.com/office/drawing/2014/main" id="{AF3B830F-10D1-431B-AD22-9553BF784D71}"/>
              </a:ext>
            </a:extLst>
          </p:cNvPr>
          <p:cNvSpPr>
            <a:spLocks noGrp="1" noChangeArrowheads="1"/>
          </p:cNvSpPr>
          <p:nvPr>
            <p:ph type="title"/>
          </p:nvPr>
        </p:nvSpPr>
        <p:spPr/>
        <p:txBody>
          <a:bodyPr/>
          <a:lstStyle/>
          <a:p>
            <a:pPr eaLnBrk="1" hangingPunct="1"/>
            <a:r>
              <a:rPr lang="pt-BR" altLang="pt-BR"/>
              <a:t>Diagrama de Sequencia (DS)</a:t>
            </a:r>
          </a:p>
        </p:txBody>
      </p:sp>
      <p:sp>
        <p:nvSpPr>
          <p:cNvPr id="75781" name="Rectangle 3">
            <a:extLst>
              <a:ext uri="{FF2B5EF4-FFF2-40B4-BE49-F238E27FC236}">
                <a16:creationId xmlns:a16="http://schemas.microsoft.com/office/drawing/2014/main" id="{AD5E40DC-14E0-44F9-B42A-5B85906F3D5A}"/>
              </a:ext>
            </a:extLst>
          </p:cNvPr>
          <p:cNvSpPr>
            <a:spLocks noGrp="1" noChangeArrowheads="1"/>
          </p:cNvSpPr>
          <p:nvPr>
            <p:ph type="body" idx="1"/>
          </p:nvPr>
        </p:nvSpPr>
        <p:spPr>
          <a:xfrm>
            <a:off x="436563" y="820382"/>
            <a:ext cx="7513637" cy="4525962"/>
          </a:xfrm>
        </p:spPr>
        <p:txBody>
          <a:bodyPr/>
          <a:lstStyle/>
          <a:p>
            <a:pPr eaLnBrk="1" hangingPunct="1"/>
            <a:r>
              <a:rPr lang="pt-BR" altLang="pt-BR" dirty="0"/>
              <a:t>Principais Elementos do DS:</a:t>
            </a:r>
          </a:p>
          <a:p>
            <a:pPr lvl="1" eaLnBrk="1" hangingPunct="1"/>
            <a:r>
              <a:rPr lang="pt-BR" altLang="pt-BR" b="1" dirty="0"/>
              <a:t>Instâncias</a:t>
            </a:r>
          </a:p>
          <a:p>
            <a:pPr lvl="2" eaLnBrk="1" hangingPunct="1"/>
            <a:r>
              <a:rPr lang="pt-BR" altLang="pt-BR" dirty="0"/>
              <a:t>Atores</a:t>
            </a:r>
          </a:p>
          <a:p>
            <a:pPr lvl="2" eaLnBrk="1" hangingPunct="1"/>
            <a:r>
              <a:rPr lang="pt-BR" altLang="pt-BR" dirty="0"/>
              <a:t>De Classes Fronteiriças (&lt;&lt;</a:t>
            </a:r>
            <a:r>
              <a:rPr lang="pt-BR" altLang="pt-BR" dirty="0" err="1"/>
              <a:t>boundary</a:t>
            </a:r>
            <a:r>
              <a:rPr lang="pt-BR" altLang="pt-BR" dirty="0"/>
              <a:t>&gt;&gt;) ou </a:t>
            </a:r>
          </a:p>
          <a:p>
            <a:pPr lvl="2" eaLnBrk="1" hangingPunct="1"/>
            <a:r>
              <a:rPr lang="pt-BR" altLang="pt-BR" dirty="0"/>
              <a:t>De Classes de Controle (&lt;&lt;</a:t>
            </a:r>
            <a:r>
              <a:rPr lang="pt-BR" altLang="pt-BR" dirty="0" err="1"/>
              <a:t>control</a:t>
            </a:r>
            <a:r>
              <a:rPr lang="pt-BR" altLang="pt-BR" dirty="0"/>
              <a:t>&gt;&gt;) ou </a:t>
            </a:r>
          </a:p>
          <a:p>
            <a:pPr lvl="2" eaLnBrk="1" hangingPunct="1"/>
            <a:r>
              <a:rPr lang="pt-BR" altLang="pt-BR" dirty="0"/>
              <a:t>De Classes de Entidade (&lt;&lt;</a:t>
            </a:r>
            <a:r>
              <a:rPr lang="pt-BR" altLang="pt-BR" dirty="0" err="1"/>
              <a:t>entity</a:t>
            </a:r>
            <a:r>
              <a:rPr lang="pt-BR" altLang="pt-BR" dirty="0"/>
              <a:t>&gt;&gt;)  ou</a:t>
            </a:r>
          </a:p>
          <a:p>
            <a:pPr lvl="1" eaLnBrk="1" hangingPunct="1"/>
            <a:r>
              <a:rPr lang="pt-BR" altLang="pt-BR" b="1" dirty="0"/>
              <a:t>Mensagens </a:t>
            </a:r>
          </a:p>
          <a:p>
            <a:pPr lvl="2" eaLnBrk="1" hangingPunct="1"/>
            <a:r>
              <a:rPr lang="pt-BR" altLang="pt-BR" dirty="0"/>
              <a:t>p/instância de outra classe </a:t>
            </a:r>
          </a:p>
          <a:p>
            <a:pPr lvl="2" eaLnBrk="1" hangingPunct="1"/>
            <a:r>
              <a:rPr lang="pt-BR" altLang="pt-BR" dirty="0"/>
              <a:t>ou para si (self </a:t>
            </a:r>
            <a:r>
              <a:rPr lang="pt-BR" altLang="pt-BR" dirty="0" err="1"/>
              <a:t>message</a:t>
            </a:r>
            <a:r>
              <a:rPr lang="pt-BR" altLang="pt-BR" dirty="0"/>
              <a:t>)</a:t>
            </a:r>
          </a:p>
          <a:p>
            <a:pPr lvl="1" eaLnBrk="1" hangingPunct="1"/>
            <a:endParaRPr lang="pt-BR" altLang="pt-BR" i="1" dirty="0"/>
          </a:p>
          <a:p>
            <a:pPr eaLnBrk="1" hangingPunct="1"/>
            <a:endParaRPr lang="pt-BR" altLang="pt-BR" dirty="0"/>
          </a:p>
        </p:txBody>
      </p:sp>
      <p:pic>
        <p:nvPicPr>
          <p:cNvPr id="75782" name="Imagem 4">
            <a:extLst>
              <a:ext uri="{FF2B5EF4-FFF2-40B4-BE49-F238E27FC236}">
                <a16:creationId xmlns:a16="http://schemas.microsoft.com/office/drawing/2014/main" id="{A3F3945D-81E4-4145-87EB-649A431024B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107531" y="1685107"/>
            <a:ext cx="10858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3" name="Imagem 5">
            <a:extLst>
              <a:ext uri="{FF2B5EF4-FFF2-40B4-BE49-F238E27FC236}">
                <a16:creationId xmlns:a16="http://schemas.microsoft.com/office/drawing/2014/main" id="{CD7DF134-5E9C-4F0E-9BB7-A70CC22DE75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86625" y="1685107"/>
            <a:ext cx="185737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4" name="Imagem 6">
            <a:extLst>
              <a:ext uri="{FF2B5EF4-FFF2-40B4-BE49-F238E27FC236}">
                <a16:creationId xmlns:a16="http://schemas.microsoft.com/office/drawing/2014/main" id="{8DB0F4DF-4E96-4BB6-B044-D3EBB8529636}"/>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550150" y="3323431"/>
            <a:ext cx="156210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8817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Imagem 8">
            <a:extLst>
              <a:ext uri="{FF2B5EF4-FFF2-40B4-BE49-F238E27FC236}">
                <a16:creationId xmlns:a16="http://schemas.microsoft.com/office/drawing/2014/main" id="{521611B5-D758-46B2-9E37-DAF746368D6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33629" y="4204113"/>
            <a:ext cx="3754437"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79" name="Imagem 7">
            <a:extLst>
              <a:ext uri="{FF2B5EF4-FFF2-40B4-BE49-F238E27FC236}">
                <a16:creationId xmlns:a16="http://schemas.microsoft.com/office/drawing/2014/main" id="{E3EA85ED-8A70-486A-B9B9-B3E9AE19153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53315" y="2509302"/>
            <a:ext cx="267335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a:extLst>
              <a:ext uri="{FF2B5EF4-FFF2-40B4-BE49-F238E27FC236}">
                <a16:creationId xmlns:a16="http://schemas.microsoft.com/office/drawing/2014/main" id="{AF3B830F-10D1-431B-AD22-9553BF784D71}"/>
              </a:ext>
            </a:extLst>
          </p:cNvPr>
          <p:cNvSpPr>
            <a:spLocks noGrp="1" noChangeArrowheads="1"/>
          </p:cNvSpPr>
          <p:nvPr>
            <p:ph type="title"/>
          </p:nvPr>
        </p:nvSpPr>
        <p:spPr/>
        <p:txBody>
          <a:bodyPr/>
          <a:lstStyle/>
          <a:p>
            <a:pPr eaLnBrk="1" hangingPunct="1"/>
            <a:r>
              <a:rPr lang="pt-BR" altLang="pt-BR"/>
              <a:t>Diagrama de Sequencia (DS)</a:t>
            </a:r>
          </a:p>
        </p:txBody>
      </p:sp>
      <p:sp>
        <p:nvSpPr>
          <p:cNvPr id="75781" name="Rectangle 3">
            <a:extLst>
              <a:ext uri="{FF2B5EF4-FFF2-40B4-BE49-F238E27FC236}">
                <a16:creationId xmlns:a16="http://schemas.microsoft.com/office/drawing/2014/main" id="{AD5E40DC-14E0-44F9-B42A-5B85906F3D5A}"/>
              </a:ext>
            </a:extLst>
          </p:cNvPr>
          <p:cNvSpPr>
            <a:spLocks noGrp="1" noChangeArrowheads="1"/>
          </p:cNvSpPr>
          <p:nvPr>
            <p:ph type="body" idx="1"/>
          </p:nvPr>
        </p:nvSpPr>
        <p:spPr>
          <a:xfrm>
            <a:off x="436563" y="820382"/>
            <a:ext cx="7513637" cy="4525962"/>
          </a:xfrm>
        </p:spPr>
        <p:txBody>
          <a:bodyPr/>
          <a:lstStyle/>
          <a:p>
            <a:pPr eaLnBrk="1" hangingPunct="1"/>
            <a:r>
              <a:rPr lang="pt-BR" altLang="pt-BR" dirty="0"/>
              <a:t>Principais Elementos do DS:</a:t>
            </a:r>
          </a:p>
          <a:p>
            <a:pPr lvl="1" eaLnBrk="1" hangingPunct="1"/>
            <a:r>
              <a:rPr lang="pt-BR" altLang="pt-BR" b="1" dirty="0"/>
              <a:t>Instâncias</a:t>
            </a:r>
          </a:p>
          <a:p>
            <a:pPr lvl="2" eaLnBrk="1" hangingPunct="1"/>
            <a:r>
              <a:rPr lang="pt-BR" altLang="pt-BR" dirty="0"/>
              <a:t>Atores</a:t>
            </a:r>
          </a:p>
          <a:p>
            <a:pPr lvl="2" eaLnBrk="1" hangingPunct="1"/>
            <a:r>
              <a:rPr lang="pt-BR" altLang="pt-BR" dirty="0"/>
              <a:t>De Classes Fronteiriças (&lt;&lt;</a:t>
            </a:r>
            <a:r>
              <a:rPr lang="pt-BR" altLang="pt-BR" dirty="0" err="1"/>
              <a:t>boundary</a:t>
            </a:r>
            <a:r>
              <a:rPr lang="pt-BR" altLang="pt-BR" dirty="0"/>
              <a:t>&gt;&gt;) ou </a:t>
            </a:r>
          </a:p>
          <a:p>
            <a:pPr lvl="2" eaLnBrk="1" hangingPunct="1"/>
            <a:r>
              <a:rPr lang="pt-BR" altLang="pt-BR" dirty="0"/>
              <a:t>De Classes de Controle (&lt;&lt;</a:t>
            </a:r>
            <a:r>
              <a:rPr lang="pt-BR" altLang="pt-BR" dirty="0" err="1"/>
              <a:t>control</a:t>
            </a:r>
            <a:r>
              <a:rPr lang="pt-BR" altLang="pt-BR" dirty="0"/>
              <a:t>&gt;&gt;) ou </a:t>
            </a:r>
          </a:p>
          <a:p>
            <a:pPr lvl="2" eaLnBrk="1" hangingPunct="1"/>
            <a:r>
              <a:rPr lang="pt-BR" altLang="pt-BR" dirty="0"/>
              <a:t>De Classes de Entidade (&lt;&lt;</a:t>
            </a:r>
            <a:r>
              <a:rPr lang="pt-BR" altLang="pt-BR" dirty="0" err="1"/>
              <a:t>entity</a:t>
            </a:r>
            <a:r>
              <a:rPr lang="pt-BR" altLang="pt-BR" dirty="0"/>
              <a:t>&gt;&gt;)  ou</a:t>
            </a:r>
          </a:p>
          <a:p>
            <a:pPr lvl="1" eaLnBrk="1" hangingPunct="1"/>
            <a:r>
              <a:rPr lang="pt-BR" altLang="pt-BR" b="1" dirty="0"/>
              <a:t>Mensagens </a:t>
            </a:r>
          </a:p>
          <a:p>
            <a:pPr lvl="2" eaLnBrk="1" hangingPunct="1"/>
            <a:r>
              <a:rPr lang="pt-BR" altLang="pt-BR" dirty="0"/>
              <a:t>p/instância de outra classe </a:t>
            </a:r>
          </a:p>
          <a:p>
            <a:pPr lvl="2" eaLnBrk="1" hangingPunct="1"/>
            <a:r>
              <a:rPr lang="pt-BR" altLang="pt-BR" dirty="0"/>
              <a:t>ou para si (self </a:t>
            </a:r>
            <a:r>
              <a:rPr lang="pt-BR" altLang="pt-BR" dirty="0" err="1"/>
              <a:t>message</a:t>
            </a:r>
            <a:r>
              <a:rPr lang="pt-BR" altLang="pt-BR" dirty="0"/>
              <a:t>)</a:t>
            </a:r>
          </a:p>
          <a:p>
            <a:pPr lvl="1" eaLnBrk="1" hangingPunct="1"/>
            <a:endParaRPr lang="pt-BR" altLang="pt-BR" i="1" dirty="0"/>
          </a:p>
          <a:p>
            <a:pPr eaLnBrk="1" hangingPunct="1"/>
            <a:endParaRPr lang="pt-BR" altLang="pt-BR" dirty="0"/>
          </a:p>
        </p:txBody>
      </p:sp>
      <p:pic>
        <p:nvPicPr>
          <p:cNvPr id="75782" name="Imagem 4">
            <a:extLst>
              <a:ext uri="{FF2B5EF4-FFF2-40B4-BE49-F238E27FC236}">
                <a16:creationId xmlns:a16="http://schemas.microsoft.com/office/drawing/2014/main" id="{A3F3945D-81E4-4145-87EB-649A431024B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107531" y="1685107"/>
            <a:ext cx="10858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3" name="Imagem 5">
            <a:extLst>
              <a:ext uri="{FF2B5EF4-FFF2-40B4-BE49-F238E27FC236}">
                <a16:creationId xmlns:a16="http://schemas.microsoft.com/office/drawing/2014/main" id="{CD7DF134-5E9C-4F0E-9BB7-A70CC22DE75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86625" y="1685107"/>
            <a:ext cx="185737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4" name="Imagem 6">
            <a:extLst>
              <a:ext uri="{FF2B5EF4-FFF2-40B4-BE49-F238E27FC236}">
                <a16:creationId xmlns:a16="http://schemas.microsoft.com/office/drawing/2014/main" id="{8DB0F4DF-4E96-4BB6-B044-D3EBB8529636}"/>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550150" y="3323431"/>
            <a:ext cx="156210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Elipse 9">
            <a:extLst>
              <a:ext uri="{FF2B5EF4-FFF2-40B4-BE49-F238E27FC236}">
                <a16:creationId xmlns:a16="http://schemas.microsoft.com/office/drawing/2014/main" id="{0AA85C11-0A3D-4769-97B5-A7EAF4B73675}"/>
              </a:ext>
            </a:extLst>
          </p:cNvPr>
          <p:cNvSpPr/>
          <p:nvPr/>
        </p:nvSpPr>
        <p:spPr>
          <a:xfrm>
            <a:off x="5467349" y="5180425"/>
            <a:ext cx="3240088" cy="357187"/>
          </a:xfrm>
          <a:prstGeom prst="ellipse">
            <a:avLst/>
          </a:prstGeom>
          <a:solidFill>
            <a:schemeClr val="accent1">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3" name="Elipse 12">
            <a:extLst>
              <a:ext uri="{FF2B5EF4-FFF2-40B4-BE49-F238E27FC236}">
                <a16:creationId xmlns:a16="http://schemas.microsoft.com/office/drawing/2014/main" id="{95097E61-1B4E-4AE7-B390-7AA7E572EC0A}"/>
              </a:ext>
            </a:extLst>
          </p:cNvPr>
          <p:cNvSpPr/>
          <p:nvPr/>
        </p:nvSpPr>
        <p:spPr>
          <a:xfrm>
            <a:off x="5113645" y="5477668"/>
            <a:ext cx="2790825" cy="503238"/>
          </a:xfrm>
          <a:prstGeom prst="ellipse">
            <a:avLst/>
          </a:prstGeom>
          <a:solidFill>
            <a:srgbClr val="0070C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4" name="Elipse 13">
            <a:extLst>
              <a:ext uri="{FF2B5EF4-FFF2-40B4-BE49-F238E27FC236}">
                <a16:creationId xmlns:a16="http://schemas.microsoft.com/office/drawing/2014/main" id="{65D904DE-A485-432A-8E7A-4E41A9A5FFF1}"/>
              </a:ext>
            </a:extLst>
          </p:cNvPr>
          <p:cNvSpPr/>
          <p:nvPr/>
        </p:nvSpPr>
        <p:spPr>
          <a:xfrm>
            <a:off x="1383916" y="4131494"/>
            <a:ext cx="3868738" cy="403225"/>
          </a:xfrm>
          <a:prstGeom prst="ellipse">
            <a:avLst/>
          </a:prstGeom>
          <a:solidFill>
            <a:schemeClr val="accent1">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7" name="Elipse 16">
            <a:extLst>
              <a:ext uri="{FF2B5EF4-FFF2-40B4-BE49-F238E27FC236}">
                <a16:creationId xmlns:a16="http://schemas.microsoft.com/office/drawing/2014/main" id="{F9D86ED0-B1EF-4044-B479-BE1CB992334A}"/>
              </a:ext>
            </a:extLst>
          </p:cNvPr>
          <p:cNvSpPr/>
          <p:nvPr/>
        </p:nvSpPr>
        <p:spPr>
          <a:xfrm>
            <a:off x="1314451" y="4547394"/>
            <a:ext cx="3859212" cy="504825"/>
          </a:xfrm>
          <a:prstGeom prst="ellipse">
            <a:avLst/>
          </a:prstGeom>
          <a:solidFill>
            <a:srgbClr val="0070C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Tree>
    <p:extLst>
      <p:ext uri="{BB962C8B-B14F-4D97-AF65-F5344CB8AC3E}">
        <p14:creationId xmlns:p14="http://schemas.microsoft.com/office/powerpoint/2010/main" val="2823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Imagem 8">
            <a:extLst>
              <a:ext uri="{FF2B5EF4-FFF2-40B4-BE49-F238E27FC236}">
                <a16:creationId xmlns:a16="http://schemas.microsoft.com/office/drawing/2014/main" id="{521611B5-D758-46B2-9E37-DAF746368D6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33629" y="4204113"/>
            <a:ext cx="3754437"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79" name="Imagem 7">
            <a:extLst>
              <a:ext uri="{FF2B5EF4-FFF2-40B4-BE49-F238E27FC236}">
                <a16:creationId xmlns:a16="http://schemas.microsoft.com/office/drawing/2014/main" id="{E3EA85ED-8A70-486A-B9B9-B3E9AE19153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53315" y="2509302"/>
            <a:ext cx="267335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a:extLst>
              <a:ext uri="{FF2B5EF4-FFF2-40B4-BE49-F238E27FC236}">
                <a16:creationId xmlns:a16="http://schemas.microsoft.com/office/drawing/2014/main" id="{AF3B830F-10D1-431B-AD22-9553BF784D71}"/>
              </a:ext>
            </a:extLst>
          </p:cNvPr>
          <p:cNvSpPr>
            <a:spLocks noGrp="1" noChangeArrowheads="1"/>
          </p:cNvSpPr>
          <p:nvPr>
            <p:ph type="title"/>
          </p:nvPr>
        </p:nvSpPr>
        <p:spPr/>
        <p:txBody>
          <a:bodyPr/>
          <a:lstStyle/>
          <a:p>
            <a:pPr eaLnBrk="1" hangingPunct="1"/>
            <a:r>
              <a:rPr lang="pt-BR" altLang="pt-BR"/>
              <a:t>Diagrama de Sequencia (DS)</a:t>
            </a:r>
          </a:p>
        </p:txBody>
      </p:sp>
      <p:sp>
        <p:nvSpPr>
          <p:cNvPr id="75781" name="Rectangle 3">
            <a:extLst>
              <a:ext uri="{FF2B5EF4-FFF2-40B4-BE49-F238E27FC236}">
                <a16:creationId xmlns:a16="http://schemas.microsoft.com/office/drawing/2014/main" id="{AD5E40DC-14E0-44F9-B42A-5B85906F3D5A}"/>
              </a:ext>
            </a:extLst>
          </p:cNvPr>
          <p:cNvSpPr>
            <a:spLocks noGrp="1" noChangeArrowheads="1"/>
          </p:cNvSpPr>
          <p:nvPr>
            <p:ph type="body" idx="1"/>
          </p:nvPr>
        </p:nvSpPr>
        <p:spPr>
          <a:xfrm>
            <a:off x="436563" y="820382"/>
            <a:ext cx="7513637" cy="4525962"/>
          </a:xfrm>
        </p:spPr>
        <p:txBody>
          <a:bodyPr/>
          <a:lstStyle/>
          <a:p>
            <a:pPr eaLnBrk="1" hangingPunct="1"/>
            <a:r>
              <a:rPr lang="pt-BR" altLang="pt-BR" dirty="0"/>
              <a:t>Principais Elementos do DS:</a:t>
            </a:r>
          </a:p>
          <a:p>
            <a:pPr lvl="1" eaLnBrk="1" hangingPunct="1"/>
            <a:r>
              <a:rPr lang="pt-BR" altLang="pt-BR" b="1" dirty="0"/>
              <a:t>Instâncias</a:t>
            </a:r>
          </a:p>
          <a:p>
            <a:pPr lvl="2" eaLnBrk="1" hangingPunct="1"/>
            <a:r>
              <a:rPr lang="pt-BR" altLang="pt-BR" dirty="0"/>
              <a:t>Atores</a:t>
            </a:r>
          </a:p>
          <a:p>
            <a:pPr lvl="2" eaLnBrk="1" hangingPunct="1"/>
            <a:r>
              <a:rPr lang="pt-BR" altLang="pt-BR" dirty="0"/>
              <a:t>De Classes Fronteiriças (&lt;&lt;</a:t>
            </a:r>
            <a:r>
              <a:rPr lang="pt-BR" altLang="pt-BR" dirty="0" err="1"/>
              <a:t>boundary</a:t>
            </a:r>
            <a:r>
              <a:rPr lang="pt-BR" altLang="pt-BR" dirty="0"/>
              <a:t>&gt;&gt;) ou </a:t>
            </a:r>
          </a:p>
          <a:p>
            <a:pPr lvl="2" eaLnBrk="1" hangingPunct="1"/>
            <a:r>
              <a:rPr lang="pt-BR" altLang="pt-BR" dirty="0"/>
              <a:t>De Classes de Controle (&lt;&lt;</a:t>
            </a:r>
            <a:r>
              <a:rPr lang="pt-BR" altLang="pt-BR" dirty="0" err="1"/>
              <a:t>control</a:t>
            </a:r>
            <a:r>
              <a:rPr lang="pt-BR" altLang="pt-BR" dirty="0"/>
              <a:t>&gt;&gt;) ou </a:t>
            </a:r>
          </a:p>
          <a:p>
            <a:pPr lvl="2" eaLnBrk="1" hangingPunct="1"/>
            <a:r>
              <a:rPr lang="pt-BR" altLang="pt-BR" dirty="0"/>
              <a:t>De Classes de Entidade (&lt;&lt;</a:t>
            </a:r>
            <a:r>
              <a:rPr lang="pt-BR" altLang="pt-BR" dirty="0" err="1"/>
              <a:t>entity</a:t>
            </a:r>
            <a:r>
              <a:rPr lang="pt-BR" altLang="pt-BR" dirty="0"/>
              <a:t>&gt;&gt;)  ou</a:t>
            </a:r>
          </a:p>
          <a:p>
            <a:pPr lvl="1" eaLnBrk="1" hangingPunct="1"/>
            <a:r>
              <a:rPr lang="pt-BR" altLang="pt-BR" b="1" dirty="0"/>
              <a:t>Mensagens </a:t>
            </a:r>
          </a:p>
          <a:p>
            <a:pPr lvl="2" eaLnBrk="1" hangingPunct="1"/>
            <a:r>
              <a:rPr lang="pt-BR" altLang="pt-BR" dirty="0"/>
              <a:t>p/instância de outra classe </a:t>
            </a:r>
          </a:p>
          <a:p>
            <a:pPr lvl="2" eaLnBrk="1" hangingPunct="1"/>
            <a:r>
              <a:rPr lang="pt-BR" altLang="pt-BR" dirty="0"/>
              <a:t>ou para si (self </a:t>
            </a:r>
            <a:r>
              <a:rPr lang="pt-BR" altLang="pt-BR" dirty="0" err="1"/>
              <a:t>message</a:t>
            </a:r>
            <a:r>
              <a:rPr lang="pt-BR" altLang="pt-BR" dirty="0"/>
              <a:t>)</a:t>
            </a:r>
          </a:p>
          <a:p>
            <a:pPr lvl="1" eaLnBrk="1" hangingPunct="1"/>
            <a:endParaRPr lang="pt-BR" altLang="pt-BR" i="1" dirty="0"/>
          </a:p>
          <a:p>
            <a:pPr lvl="1" eaLnBrk="1" hangingPunct="1"/>
            <a:r>
              <a:rPr lang="pt-BR" altLang="pt-BR" b="1" i="1" dirty="0" err="1"/>
              <a:t>Timeline</a:t>
            </a:r>
            <a:endParaRPr lang="pt-BR" altLang="pt-BR" b="1" i="1" dirty="0"/>
          </a:p>
          <a:p>
            <a:pPr eaLnBrk="1" hangingPunct="1"/>
            <a:endParaRPr lang="pt-BR" altLang="pt-BR" dirty="0"/>
          </a:p>
        </p:txBody>
      </p:sp>
      <p:pic>
        <p:nvPicPr>
          <p:cNvPr id="75782" name="Imagem 4">
            <a:extLst>
              <a:ext uri="{FF2B5EF4-FFF2-40B4-BE49-F238E27FC236}">
                <a16:creationId xmlns:a16="http://schemas.microsoft.com/office/drawing/2014/main" id="{A3F3945D-81E4-4145-87EB-649A431024B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107531" y="1685107"/>
            <a:ext cx="10858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3" name="Imagem 5">
            <a:extLst>
              <a:ext uri="{FF2B5EF4-FFF2-40B4-BE49-F238E27FC236}">
                <a16:creationId xmlns:a16="http://schemas.microsoft.com/office/drawing/2014/main" id="{CD7DF134-5E9C-4F0E-9BB7-A70CC22DE75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86625" y="1685107"/>
            <a:ext cx="185737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4" name="Imagem 6">
            <a:extLst>
              <a:ext uri="{FF2B5EF4-FFF2-40B4-BE49-F238E27FC236}">
                <a16:creationId xmlns:a16="http://schemas.microsoft.com/office/drawing/2014/main" id="{8DB0F4DF-4E96-4BB6-B044-D3EBB8529636}"/>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550150" y="3323431"/>
            <a:ext cx="156210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Elipse 9">
            <a:extLst>
              <a:ext uri="{FF2B5EF4-FFF2-40B4-BE49-F238E27FC236}">
                <a16:creationId xmlns:a16="http://schemas.microsoft.com/office/drawing/2014/main" id="{0AA85C11-0A3D-4769-97B5-A7EAF4B73675}"/>
              </a:ext>
            </a:extLst>
          </p:cNvPr>
          <p:cNvSpPr/>
          <p:nvPr/>
        </p:nvSpPr>
        <p:spPr>
          <a:xfrm>
            <a:off x="5467349" y="5180425"/>
            <a:ext cx="3240088" cy="357187"/>
          </a:xfrm>
          <a:prstGeom prst="ellipse">
            <a:avLst/>
          </a:prstGeom>
          <a:solidFill>
            <a:schemeClr val="accent1">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3" name="Elipse 12">
            <a:extLst>
              <a:ext uri="{FF2B5EF4-FFF2-40B4-BE49-F238E27FC236}">
                <a16:creationId xmlns:a16="http://schemas.microsoft.com/office/drawing/2014/main" id="{95097E61-1B4E-4AE7-B390-7AA7E572EC0A}"/>
              </a:ext>
            </a:extLst>
          </p:cNvPr>
          <p:cNvSpPr/>
          <p:nvPr/>
        </p:nvSpPr>
        <p:spPr>
          <a:xfrm>
            <a:off x="5113645" y="5477668"/>
            <a:ext cx="2790825" cy="503238"/>
          </a:xfrm>
          <a:prstGeom prst="ellipse">
            <a:avLst/>
          </a:prstGeom>
          <a:solidFill>
            <a:srgbClr val="0070C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4" name="Elipse 13">
            <a:extLst>
              <a:ext uri="{FF2B5EF4-FFF2-40B4-BE49-F238E27FC236}">
                <a16:creationId xmlns:a16="http://schemas.microsoft.com/office/drawing/2014/main" id="{65D904DE-A485-432A-8E7A-4E41A9A5FFF1}"/>
              </a:ext>
            </a:extLst>
          </p:cNvPr>
          <p:cNvSpPr/>
          <p:nvPr/>
        </p:nvSpPr>
        <p:spPr>
          <a:xfrm>
            <a:off x="1383916" y="4131494"/>
            <a:ext cx="3868738" cy="403225"/>
          </a:xfrm>
          <a:prstGeom prst="ellipse">
            <a:avLst/>
          </a:prstGeom>
          <a:solidFill>
            <a:schemeClr val="accent1">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5" name="Elipse 14">
            <a:extLst>
              <a:ext uri="{FF2B5EF4-FFF2-40B4-BE49-F238E27FC236}">
                <a16:creationId xmlns:a16="http://schemas.microsoft.com/office/drawing/2014/main" id="{E60CC129-D776-4E75-84AC-64B736C4044C}"/>
              </a:ext>
            </a:extLst>
          </p:cNvPr>
          <p:cNvSpPr/>
          <p:nvPr/>
        </p:nvSpPr>
        <p:spPr>
          <a:xfrm>
            <a:off x="996951" y="5532793"/>
            <a:ext cx="2135188" cy="504825"/>
          </a:xfrm>
          <a:prstGeom prst="ellipse">
            <a:avLst/>
          </a:prstGeom>
          <a:solidFill>
            <a:srgbClr val="92D05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7" name="Elipse 16">
            <a:extLst>
              <a:ext uri="{FF2B5EF4-FFF2-40B4-BE49-F238E27FC236}">
                <a16:creationId xmlns:a16="http://schemas.microsoft.com/office/drawing/2014/main" id="{F9D86ED0-B1EF-4044-B479-BE1CB992334A}"/>
              </a:ext>
            </a:extLst>
          </p:cNvPr>
          <p:cNvSpPr/>
          <p:nvPr/>
        </p:nvSpPr>
        <p:spPr>
          <a:xfrm>
            <a:off x="1314451" y="4547394"/>
            <a:ext cx="3859212" cy="504825"/>
          </a:xfrm>
          <a:prstGeom prst="ellipse">
            <a:avLst/>
          </a:prstGeom>
          <a:solidFill>
            <a:srgbClr val="0070C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Tree>
    <p:extLst>
      <p:ext uri="{BB962C8B-B14F-4D97-AF65-F5344CB8AC3E}">
        <p14:creationId xmlns:p14="http://schemas.microsoft.com/office/powerpoint/2010/main" val="431523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Imagem 8">
            <a:extLst>
              <a:ext uri="{FF2B5EF4-FFF2-40B4-BE49-F238E27FC236}">
                <a16:creationId xmlns:a16="http://schemas.microsoft.com/office/drawing/2014/main" id="{521611B5-D758-46B2-9E37-DAF746368D6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33629" y="4204113"/>
            <a:ext cx="3754437"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79" name="Imagem 7">
            <a:extLst>
              <a:ext uri="{FF2B5EF4-FFF2-40B4-BE49-F238E27FC236}">
                <a16:creationId xmlns:a16="http://schemas.microsoft.com/office/drawing/2014/main" id="{E3EA85ED-8A70-486A-B9B9-B3E9AE19153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53315" y="2509302"/>
            <a:ext cx="267335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a:extLst>
              <a:ext uri="{FF2B5EF4-FFF2-40B4-BE49-F238E27FC236}">
                <a16:creationId xmlns:a16="http://schemas.microsoft.com/office/drawing/2014/main" id="{AF3B830F-10D1-431B-AD22-9553BF784D71}"/>
              </a:ext>
            </a:extLst>
          </p:cNvPr>
          <p:cNvSpPr>
            <a:spLocks noGrp="1" noChangeArrowheads="1"/>
          </p:cNvSpPr>
          <p:nvPr>
            <p:ph type="title"/>
          </p:nvPr>
        </p:nvSpPr>
        <p:spPr/>
        <p:txBody>
          <a:bodyPr/>
          <a:lstStyle/>
          <a:p>
            <a:pPr eaLnBrk="1" hangingPunct="1"/>
            <a:r>
              <a:rPr lang="pt-BR" altLang="pt-BR"/>
              <a:t>Diagrama de Sequencia (DS)</a:t>
            </a:r>
          </a:p>
        </p:txBody>
      </p:sp>
      <p:sp>
        <p:nvSpPr>
          <p:cNvPr id="75781" name="Rectangle 3">
            <a:extLst>
              <a:ext uri="{FF2B5EF4-FFF2-40B4-BE49-F238E27FC236}">
                <a16:creationId xmlns:a16="http://schemas.microsoft.com/office/drawing/2014/main" id="{AD5E40DC-14E0-44F9-B42A-5B85906F3D5A}"/>
              </a:ext>
            </a:extLst>
          </p:cNvPr>
          <p:cNvSpPr>
            <a:spLocks noGrp="1" noChangeArrowheads="1"/>
          </p:cNvSpPr>
          <p:nvPr>
            <p:ph type="body" idx="1"/>
          </p:nvPr>
        </p:nvSpPr>
        <p:spPr>
          <a:xfrm>
            <a:off x="436563" y="820382"/>
            <a:ext cx="7513637" cy="4525962"/>
          </a:xfrm>
        </p:spPr>
        <p:txBody>
          <a:bodyPr/>
          <a:lstStyle/>
          <a:p>
            <a:pPr eaLnBrk="1" hangingPunct="1"/>
            <a:r>
              <a:rPr lang="pt-BR" altLang="pt-BR" dirty="0"/>
              <a:t>Principais Elementos do DS:</a:t>
            </a:r>
          </a:p>
          <a:p>
            <a:pPr lvl="1" eaLnBrk="1" hangingPunct="1"/>
            <a:r>
              <a:rPr lang="pt-BR" altLang="pt-BR" b="1" dirty="0"/>
              <a:t>Instâncias</a:t>
            </a:r>
          </a:p>
          <a:p>
            <a:pPr lvl="2" eaLnBrk="1" hangingPunct="1"/>
            <a:r>
              <a:rPr lang="pt-BR" altLang="pt-BR" dirty="0"/>
              <a:t>Atores</a:t>
            </a:r>
          </a:p>
          <a:p>
            <a:pPr lvl="2" eaLnBrk="1" hangingPunct="1"/>
            <a:r>
              <a:rPr lang="pt-BR" altLang="pt-BR" dirty="0"/>
              <a:t>De Classes Fronteiriças (&lt;&lt;</a:t>
            </a:r>
            <a:r>
              <a:rPr lang="pt-BR" altLang="pt-BR" dirty="0" err="1"/>
              <a:t>boundary</a:t>
            </a:r>
            <a:r>
              <a:rPr lang="pt-BR" altLang="pt-BR" dirty="0"/>
              <a:t>&gt;&gt;) ou </a:t>
            </a:r>
          </a:p>
          <a:p>
            <a:pPr lvl="2" eaLnBrk="1" hangingPunct="1"/>
            <a:r>
              <a:rPr lang="pt-BR" altLang="pt-BR" dirty="0"/>
              <a:t>De Classes de Controle (&lt;&lt;</a:t>
            </a:r>
            <a:r>
              <a:rPr lang="pt-BR" altLang="pt-BR" dirty="0" err="1"/>
              <a:t>control</a:t>
            </a:r>
            <a:r>
              <a:rPr lang="pt-BR" altLang="pt-BR" dirty="0"/>
              <a:t>&gt;&gt;) ou </a:t>
            </a:r>
          </a:p>
          <a:p>
            <a:pPr lvl="2" eaLnBrk="1" hangingPunct="1"/>
            <a:r>
              <a:rPr lang="pt-BR" altLang="pt-BR" dirty="0"/>
              <a:t>De Classes de Entidade (&lt;&lt;</a:t>
            </a:r>
            <a:r>
              <a:rPr lang="pt-BR" altLang="pt-BR" dirty="0" err="1"/>
              <a:t>entity</a:t>
            </a:r>
            <a:r>
              <a:rPr lang="pt-BR" altLang="pt-BR" dirty="0"/>
              <a:t>&gt;&gt;)  ou</a:t>
            </a:r>
          </a:p>
          <a:p>
            <a:pPr lvl="1" eaLnBrk="1" hangingPunct="1"/>
            <a:r>
              <a:rPr lang="pt-BR" altLang="pt-BR" b="1" dirty="0"/>
              <a:t>Mensagens </a:t>
            </a:r>
          </a:p>
          <a:p>
            <a:pPr lvl="2" eaLnBrk="1" hangingPunct="1"/>
            <a:r>
              <a:rPr lang="pt-BR" altLang="pt-BR" dirty="0"/>
              <a:t>p/instância de outra classe </a:t>
            </a:r>
          </a:p>
          <a:p>
            <a:pPr lvl="2" eaLnBrk="1" hangingPunct="1"/>
            <a:r>
              <a:rPr lang="pt-BR" altLang="pt-BR" dirty="0"/>
              <a:t>ou para si (self </a:t>
            </a:r>
            <a:r>
              <a:rPr lang="pt-BR" altLang="pt-BR" dirty="0" err="1"/>
              <a:t>message</a:t>
            </a:r>
            <a:r>
              <a:rPr lang="pt-BR" altLang="pt-BR" dirty="0"/>
              <a:t>)</a:t>
            </a:r>
          </a:p>
          <a:p>
            <a:pPr lvl="1" eaLnBrk="1" hangingPunct="1"/>
            <a:endParaRPr lang="pt-BR" altLang="pt-BR" i="1" dirty="0"/>
          </a:p>
          <a:p>
            <a:pPr lvl="1" eaLnBrk="1" hangingPunct="1"/>
            <a:r>
              <a:rPr lang="pt-BR" altLang="pt-BR" b="1" i="1" dirty="0" err="1"/>
              <a:t>Timeline</a:t>
            </a:r>
            <a:endParaRPr lang="pt-BR" altLang="pt-BR" b="1" i="1" dirty="0"/>
          </a:p>
          <a:p>
            <a:pPr eaLnBrk="1" hangingPunct="1"/>
            <a:endParaRPr lang="pt-BR" altLang="pt-BR" dirty="0"/>
          </a:p>
        </p:txBody>
      </p:sp>
      <p:pic>
        <p:nvPicPr>
          <p:cNvPr id="75782" name="Imagem 4">
            <a:extLst>
              <a:ext uri="{FF2B5EF4-FFF2-40B4-BE49-F238E27FC236}">
                <a16:creationId xmlns:a16="http://schemas.microsoft.com/office/drawing/2014/main" id="{A3F3945D-81E4-4145-87EB-649A431024B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107531" y="1685107"/>
            <a:ext cx="10858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3" name="Imagem 5">
            <a:extLst>
              <a:ext uri="{FF2B5EF4-FFF2-40B4-BE49-F238E27FC236}">
                <a16:creationId xmlns:a16="http://schemas.microsoft.com/office/drawing/2014/main" id="{CD7DF134-5E9C-4F0E-9BB7-A70CC22DE75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286625" y="1685107"/>
            <a:ext cx="185737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4" name="Imagem 6">
            <a:extLst>
              <a:ext uri="{FF2B5EF4-FFF2-40B4-BE49-F238E27FC236}">
                <a16:creationId xmlns:a16="http://schemas.microsoft.com/office/drawing/2014/main" id="{8DB0F4DF-4E96-4BB6-B044-D3EBB8529636}"/>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550150" y="3323431"/>
            <a:ext cx="156210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Elipse 9">
            <a:extLst>
              <a:ext uri="{FF2B5EF4-FFF2-40B4-BE49-F238E27FC236}">
                <a16:creationId xmlns:a16="http://schemas.microsoft.com/office/drawing/2014/main" id="{0AA85C11-0A3D-4769-97B5-A7EAF4B73675}"/>
              </a:ext>
            </a:extLst>
          </p:cNvPr>
          <p:cNvSpPr/>
          <p:nvPr/>
        </p:nvSpPr>
        <p:spPr>
          <a:xfrm>
            <a:off x="5467349" y="5180425"/>
            <a:ext cx="3240088" cy="357187"/>
          </a:xfrm>
          <a:prstGeom prst="ellipse">
            <a:avLst/>
          </a:prstGeom>
          <a:solidFill>
            <a:schemeClr val="accent1">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3" name="Elipse 12">
            <a:extLst>
              <a:ext uri="{FF2B5EF4-FFF2-40B4-BE49-F238E27FC236}">
                <a16:creationId xmlns:a16="http://schemas.microsoft.com/office/drawing/2014/main" id="{95097E61-1B4E-4AE7-B390-7AA7E572EC0A}"/>
              </a:ext>
            </a:extLst>
          </p:cNvPr>
          <p:cNvSpPr/>
          <p:nvPr/>
        </p:nvSpPr>
        <p:spPr>
          <a:xfrm>
            <a:off x="5113645" y="5477668"/>
            <a:ext cx="2790825" cy="503238"/>
          </a:xfrm>
          <a:prstGeom prst="ellipse">
            <a:avLst/>
          </a:prstGeom>
          <a:solidFill>
            <a:srgbClr val="0070C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4" name="Elipse 13">
            <a:extLst>
              <a:ext uri="{FF2B5EF4-FFF2-40B4-BE49-F238E27FC236}">
                <a16:creationId xmlns:a16="http://schemas.microsoft.com/office/drawing/2014/main" id="{65D904DE-A485-432A-8E7A-4E41A9A5FFF1}"/>
              </a:ext>
            </a:extLst>
          </p:cNvPr>
          <p:cNvSpPr/>
          <p:nvPr/>
        </p:nvSpPr>
        <p:spPr>
          <a:xfrm>
            <a:off x="1383916" y="4131494"/>
            <a:ext cx="3868738" cy="403225"/>
          </a:xfrm>
          <a:prstGeom prst="ellipse">
            <a:avLst/>
          </a:prstGeom>
          <a:solidFill>
            <a:schemeClr val="accent1">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5" name="Elipse 14">
            <a:extLst>
              <a:ext uri="{FF2B5EF4-FFF2-40B4-BE49-F238E27FC236}">
                <a16:creationId xmlns:a16="http://schemas.microsoft.com/office/drawing/2014/main" id="{E60CC129-D776-4E75-84AC-64B736C4044C}"/>
              </a:ext>
            </a:extLst>
          </p:cNvPr>
          <p:cNvSpPr/>
          <p:nvPr/>
        </p:nvSpPr>
        <p:spPr>
          <a:xfrm>
            <a:off x="996951" y="5532793"/>
            <a:ext cx="2135188" cy="504825"/>
          </a:xfrm>
          <a:prstGeom prst="ellipse">
            <a:avLst/>
          </a:prstGeom>
          <a:solidFill>
            <a:srgbClr val="92D05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7" name="Elipse 16">
            <a:extLst>
              <a:ext uri="{FF2B5EF4-FFF2-40B4-BE49-F238E27FC236}">
                <a16:creationId xmlns:a16="http://schemas.microsoft.com/office/drawing/2014/main" id="{F9D86ED0-B1EF-4044-B479-BE1CB992334A}"/>
              </a:ext>
            </a:extLst>
          </p:cNvPr>
          <p:cNvSpPr/>
          <p:nvPr/>
        </p:nvSpPr>
        <p:spPr>
          <a:xfrm>
            <a:off x="1314451" y="4547394"/>
            <a:ext cx="3859212" cy="504825"/>
          </a:xfrm>
          <a:prstGeom prst="ellipse">
            <a:avLst/>
          </a:prstGeom>
          <a:solidFill>
            <a:srgbClr val="0070C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Tree>
    <p:extLst>
      <p:ext uri="{BB962C8B-B14F-4D97-AF65-F5344CB8AC3E}">
        <p14:creationId xmlns:p14="http://schemas.microsoft.com/office/powerpoint/2010/main" val="1317703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10">
            <a:extLst>
              <a:ext uri="{FF2B5EF4-FFF2-40B4-BE49-F238E27FC236}">
                <a16:creationId xmlns:a16="http://schemas.microsoft.com/office/drawing/2014/main" id="{C5E5769F-112B-42C5-8F21-45284610E0B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563" y="3105150"/>
            <a:ext cx="796925" cy="389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78" name="Imagem 8">
            <a:extLst>
              <a:ext uri="{FF2B5EF4-FFF2-40B4-BE49-F238E27FC236}">
                <a16:creationId xmlns:a16="http://schemas.microsoft.com/office/drawing/2014/main" id="{521611B5-D758-46B2-9E37-DAF746368D6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433629" y="4204113"/>
            <a:ext cx="3754437"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79" name="Imagem 7">
            <a:extLst>
              <a:ext uri="{FF2B5EF4-FFF2-40B4-BE49-F238E27FC236}">
                <a16:creationId xmlns:a16="http://schemas.microsoft.com/office/drawing/2014/main" id="{E3EA85ED-8A70-486A-B9B9-B3E9AE19153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853315" y="2509302"/>
            <a:ext cx="267335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a:extLst>
              <a:ext uri="{FF2B5EF4-FFF2-40B4-BE49-F238E27FC236}">
                <a16:creationId xmlns:a16="http://schemas.microsoft.com/office/drawing/2014/main" id="{AF3B830F-10D1-431B-AD22-9553BF784D71}"/>
              </a:ext>
            </a:extLst>
          </p:cNvPr>
          <p:cNvSpPr>
            <a:spLocks noGrp="1" noChangeArrowheads="1"/>
          </p:cNvSpPr>
          <p:nvPr>
            <p:ph type="title"/>
          </p:nvPr>
        </p:nvSpPr>
        <p:spPr/>
        <p:txBody>
          <a:bodyPr/>
          <a:lstStyle/>
          <a:p>
            <a:pPr eaLnBrk="1" hangingPunct="1"/>
            <a:r>
              <a:rPr lang="pt-BR" altLang="pt-BR"/>
              <a:t>Diagrama de Sequencia (DS)</a:t>
            </a:r>
          </a:p>
        </p:txBody>
      </p:sp>
      <p:sp>
        <p:nvSpPr>
          <p:cNvPr id="75781" name="Rectangle 3">
            <a:extLst>
              <a:ext uri="{FF2B5EF4-FFF2-40B4-BE49-F238E27FC236}">
                <a16:creationId xmlns:a16="http://schemas.microsoft.com/office/drawing/2014/main" id="{AD5E40DC-14E0-44F9-B42A-5B85906F3D5A}"/>
              </a:ext>
            </a:extLst>
          </p:cNvPr>
          <p:cNvSpPr>
            <a:spLocks noGrp="1" noChangeArrowheads="1"/>
          </p:cNvSpPr>
          <p:nvPr>
            <p:ph type="body" idx="1"/>
          </p:nvPr>
        </p:nvSpPr>
        <p:spPr>
          <a:xfrm>
            <a:off x="436563" y="820382"/>
            <a:ext cx="7513637" cy="4525962"/>
          </a:xfrm>
        </p:spPr>
        <p:txBody>
          <a:bodyPr/>
          <a:lstStyle/>
          <a:p>
            <a:pPr eaLnBrk="1" hangingPunct="1"/>
            <a:r>
              <a:rPr lang="pt-BR" altLang="pt-BR" dirty="0"/>
              <a:t>Principais Elementos do DS:</a:t>
            </a:r>
          </a:p>
          <a:p>
            <a:pPr lvl="1" eaLnBrk="1" hangingPunct="1"/>
            <a:r>
              <a:rPr lang="pt-BR" altLang="pt-BR" b="1" dirty="0"/>
              <a:t>Instâncias</a:t>
            </a:r>
          </a:p>
          <a:p>
            <a:pPr lvl="2" eaLnBrk="1" hangingPunct="1"/>
            <a:r>
              <a:rPr lang="pt-BR" altLang="pt-BR" dirty="0"/>
              <a:t>Atores</a:t>
            </a:r>
          </a:p>
          <a:p>
            <a:pPr lvl="2" eaLnBrk="1" hangingPunct="1"/>
            <a:r>
              <a:rPr lang="pt-BR" altLang="pt-BR" dirty="0"/>
              <a:t>De Classes Fronteiriças (&lt;&lt;</a:t>
            </a:r>
            <a:r>
              <a:rPr lang="pt-BR" altLang="pt-BR" dirty="0" err="1"/>
              <a:t>boundary</a:t>
            </a:r>
            <a:r>
              <a:rPr lang="pt-BR" altLang="pt-BR" dirty="0"/>
              <a:t>&gt;&gt;) ou </a:t>
            </a:r>
          </a:p>
          <a:p>
            <a:pPr lvl="2" eaLnBrk="1" hangingPunct="1"/>
            <a:r>
              <a:rPr lang="pt-BR" altLang="pt-BR" dirty="0"/>
              <a:t>De Classes de Controle (&lt;&lt;</a:t>
            </a:r>
            <a:r>
              <a:rPr lang="pt-BR" altLang="pt-BR" dirty="0" err="1"/>
              <a:t>control</a:t>
            </a:r>
            <a:r>
              <a:rPr lang="pt-BR" altLang="pt-BR" dirty="0"/>
              <a:t>&gt;&gt;) ou </a:t>
            </a:r>
          </a:p>
          <a:p>
            <a:pPr lvl="2" eaLnBrk="1" hangingPunct="1"/>
            <a:r>
              <a:rPr lang="pt-BR" altLang="pt-BR" dirty="0"/>
              <a:t>De Classes de Entidade (&lt;&lt;</a:t>
            </a:r>
            <a:r>
              <a:rPr lang="pt-BR" altLang="pt-BR" dirty="0" err="1"/>
              <a:t>entity</a:t>
            </a:r>
            <a:r>
              <a:rPr lang="pt-BR" altLang="pt-BR" dirty="0"/>
              <a:t>&gt;&gt;)  ou</a:t>
            </a:r>
          </a:p>
          <a:p>
            <a:pPr lvl="1" eaLnBrk="1" hangingPunct="1"/>
            <a:r>
              <a:rPr lang="pt-BR" altLang="pt-BR" b="1" dirty="0"/>
              <a:t>Mensagens </a:t>
            </a:r>
          </a:p>
          <a:p>
            <a:pPr lvl="2" eaLnBrk="1" hangingPunct="1"/>
            <a:r>
              <a:rPr lang="pt-BR" altLang="pt-BR" dirty="0"/>
              <a:t>p/instância de outra classe </a:t>
            </a:r>
          </a:p>
          <a:p>
            <a:pPr lvl="2" eaLnBrk="1" hangingPunct="1"/>
            <a:r>
              <a:rPr lang="pt-BR" altLang="pt-BR" dirty="0"/>
              <a:t>ou para si (self </a:t>
            </a:r>
            <a:r>
              <a:rPr lang="pt-BR" altLang="pt-BR" dirty="0" err="1"/>
              <a:t>message</a:t>
            </a:r>
            <a:r>
              <a:rPr lang="pt-BR" altLang="pt-BR" dirty="0"/>
              <a:t>)</a:t>
            </a:r>
          </a:p>
          <a:p>
            <a:pPr lvl="1" eaLnBrk="1" hangingPunct="1"/>
            <a:endParaRPr lang="pt-BR" altLang="pt-BR" i="1" dirty="0"/>
          </a:p>
          <a:p>
            <a:pPr lvl="1" eaLnBrk="1" hangingPunct="1"/>
            <a:r>
              <a:rPr lang="pt-BR" altLang="pt-BR" b="1" i="1" dirty="0" err="1"/>
              <a:t>Timeline</a:t>
            </a:r>
            <a:endParaRPr lang="pt-BR" altLang="pt-BR" b="1" i="1" dirty="0"/>
          </a:p>
          <a:p>
            <a:pPr eaLnBrk="1" hangingPunct="1"/>
            <a:endParaRPr lang="pt-BR" altLang="pt-BR" dirty="0"/>
          </a:p>
        </p:txBody>
      </p:sp>
      <p:pic>
        <p:nvPicPr>
          <p:cNvPr id="75782" name="Imagem 4">
            <a:extLst>
              <a:ext uri="{FF2B5EF4-FFF2-40B4-BE49-F238E27FC236}">
                <a16:creationId xmlns:a16="http://schemas.microsoft.com/office/drawing/2014/main" id="{A3F3945D-81E4-4145-87EB-649A431024B5}"/>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107531" y="1685107"/>
            <a:ext cx="10858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3" name="Imagem 5">
            <a:extLst>
              <a:ext uri="{FF2B5EF4-FFF2-40B4-BE49-F238E27FC236}">
                <a16:creationId xmlns:a16="http://schemas.microsoft.com/office/drawing/2014/main" id="{CD7DF134-5E9C-4F0E-9BB7-A70CC22DE75D}"/>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286625" y="1685107"/>
            <a:ext cx="185737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4" name="Imagem 6">
            <a:extLst>
              <a:ext uri="{FF2B5EF4-FFF2-40B4-BE49-F238E27FC236}">
                <a16:creationId xmlns:a16="http://schemas.microsoft.com/office/drawing/2014/main" id="{8DB0F4DF-4E96-4BB6-B044-D3EBB8529636}"/>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550150" y="3323431"/>
            <a:ext cx="156210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Elipse 9">
            <a:extLst>
              <a:ext uri="{FF2B5EF4-FFF2-40B4-BE49-F238E27FC236}">
                <a16:creationId xmlns:a16="http://schemas.microsoft.com/office/drawing/2014/main" id="{0AA85C11-0A3D-4769-97B5-A7EAF4B73675}"/>
              </a:ext>
            </a:extLst>
          </p:cNvPr>
          <p:cNvSpPr/>
          <p:nvPr/>
        </p:nvSpPr>
        <p:spPr>
          <a:xfrm>
            <a:off x="5467349" y="5180425"/>
            <a:ext cx="3240088" cy="357187"/>
          </a:xfrm>
          <a:prstGeom prst="ellipse">
            <a:avLst/>
          </a:prstGeom>
          <a:solidFill>
            <a:schemeClr val="accent1">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3" name="Elipse 12">
            <a:extLst>
              <a:ext uri="{FF2B5EF4-FFF2-40B4-BE49-F238E27FC236}">
                <a16:creationId xmlns:a16="http://schemas.microsoft.com/office/drawing/2014/main" id="{95097E61-1B4E-4AE7-B390-7AA7E572EC0A}"/>
              </a:ext>
            </a:extLst>
          </p:cNvPr>
          <p:cNvSpPr/>
          <p:nvPr/>
        </p:nvSpPr>
        <p:spPr>
          <a:xfrm>
            <a:off x="5113645" y="5477668"/>
            <a:ext cx="2790825" cy="503238"/>
          </a:xfrm>
          <a:prstGeom prst="ellipse">
            <a:avLst/>
          </a:prstGeom>
          <a:solidFill>
            <a:srgbClr val="0070C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4" name="Elipse 13">
            <a:extLst>
              <a:ext uri="{FF2B5EF4-FFF2-40B4-BE49-F238E27FC236}">
                <a16:creationId xmlns:a16="http://schemas.microsoft.com/office/drawing/2014/main" id="{65D904DE-A485-432A-8E7A-4E41A9A5FFF1}"/>
              </a:ext>
            </a:extLst>
          </p:cNvPr>
          <p:cNvSpPr/>
          <p:nvPr/>
        </p:nvSpPr>
        <p:spPr>
          <a:xfrm>
            <a:off x="1383916" y="4131494"/>
            <a:ext cx="3868738" cy="403225"/>
          </a:xfrm>
          <a:prstGeom prst="ellipse">
            <a:avLst/>
          </a:prstGeom>
          <a:solidFill>
            <a:schemeClr val="accent1">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5" name="Elipse 14">
            <a:extLst>
              <a:ext uri="{FF2B5EF4-FFF2-40B4-BE49-F238E27FC236}">
                <a16:creationId xmlns:a16="http://schemas.microsoft.com/office/drawing/2014/main" id="{E60CC129-D776-4E75-84AC-64B736C4044C}"/>
              </a:ext>
            </a:extLst>
          </p:cNvPr>
          <p:cNvSpPr/>
          <p:nvPr/>
        </p:nvSpPr>
        <p:spPr>
          <a:xfrm>
            <a:off x="996951" y="5532793"/>
            <a:ext cx="2135188" cy="504825"/>
          </a:xfrm>
          <a:prstGeom prst="ellipse">
            <a:avLst/>
          </a:prstGeom>
          <a:solidFill>
            <a:srgbClr val="92D05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7" name="Elipse 16">
            <a:extLst>
              <a:ext uri="{FF2B5EF4-FFF2-40B4-BE49-F238E27FC236}">
                <a16:creationId xmlns:a16="http://schemas.microsoft.com/office/drawing/2014/main" id="{F9D86ED0-B1EF-4044-B479-BE1CB992334A}"/>
              </a:ext>
            </a:extLst>
          </p:cNvPr>
          <p:cNvSpPr/>
          <p:nvPr/>
        </p:nvSpPr>
        <p:spPr>
          <a:xfrm>
            <a:off x="1314451" y="4547394"/>
            <a:ext cx="3859212" cy="504825"/>
          </a:xfrm>
          <a:prstGeom prst="ellipse">
            <a:avLst/>
          </a:prstGeom>
          <a:solidFill>
            <a:srgbClr val="0070C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2" name="Elipse 1">
            <a:extLst>
              <a:ext uri="{FF2B5EF4-FFF2-40B4-BE49-F238E27FC236}">
                <a16:creationId xmlns:a16="http://schemas.microsoft.com/office/drawing/2014/main" id="{575FD491-53C1-40A6-89E7-1D901E0E0108}"/>
              </a:ext>
            </a:extLst>
          </p:cNvPr>
          <p:cNvSpPr/>
          <p:nvPr/>
        </p:nvSpPr>
        <p:spPr>
          <a:xfrm>
            <a:off x="20638" y="3200400"/>
            <a:ext cx="831850" cy="3798888"/>
          </a:xfrm>
          <a:prstGeom prst="ellipse">
            <a:avLst/>
          </a:prstGeom>
          <a:solidFill>
            <a:srgbClr val="92D05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Tree>
    <p:extLst>
      <p:ext uri="{BB962C8B-B14F-4D97-AF65-F5344CB8AC3E}">
        <p14:creationId xmlns:p14="http://schemas.microsoft.com/office/powerpoint/2010/main" val="38656058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Imagem 3">
            <a:extLst>
              <a:ext uri="{FF2B5EF4-FFF2-40B4-BE49-F238E27FC236}">
                <a16:creationId xmlns:a16="http://schemas.microsoft.com/office/drawing/2014/main" id="{7AEEE847-26FB-4F63-8A72-F69B34D9794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94213" y="2003425"/>
            <a:ext cx="2557571" cy="113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7" name="Título 1">
            <a:extLst>
              <a:ext uri="{FF2B5EF4-FFF2-40B4-BE49-F238E27FC236}">
                <a16:creationId xmlns:a16="http://schemas.microsoft.com/office/drawing/2014/main" id="{6F867E5A-7AE6-46DA-AD37-D2D26D888220}"/>
              </a:ext>
            </a:extLst>
          </p:cNvPr>
          <p:cNvSpPr>
            <a:spLocks noGrp="1"/>
          </p:cNvSpPr>
          <p:nvPr>
            <p:ph type="title"/>
          </p:nvPr>
        </p:nvSpPr>
        <p:spPr>
          <a:xfrm>
            <a:off x="2060880" y="176727"/>
            <a:ext cx="6706518" cy="639291"/>
          </a:xfrm>
        </p:spPr>
        <p:txBody>
          <a:bodyPr/>
          <a:lstStyle/>
          <a:p>
            <a:r>
              <a:rPr lang="pt-BR" altLang="pt-BR" sz="2800" dirty="0"/>
              <a:t>Diagrama de Sequencia (DS)</a:t>
            </a:r>
          </a:p>
        </p:txBody>
      </p:sp>
      <p:sp>
        <p:nvSpPr>
          <p:cNvPr id="3" name="Espaço Reservado para Conteúdo 2">
            <a:extLst>
              <a:ext uri="{FF2B5EF4-FFF2-40B4-BE49-F238E27FC236}">
                <a16:creationId xmlns:a16="http://schemas.microsoft.com/office/drawing/2014/main" id="{A786A2EF-60F6-4422-B9DF-DD8A4766A311}"/>
              </a:ext>
            </a:extLst>
          </p:cNvPr>
          <p:cNvSpPr>
            <a:spLocks noGrp="1"/>
          </p:cNvSpPr>
          <p:nvPr>
            <p:ph idx="1"/>
          </p:nvPr>
        </p:nvSpPr>
        <p:spPr>
          <a:xfrm>
            <a:off x="360977" y="764704"/>
            <a:ext cx="8353425" cy="4525962"/>
          </a:xfrm>
        </p:spPr>
        <p:txBody>
          <a:bodyPr/>
          <a:lstStyle/>
          <a:p>
            <a:pPr marL="0" indent="0">
              <a:buFontTx/>
              <a:buNone/>
              <a:defRPr/>
            </a:pPr>
            <a:r>
              <a:rPr lang="pt-BR" dirty="0"/>
              <a:t>Mais sobre Instâncias</a:t>
            </a:r>
          </a:p>
          <a:p>
            <a:pPr>
              <a:defRPr/>
            </a:pPr>
            <a:r>
              <a:rPr lang="pt-BR" dirty="0"/>
              <a:t>Aparecem no eixo X como instâncias que participam do cenário sendo modelado</a:t>
            </a:r>
            <a:endParaRPr lang="pt-BR" sz="2800" dirty="0"/>
          </a:p>
          <a:p>
            <a:pPr>
              <a:defRPr/>
            </a:pPr>
            <a:r>
              <a:rPr lang="pt-BR" sz="2800" dirty="0"/>
              <a:t>Formato Canônico:</a:t>
            </a:r>
          </a:p>
          <a:p>
            <a:pPr marL="0" indent="0">
              <a:buFontTx/>
              <a:buNone/>
              <a:defRPr/>
            </a:pPr>
            <a:br>
              <a:rPr lang="pt-BR" sz="2800" dirty="0"/>
            </a:br>
            <a:endParaRPr lang="pt-BR" sz="2800" dirty="0"/>
          </a:p>
          <a:p>
            <a:pPr>
              <a:defRPr/>
            </a:pPr>
            <a:r>
              <a:rPr lang="pt-BR" sz="2800" dirty="0"/>
              <a:t>À Esquerda  do </a:t>
            </a:r>
            <a:r>
              <a:rPr lang="pt-BR" sz="2800" b="1" dirty="0"/>
              <a:t>: </a:t>
            </a:r>
            <a:r>
              <a:rPr lang="pt-BR" sz="2800" dirty="0"/>
              <a:t>nome da Instância (Destino)</a:t>
            </a:r>
          </a:p>
          <a:p>
            <a:pPr>
              <a:defRPr/>
            </a:pPr>
            <a:r>
              <a:rPr lang="pt-BR" sz="2800" dirty="0"/>
              <a:t>À Direita do </a:t>
            </a:r>
            <a:r>
              <a:rPr lang="pt-BR" sz="2800" b="1" dirty="0"/>
              <a:t>:</a:t>
            </a:r>
            <a:r>
              <a:rPr lang="pt-BR" sz="2800" dirty="0"/>
              <a:t>  o nome da Classe (Conta)</a:t>
            </a:r>
          </a:p>
          <a:p>
            <a:pPr>
              <a:defRPr/>
            </a:pPr>
            <a:r>
              <a:rPr lang="pt-BR" sz="2800" b="1" dirty="0"/>
              <a:t>Abaixo as instância em formatos Icônicos: </a:t>
            </a:r>
            <a:r>
              <a:rPr lang="pt-BR" sz="2800" dirty="0"/>
              <a:t>Fronteira</a:t>
            </a:r>
            <a:r>
              <a:rPr lang="pt-BR" dirty="0"/>
              <a:t>            </a:t>
            </a:r>
            <a:r>
              <a:rPr lang="pt-BR" sz="2800" dirty="0"/>
              <a:t>Controle                         Entidade</a:t>
            </a:r>
          </a:p>
        </p:txBody>
      </p:sp>
      <p:pic>
        <p:nvPicPr>
          <p:cNvPr id="77829" name="Imagem 4">
            <a:extLst>
              <a:ext uri="{FF2B5EF4-FFF2-40B4-BE49-F238E27FC236}">
                <a16:creationId xmlns:a16="http://schemas.microsoft.com/office/drawing/2014/main" id="{6509A090-A527-4E6A-9A6C-04039712AA6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5746235"/>
            <a:ext cx="2600325"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0" name="Imagem 5">
            <a:extLst>
              <a:ext uri="{FF2B5EF4-FFF2-40B4-BE49-F238E27FC236}">
                <a16:creationId xmlns:a16="http://schemas.microsoft.com/office/drawing/2014/main" id="{1800784E-C8D2-401C-ABBA-13F9AE856D7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864896" y="5683966"/>
            <a:ext cx="3690938"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1" name="Imagem 7">
            <a:extLst>
              <a:ext uri="{FF2B5EF4-FFF2-40B4-BE49-F238E27FC236}">
                <a16:creationId xmlns:a16="http://schemas.microsoft.com/office/drawing/2014/main" id="{4053F591-B94A-458D-B6C9-54F25F860D9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308304" y="5690673"/>
            <a:ext cx="9048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Imagem 20">
            <a:extLst>
              <a:ext uri="{FF2B5EF4-FFF2-40B4-BE49-F238E27FC236}">
                <a16:creationId xmlns:a16="http://schemas.microsoft.com/office/drawing/2014/main" id="{7C588FF1-9091-4755-AC65-530B61A4CF0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19925" y="846138"/>
            <a:ext cx="2584450" cy="590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1" name="Título 1">
            <a:extLst>
              <a:ext uri="{FF2B5EF4-FFF2-40B4-BE49-F238E27FC236}">
                <a16:creationId xmlns:a16="http://schemas.microsoft.com/office/drawing/2014/main" id="{0A05EC4E-B97B-4ECB-BA7A-EABC279C4F62}"/>
              </a:ext>
            </a:extLst>
          </p:cNvPr>
          <p:cNvSpPr>
            <a:spLocks noGrp="1"/>
          </p:cNvSpPr>
          <p:nvPr>
            <p:ph type="title"/>
          </p:nvPr>
        </p:nvSpPr>
        <p:spPr>
          <a:xfrm>
            <a:off x="1462088" y="207964"/>
            <a:ext cx="6851650" cy="450849"/>
          </a:xfrm>
        </p:spPr>
        <p:txBody>
          <a:bodyPr/>
          <a:lstStyle/>
          <a:p>
            <a:r>
              <a:rPr lang="pt-BR" altLang="pt-BR" dirty="0"/>
              <a:t>Diagrama</a:t>
            </a:r>
            <a:r>
              <a:rPr lang="pt-BR" altLang="pt-BR" sz="2800" dirty="0"/>
              <a:t> de Sequencia (DS)</a:t>
            </a:r>
          </a:p>
        </p:txBody>
      </p:sp>
      <p:sp>
        <p:nvSpPr>
          <p:cNvPr id="3" name="Espaço Reservado para Conteúdo 2">
            <a:extLst>
              <a:ext uri="{FF2B5EF4-FFF2-40B4-BE49-F238E27FC236}">
                <a16:creationId xmlns:a16="http://schemas.microsoft.com/office/drawing/2014/main" id="{68CD96A5-91E2-4C65-B7F2-347CC4440795}"/>
              </a:ext>
            </a:extLst>
          </p:cNvPr>
          <p:cNvSpPr>
            <a:spLocks noGrp="1"/>
          </p:cNvSpPr>
          <p:nvPr>
            <p:ph sz="half" idx="1"/>
          </p:nvPr>
        </p:nvSpPr>
        <p:spPr>
          <a:xfrm>
            <a:off x="109538" y="785812"/>
            <a:ext cx="6484577" cy="4525963"/>
          </a:xfrm>
        </p:spPr>
        <p:txBody>
          <a:bodyPr/>
          <a:lstStyle/>
          <a:p>
            <a:pPr marL="0" indent="0">
              <a:buFontTx/>
              <a:buNone/>
              <a:defRPr/>
            </a:pPr>
            <a:r>
              <a:rPr lang="pt-BR" sz="2400" i="1" dirty="0" err="1"/>
              <a:t>Timeline</a:t>
            </a:r>
            <a:r>
              <a:rPr lang="pt-BR" sz="2400" i="1" dirty="0"/>
              <a:t> </a:t>
            </a:r>
            <a:r>
              <a:rPr lang="pt-BR" sz="2400" dirty="0"/>
              <a:t>e Mensagens</a:t>
            </a:r>
          </a:p>
          <a:p>
            <a:pPr>
              <a:defRPr/>
            </a:pPr>
            <a:r>
              <a:rPr lang="pt-BR" sz="2400" dirty="0"/>
              <a:t> (</a:t>
            </a:r>
            <a:r>
              <a:rPr lang="pt-BR" sz="2400" dirty="0" err="1"/>
              <a:t>instância:Tipo</a:t>
            </a:r>
            <a:r>
              <a:rPr lang="pt-BR" sz="2400" dirty="0"/>
              <a:t>) </a:t>
            </a:r>
            <a:r>
              <a:rPr lang="pt-BR" sz="2400" b="1" dirty="0"/>
              <a:t>– já instanciado</a:t>
            </a:r>
          </a:p>
          <a:p>
            <a:pPr>
              <a:defRPr/>
            </a:pPr>
            <a:endParaRPr lang="pt-BR" sz="2400" dirty="0"/>
          </a:p>
          <a:p>
            <a:pPr>
              <a:defRPr/>
            </a:pPr>
            <a:r>
              <a:rPr lang="pt-BR" sz="2400" dirty="0"/>
              <a:t>Sendo instanciado naquele momento</a:t>
            </a:r>
          </a:p>
          <a:p>
            <a:pPr lvl="1">
              <a:defRPr/>
            </a:pPr>
            <a:r>
              <a:rPr lang="pt-BR" sz="2400" dirty="0"/>
              <a:t>Mensagem de Criação da Instância (acionamento de construtor). Seta pontilhada com estereótipo &lt;&lt;</a:t>
            </a:r>
            <a:r>
              <a:rPr lang="pt-BR" sz="2400" dirty="0" err="1"/>
              <a:t>create</a:t>
            </a:r>
            <a:r>
              <a:rPr lang="pt-BR" sz="2400" dirty="0"/>
              <a:t>&gt;&gt;</a:t>
            </a:r>
          </a:p>
          <a:p>
            <a:pPr>
              <a:defRPr/>
            </a:pPr>
            <a:endParaRPr lang="pt-BR" sz="2400" dirty="0"/>
          </a:p>
          <a:p>
            <a:pPr>
              <a:defRPr/>
            </a:pPr>
            <a:r>
              <a:rPr lang="pt-BR" sz="2400" dirty="0"/>
              <a:t>Foco de tempo (tempo da execução)</a:t>
            </a:r>
          </a:p>
          <a:p>
            <a:pPr lvl="1">
              <a:defRPr/>
            </a:pPr>
            <a:r>
              <a:rPr lang="pt-BR" sz="2400" dirty="0"/>
              <a:t>Troca de mensagem comum. A Origem é (</a:t>
            </a:r>
            <a:r>
              <a:rPr lang="pt-BR" sz="2400" dirty="0" err="1"/>
              <a:t>controller</a:t>
            </a:r>
            <a:r>
              <a:rPr lang="pt-BR" sz="2400" dirty="0"/>
              <a:t> : </a:t>
            </a:r>
            <a:r>
              <a:rPr lang="pt-BR" sz="2400" dirty="0" err="1"/>
              <a:t>TransaçõesWebBank</a:t>
            </a:r>
            <a:r>
              <a:rPr lang="pt-BR" sz="2400" dirty="0"/>
              <a:t>) que envia a </a:t>
            </a:r>
            <a:r>
              <a:rPr lang="pt-BR" sz="2400" b="1" dirty="0" err="1"/>
              <a:t>msg</a:t>
            </a:r>
            <a:r>
              <a:rPr lang="pt-BR" sz="2400" dirty="0"/>
              <a:t> à ponta (</a:t>
            </a:r>
            <a:r>
              <a:rPr lang="pt-BR" sz="2400" dirty="0" err="1"/>
              <a:t>origem:Conta</a:t>
            </a:r>
            <a:r>
              <a:rPr lang="pt-BR" sz="2400" dirty="0"/>
              <a:t>), receptor</a:t>
            </a:r>
            <a:r>
              <a:rPr lang="pt-BR" sz="2400" b="1" dirty="0"/>
              <a:t>. </a:t>
            </a:r>
            <a:r>
              <a:rPr lang="pt-BR" sz="2400" dirty="0"/>
              <a:t>o método está definido na instância que recebe a mensagem</a:t>
            </a:r>
          </a:p>
        </p:txBody>
      </p:sp>
      <p:cxnSp>
        <p:nvCxnSpPr>
          <p:cNvPr id="12" name="Conector de seta reta 11">
            <a:extLst>
              <a:ext uri="{FF2B5EF4-FFF2-40B4-BE49-F238E27FC236}">
                <a16:creationId xmlns:a16="http://schemas.microsoft.com/office/drawing/2014/main" id="{4BA65520-E41C-417E-94DC-520A2FD5325E}"/>
              </a:ext>
            </a:extLst>
          </p:cNvPr>
          <p:cNvCxnSpPr>
            <a:cxnSpLocks/>
          </p:cNvCxnSpPr>
          <p:nvPr/>
        </p:nvCxnSpPr>
        <p:spPr>
          <a:xfrm flipV="1">
            <a:off x="6372200" y="1219102"/>
            <a:ext cx="833822" cy="195386"/>
          </a:xfrm>
          <a:prstGeom prst="straightConnector1">
            <a:avLst/>
          </a:prstGeom>
          <a:ln w="698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de seta reta 16">
            <a:extLst>
              <a:ext uri="{FF2B5EF4-FFF2-40B4-BE49-F238E27FC236}">
                <a16:creationId xmlns:a16="http://schemas.microsoft.com/office/drawing/2014/main" id="{7B696852-D537-48D2-9B0B-4D2F201C1F37}"/>
              </a:ext>
            </a:extLst>
          </p:cNvPr>
          <p:cNvCxnSpPr>
            <a:cxnSpLocks/>
          </p:cNvCxnSpPr>
          <p:nvPr/>
        </p:nvCxnSpPr>
        <p:spPr>
          <a:xfrm>
            <a:off x="6594115" y="5227464"/>
            <a:ext cx="1039999" cy="1108956"/>
          </a:xfrm>
          <a:prstGeom prst="straightConnector1">
            <a:avLst/>
          </a:prstGeom>
          <a:ln w="698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ector de seta reta 38">
            <a:extLst>
              <a:ext uri="{FF2B5EF4-FFF2-40B4-BE49-F238E27FC236}">
                <a16:creationId xmlns:a16="http://schemas.microsoft.com/office/drawing/2014/main" id="{9F62ECDF-CAFE-4253-B2ED-1842BCD58317}"/>
              </a:ext>
            </a:extLst>
          </p:cNvPr>
          <p:cNvCxnSpPr>
            <a:cxnSpLocks/>
          </p:cNvCxnSpPr>
          <p:nvPr/>
        </p:nvCxnSpPr>
        <p:spPr>
          <a:xfrm flipV="1">
            <a:off x="5652120" y="3798888"/>
            <a:ext cx="1553902" cy="638224"/>
          </a:xfrm>
          <a:prstGeom prst="straightConnector1">
            <a:avLst/>
          </a:prstGeom>
          <a:ln w="698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de seta reta 11">
            <a:extLst>
              <a:ext uri="{FF2B5EF4-FFF2-40B4-BE49-F238E27FC236}">
                <a16:creationId xmlns:a16="http://schemas.microsoft.com/office/drawing/2014/main" id="{526C5A86-FC1B-4FAD-82F5-6478BDAADD3A}"/>
              </a:ext>
            </a:extLst>
          </p:cNvPr>
          <p:cNvCxnSpPr>
            <a:cxnSpLocks/>
          </p:cNvCxnSpPr>
          <p:nvPr/>
        </p:nvCxnSpPr>
        <p:spPr>
          <a:xfrm>
            <a:off x="6372200" y="2564904"/>
            <a:ext cx="1224136" cy="542628"/>
          </a:xfrm>
          <a:prstGeom prst="straightConnector1">
            <a:avLst/>
          </a:prstGeom>
          <a:ln w="698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4">
            <a:extLst>
              <a:ext uri="{FF2B5EF4-FFF2-40B4-BE49-F238E27FC236}">
                <a16:creationId xmlns:a16="http://schemas.microsoft.com/office/drawing/2014/main" id="{DF2643A5-B863-46E0-802B-7A87CDCF679A}"/>
              </a:ext>
            </a:extLst>
          </p:cNvPr>
          <p:cNvSpPr>
            <a:spLocks noGrp="1"/>
          </p:cNvSpPr>
          <p:nvPr>
            <p:ph type="sldNum" sz="quarter" idx="10"/>
          </p:nvPr>
        </p:nvSpPr>
        <p:spPr/>
        <p:txBody>
          <a:bodyPr/>
          <a:lstStyle/>
          <a:p>
            <a:pPr>
              <a:defRPr/>
            </a:pPr>
            <a:fld id="{8FB3A955-F8E1-4B6E-9A6F-0B8A350F6CE0}" type="slidenum">
              <a:rPr lang="pt-BR" altLang="pt-BR" smtClean="0"/>
              <a:pPr>
                <a:defRPr/>
              </a:pPr>
              <a:t>20</a:t>
            </a:fld>
            <a:endParaRPr lang="pt-BR" altLang="pt-BR"/>
          </a:p>
          <a:p>
            <a:pPr>
              <a:defRPr/>
            </a:pPr>
            <a:endParaRPr lang="pt-BR" altLang="pt-BR" sz="1600"/>
          </a:p>
        </p:txBody>
      </p:sp>
      <p:pic>
        <p:nvPicPr>
          <p:cNvPr id="7" name="Imagem 6">
            <a:extLst>
              <a:ext uri="{FF2B5EF4-FFF2-40B4-BE49-F238E27FC236}">
                <a16:creationId xmlns:a16="http://schemas.microsoft.com/office/drawing/2014/main" id="{4C2928AC-0026-4EEA-A803-D789B2BC2165}"/>
              </a:ext>
            </a:extLst>
          </p:cNvPr>
          <p:cNvPicPr>
            <a:picLocks noChangeAspect="1"/>
          </p:cNvPicPr>
          <p:nvPr/>
        </p:nvPicPr>
        <p:blipFill>
          <a:blip r:embed="rId2"/>
          <a:stretch>
            <a:fillRect/>
          </a:stretch>
        </p:blipFill>
        <p:spPr>
          <a:xfrm>
            <a:off x="-80959" y="0"/>
            <a:ext cx="9425969" cy="6165304"/>
          </a:xfrm>
          <a:prstGeom prst="rect">
            <a:avLst/>
          </a:prstGeom>
        </p:spPr>
      </p:pic>
    </p:spTree>
    <p:extLst>
      <p:ext uri="{BB962C8B-B14F-4D97-AF65-F5344CB8AC3E}">
        <p14:creationId xmlns:p14="http://schemas.microsoft.com/office/powerpoint/2010/main" val="4057893064"/>
      </p:ext>
    </p:extLst>
  </p:cSld>
  <p:clrMapOvr>
    <a:masterClrMapping/>
  </p:clrMapOvr>
</p:sld>
</file>

<file path=ppt/theme/theme1.xml><?xml version="1.0" encoding="utf-8"?>
<a:theme xmlns:a="http://schemas.openxmlformats.org/drawingml/2006/main" name="Design padrão">
  <a:themeElements>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sign padrão">
      <a:majorFont>
        <a:latin typeface="Arial"/>
        <a:ea typeface=""/>
        <a:cs typeface=""/>
      </a:majorFont>
      <a:minorFont>
        <a:latin typeface="Arial"/>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sign padrã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sign padrã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sign padrã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sign padrã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sign padrã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sign padrã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sign padrã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sign padrã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sign padrã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sign padrã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sign padrã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3517</TotalTime>
  <Words>1260</Words>
  <Application>Microsoft Office PowerPoint</Application>
  <PresentationFormat>Apresentação na tela (4:3)</PresentationFormat>
  <Paragraphs>152</Paragraphs>
  <Slides>20</Slides>
  <Notes>9</Notes>
  <HiddenSlides>0</HiddenSlides>
  <MMClips>0</MMClips>
  <ScaleCrop>false</ScaleCrop>
  <HeadingPairs>
    <vt:vector size="6" baseType="variant">
      <vt:variant>
        <vt:lpstr>Fontes usadas</vt:lpstr>
      </vt:variant>
      <vt:variant>
        <vt:i4>1</vt:i4>
      </vt:variant>
      <vt:variant>
        <vt:lpstr>Tema</vt:lpstr>
      </vt:variant>
      <vt:variant>
        <vt:i4>1</vt:i4>
      </vt:variant>
      <vt:variant>
        <vt:lpstr>Títulos de slides</vt:lpstr>
      </vt:variant>
      <vt:variant>
        <vt:i4>20</vt:i4>
      </vt:variant>
    </vt:vector>
  </HeadingPairs>
  <TitlesOfParts>
    <vt:vector size="22" baseType="lpstr">
      <vt:lpstr>Arial</vt:lpstr>
      <vt:lpstr>Design padrão</vt:lpstr>
      <vt:lpstr> Diagramas de Sequencias</vt:lpstr>
      <vt:lpstr>Diagramas Dinâmicos - SysML</vt:lpstr>
      <vt:lpstr>Diagrama de Sequência</vt:lpstr>
      <vt:lpstr>Diagrama de Sequência</vt:lpstr>
      <vt:lpstr>Diagrama de Sequencia (DS)</vt:lpstr>
      <vt:lpstr>Diagrama de Sequencia (DS)</vt:lpstr>
      <vt:lpstr>Um Diagrama de Sequência (DS) Típico</vt:lpstr>
      <vt:lpstr>Principais Elementos do Diagrama de Sequencia</vt:lpstr>
      <vt:lpstr>Diagrama de Sequencia (DS)</vt:lpstr>
      <vt:lpstr>Principais Estereótipos de um Bloco no Diagrama de Sequencia</vt:lpstr>
      <vt:lpstr>Diagrama de Sequencia (DS)</vt:lpstr>
      <vt:lpstr>Diagrama de Sequencia (DS)</vt:lpstr>
      <vt:lpstr>Diagrama de Sequencia (DS)</vt:lpstr>
      <vt:lpstr>Diagrama de Sequencia (DS)</vt:lpstr>
      <vt:lpstr>Diagrama de Sequencia (DS)</vt:lpstr>
      <vt:lpstr>Diagrama de Sequencia (DS)</vt:lpstr>
      <vt:lpstr>Diagrama de Sequencia (DS)</vt:lpstr>
      <vt:lpstr>Diagrama de Sequencia (DS)</vt:lpstr>
      <vt:lpstr>Diagrama de Sequencia (DS)</vt:lpstr>
      <vt:lpstr>Apresentação do PowerPoint</vt:lpstr>
    </vt:vector>
  </TitlesOfParts>
  <Company>CASA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MICRO3</dc:creator>
  <cp:lastModifiedBy>Ivan Granja</cp:lastModifiedBy>
  <cp:revision>232</cp:revision>
  <dcterms:created xsi:type="dcterms:W3CDTF">2003-07-23T17:50:58Z</dcterms:created>
  <dcterms:modified xsi:type="dcterms:W3CDTF">2021-10-14T12:41:10Z</dcterms:modified>
</cp:coreProperties>
</file>