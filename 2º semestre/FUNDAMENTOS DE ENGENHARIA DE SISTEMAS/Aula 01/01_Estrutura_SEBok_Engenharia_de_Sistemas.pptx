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6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CD6891-63DB-4998-AA35-CC31E3015B7D}" v="13" dt="2021-11-10T20:02:18.5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Granja" userId="d0a12471-25a3-466a-a647-7cb796ed786c" providerId="ADAL" clId="{4CCD6891-63DB-4998-AA35-CC31E3015B7D}"/>
    <pc:docChg chg="undo custSel addSld delSld modSld">
      <pc:chgData name="Ivan Granja" userId="d0a12471-25a3-466a-a647-7cb796ed786c" providerId="ADAL" clId="{4CCD6891-63DB-4998-AA35-CC31E3015B7D}" dt="2021-11-10T20:02:18.566" v="3210" actId="1076"/>
      <pc:docMkLst>
        <pc:docMk/>
      </pc:docMkLst>
      <pc:sldChg chg="addSp delSp modSp mod">
        <pc:chgData name="Ivan Granja" userId="d0a12471-25a3-466a-a647-7cb796ed786c" providerId="ADAL" clId="{4CCD6891-63DB-4998-AA35-CC31E3015B7D}" dt="2021-11-10T20:02:10.293" v="3208" actId="113"/>
        <pc:sldMkLst>
          <pc:docMk/>
          <pc:sldMk cId="3265140747" sldId="257"/>
        </pc:sldMkLst>
        <pc:spChg chg="mod">
          <ac:chgData name="Ivan Granja" userId="d0a12471-25a3-466a-a647-7cb796ed786c" providerId="ADAL" clId="{4CCD6891-63DB-4998-AA35-CC31E3015B7D}" dt="2021-10-28T10:31:23.954" v="384" actId="313"/>
          <ac:spMkLst>
            <pc:docMk/>
            <pc:sldMk cId="3265140747" sldId="257"/>
            <ac:spMk id="2" creationId="{B8A530BF-CE1F-4241-984E-FA99891DB104}"/>
          </ac:spMkLst>
        </pc:spChg>
        <pc:spChg chg="del">
          <ac:chgData name="Ivan Granja" userId="d0a12471-25a3-466a-a647-7cb796ed786c" providerId="ADAL" clId="{4CCD6891-63DB-4998-AA35-CC31E3015B7D}" dt="2021-10-28T10:26:02.944" v="1" actId="21"/>
          <ac:spMkLst>
            <pc:docMk/>
            <pc:sldMk cId="3265140747" sldId="257"/>
            <ac:spMk id="3" creationId="{C9B5E9A5-0C17-44EE-A2CD-E1B5970EF22C}"/>
          </ac:spMkLst>
        </pc:spChg>
        <pc:spChg chg="del">
          <ac:chgData name="Ivan Granja" userId="d0a12471-25a3-466a-a647-7cb796ed786c" providerId="ADAL" clId="{4CCD6891-63DB-4998-AA35-CC31E3015B7D}" dt="2021-10-28T10:26:32.863" v="48" actId="478"/>
          <ac:spMkLst>
            <pc:docMk/>
            <pc:sldMk cId="3265140747" sldId="257"/>
            <ac:spMk id="4" creationId="{511BBD72-7B34-4C79-A16B-CC74D97A37D7}"/>
          </ac:spMkLst>
        </pc:spChg>
        <pc:spChg chg="add mod">
          <ac:chgData name="Ivan Granja" userId="d0a12471-25a3-466a-a647-7cb796ed786c" providerId="ADAL" clId="{4CCD6891-63DB-4998-AA35-CC31E3015B7D}" dt="2021-10-28T10:50:24.894" v="2223" actId="313"/>
          <ac:spMkLst>
            <pc:docMk/>
            <pc:sldMk cId="3265140747" sldId="257"/>
            <ac:spMk id="6" creationId="{07FBBF4F-2CC0-4606-B574-0107041BCF5B}"/>
          </ac:spMkLst>
        </pc:spChg>
        <pc:spChg chg="add mod">
          <ac:chgData name="Ivan Granja" userId="d0a12471-25a3-466a-a647-7cb796ed786c" providerId="ADAL" clId="{4CCD6891-63DB-4998-AA35-CC31E3015B7D}" dt="2021-11-10T20:02:10.293" v="3208" actId="113"/>
          <ac:spMkLst>
            <pc:docMk/>
            <pc:sldMk cId="3265140747" sldId="257"/>
            <ac:spMk id="7" creationId="{B8DC00C9-84C7-4665-A73D-83E79C6AE39B}"/>
          </ac:spMkLst>
        </pc:spChg>
        <pc:picChg chg="mod">
          <ac:chgData name="Ivan Granja" userId="d0a12471-25a3-466a-a647-7cb796ed786c" providerId="ADAL" clId="{4CCD6891-63DB-4998-AA35-CC31E3015B7D}" dt="2021-11-10T20:01:48.300" v="3200" actId="1076"/>
          <ac:picMkLst>
            <pc:docMk/>
            <pc:sldMk cId="3265140747" sldId="257"/>
            <ac:picMk id="1026" creationId="{5A520B98-0628-47EA-822B-96413C130C97}"/>
          </ac:picMkLst>
        </pc:picChg>
      </pc:sldChg>
      <pc:sldChg chg="modSp mod">
        <pc:chgData name="Ivan Granja" userId="d0a12471-25a3-466a-a647-7cb796ed786c" providerId="ADAL" clId="{4CCD6891-63DB-4998-AA35-CC31E3015B7D}" dt="2021-10-28T10:33:50.694" v="535" actId="113"/>
        <pc:sldMkLst>
          <pc:docMk/>
          <pc:sldMk cId="875119312" sldId="258"/>
        </pc:sldMkLst>
        <pc:spChg chg="mod">
          <ac:chgData name="Ivan Granja" userId="d0a12471-25a3-466a-a647-7cb796ed786c" providerId="ADAL" clId="{4CCD6891-63DB-4998-AA35-CC31E3015B7D}" dt="2021-10-28T10:33:50.694" v="535" actId="113"/>
          <ac:spMkLst>
            <pc:docMk/>
            <pc:sldMk cId="875119312" sldId="258"/>
            <ac:spMk id="2" creationId="{A48F242E-EC2F-41FE-A0D7-29AC1F8EBC37}"/>
          </ac:spMkLst>
        </pc:spChg>
      </pc:sldChg>
      <pc:sldChg chg="del">
        <pc:chgData name="Ivan Granja" userId="d0a12471-25a3-466a-a647-7cb796ed786c" providerId="ADAL" clId="{4CCD6891-63DB-4998-AA35-CC31E3015B7D}" dt="2021-10-28T10:33:52.716" v="536" actId="47"/>
        <pc:sldMkLst>
          <pc:docMk/>
          <pc:sldMk cId="1884075428" sldId="259"/>
        </pc:sldMkLst>
      </pc:sldChg>
      <pc:sldChg chg="addSp modSp add mod">
        <pc:chgData name="Ivan Granja" userId="d0a12471-25a3-466a-a647-7cb796ed786c" providerId="ADAL" clId="{4CCD6891-63DB-4998-AA35-CC31E3015B7D}" dt="2021-11-10T20:02:18.566" v="3210" actId="1076"/>
        <pc:sldMkLst>
          <pc:docMk/>
          <pc:sldMk cId="3952435095" sldId="260"/>
        </pc:sldMkLst>
        <pc:spChg chg="mod">
          <ac:chgData name="Ivan Granja" userId="d0a12471-25a3-466a-a647-7cb796ed786c" providerId="ADAL" clId="{4CCD6891-63DB-4998-AA35-CC31E3015B7D}" dt="2021-10-28T10:33:40.161" v="534" actId="20577"/>
          <ac:spMkLst>
            <pc:docMk/>
            <pc:sldMk cId="3952435095" sldId="260"/>
            <ac:spMk id="2" creationId="{B8A530BF-CE1F-4241-984E-FA99891DB104}"/>
          </ac:spMkLst>
        </pc:spChg>
        <pc:spChg chg="mod">
          <ac:chgData name="Ivan Granja" userId="d0a12471-25a3-466a-a647-7cb796ed786c" providerId="ADAL" clId="{4CCD6891-63DB-4998-AA35-CC31E3015B7D}" dt="2021-10-28T10:33:07.580" v="519" actId="20577"/>
          <ac:spMkLst>
            <pc:docMk/>
            <pc:sldMk cId="3952435095" sldId="260"/>
            <ac:spMk id="3" creationId="{C9B5E9A5-0C17-44EE-A2CD-E1B5970EF22C}"/>
          </ac:spMkLst>
        </pc:spChg>
        <pc:spChg chg="mod">
          <ac:chgData name="Ivan Granja" userId="d0a12471-25a3-466a-a647-7cb796ed786c" providerId="ADAL" clId="{4CCD6891-63DB-4998-AA35-CC31E3015B7D}" dt="2021-10-28T10:33:02.845" v="498" actId="1037"/>
          <ac:spMkLst>
            <pc:docMk/>
            <pc:sldMk cId="3952435095" sldId="260"/>
            <ac:spMk id="4" creationId="{511BBD72-7B34-4C79-A16B-CC74D97A37D7}"/>
          </ac:spMkLst>
        </pc:spChg>
        <pc:spChg chg="add mod">
          <ac:chgData name="Ivan Granja" userId="d0a12471-25a3-466a-a647-7cb796ed786c" providerId="ADAL" clId="{4CCD6891-63DB-4998-AA35-CC31E3015B7D}" dt="2021-11-10T20:02:15.343" v="3209"/>
          <ac:spMkLst>
            <pc:docMk/>
            <pc:sldMk cId="3952435095" sldId="260"/>
            <ac:spMk id="6" creationId="{91FEC520-497D-4B51-BD2A-4F51ABD991DB}"/>
          </ac:spMkLst>
        </pc:spChg>
        <pc:picChg chg="mod">
          <ac:chgData name="Ivan Granja" userId="d0a12471-25a3-466a-a647-7cb796ed786c" providerId="ADAL" clId="{4CCD6891-63DB-4998-AA35-CC31E3015B7D}" dt="2021-11-10T20:02:18.566" v="3210" actId="1076"/>
          <ac:picMkLst>
            <pc:docMk/>
            <pc:sldMk cId="3952435095" sldId="260"/>
            <ac:picMk id="1026" creationId="{5A520B98-0628-47EA-822B-96413C130C97}"/>
          </ac:picMkLst>
        </pc:picChg>
      </pc:sldChg>
      <pc:sldChg chg="modSp add del mod">
        <pc:chgData name="Ivan Granja" userId="d0a12471-25a3-466a-a647-7cb796ed786c" providerId="ADAL" clId="{4CCD6891-63DB-4998-AA35-CC31E3015B7D}" dt="2021-11-10T19:57:24.640" v="3197" actId="47"/>
        <pc:sldMkLst>
          <pc:docMk/>
          <pc:sldMk cId="1250187864" sldId="261"/>
        </pc:sldMkLst>
        <pc:spChg chg="mod">
          <ac:chgData name="Ivan Granja" userId="d0a12471-25a3-466a-a647-7cb796ed786c" providerId="ADAL" clId="{4CCD6891-63DB-4998-AA35-CC31E3015B7D}" dt="2021-10-28T10:38:44.999" v="1023" actId="313"/>
          <ac:spMkLst>
            <pc:docMk/>
            <pc:sldMk cId="1250187864" sldId="261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1-10T19:45:51.615" v="3195" actId="20577"/>
          <ac:spMkLst>
            <pc:docMk/>
            <pc:sldMk cId="1250187864" sldId="261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1:33.435" v="1290" actId="20577"/>
        <pc:sldMkLst>
          <pc:docMk/>
          <pc:sldMk cId="2715249921" sldId="262"/>
        </pc:sldMkLst>
        <pc:spChg chg="mod">
          <ac:chgData name="Ivan Granja" userId="d0a12471-25a3-466a-a647-7cb796ed786c" providerId="ADAL" clId="{4CCD6891-63DB-4998-AA35-CC31E3015B7D}" dt="2021-10-28T10:41:33.435" v="1290" actId="20577"/>
          <ac:spMkLst>
            <pc:docMk/>
            <pc:sldMk cId="2715249921" sldId="262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1:30.628" v="1289" actId="20577"/>
          <ac:spMkLst>
            <pc:docMk/>
            <pc:sldMk cId="2715249921" sldId="262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4:47.842" v="1708" actId="20577"/>
        <pc:sldMkLst>
          <pc:docMk/>
          <pc:sldMk cId="1907271705" sldId="263"/>
        </pc:sldMkLst>
        <pc:spChg chg="mod">
          <ac:chgData name="Ivan Granja" userId="d0a12471-25a3-466a-a647-7cb796ed786c" providerId="ADAL" clId="{4CCD6891-63DB-4998-AA35-CC31E3015B7D}" dt="2021-10-28T10:42:29.322" v="1344" actId="20577"/>
          <ac:spMkLst>
            <pc:docMk/>
            <pc:sldMk cId="1907271705" sldId="263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4:47.842" v="1708" actId="20577"/>
          <ac:spMkLst>
            <pc:docMk/>
            <pc:sldMk cId="1907271705" sldId="263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48:10.609" v="2098" actId="20577"/>
        <pc:sldMkLst>
          <pc:docMk/>
          <pc:sldMk cId="2523321186" sldId="264"/>
        </pc:sldMkLst>
        <pc:spChg chg="mod">
          <ac:chgData name="Ivan Granja" userId="d0a12471-25a3-466a-a647-7cb796ed786c" providerId="ADAL" clId="{4CCD6891-63DB-4998-AA35-CC31E3015B7D}" dt="2021-10-28T10:48:10.609" v="2098" actId="20577"/>
          <ac:spMkLst>
            <pc:docMk/>
            <pc:sldMk cId="2523321186" sldId="264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48:07.146" v="2097" actId="27636"/>
          <ac:spMkLst>
            <pc:docMk/>
            <pc:sldMk cId="2523321186" sldId="264"/>
            <ac:spMk id="3" creationId="{A0D70590-13F5-474B-A0CC-F0589B7A8904}"/>
          </ac:spMkLst>
        </pc:spChg>
      </pc:sldChg>
      <pc:sldChg chg="modSp add mod">
        <pc:chgData name="Ivan Granja" userId="d0a12471-25a3-466a-a647-7cb796ed786c" providerId="ADAL" clId="{4CCD6891-63DB-4998-AA35-CC31E3015B7D}" dt="2021-10-28T10:53:53.794" v="2605" actId="20577"/>
        <pc:sldMkLst>
          <pc:docMk/>
          <pc:sldMk cId="3976056129" sldId="265"/>
        </pc:sldMkLst>
        <pc:spChg chg="mod">
          <ac:chgData name="Ivan Granja" userId="d0a12471-25a3-466a-a647-7cb796ed786c" providerId="ADAL" clId="{4CCD6891-63DB-4998-AA35-CC31E3015B7D}" dt="2021-10-28T10:50:39.696" v="2224" actId="20577"/>
          <ac:spMkLst>
            <pc:docMk/>
            <pc:sldMk cId="3976056129" sldId="265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0:53:53.794" v="2605" actId="20577"/>
          <ac:spMkLst>
            <pc:docMk/>
            <pc:sldMk cId="3976056129" sldId="265"/>
            <ac:spMk id="3" creationId="{A0D70590-13F5-474B-A0CC-F0589B7A8904}"/>
          </ac:spMkLst>
        </pc:spChg>
      </pc:sldChg>
      <pc:sldChg chg="addSp delSp modSp add mod">
        <pc:chgData name="Ivan Granja" userId="d0a12471-25a3-466a-a647-7cb796ed786c" providerId="ADAL" clId="{4CCD6891-63DB-4998-AA35-CC31E3015B7D}" dt="2021-10-28T11:03:31.647" v="3191" actId="14100"/>
        <pc:sldMkLst>
          <pc:docMk/>
          <pc:sldMk cId="123860163" sldId="266"/>
        </pc:sldMkLst>
        <pc:spChg chg="mod">
          <ac:chgData name="Ivan Granja" userId="d0a12471-25a3-466a-a647-7cb796ed786c" providerId="ADAL" clId="{4CCD6891-63DB-4998-AA35-CC31E3015B7D}" dt="2021-10-28T11:03:03.367" v="3142" actId="6549"/>
          <ac:spMkLst>
            <pc:docMk/>
            <pc:sldMk cId="123860163" sldId="266"/>
            <ac:spMk id="2" creationId="{A48F242E-EC2F-41FE-A0D7-29AC1F8EBC37}"/>
          </ac:spMkLst>
        </pc:spChg>
        <pc:spChg chg="mod">
          <ac:chgData name="Ivan Granja" userId="d0a12471-25a3-466a-a647-7cb796ed786c" providerId="ADAL" clId="{4CCD6891-63DB-4998-AA35-CC31E3015B7D}" dt="2021-10-28T11:03:31.647" v="3191" actId="14100"/>
          <ac:spMkLst>
            <pc:docMk/>
            <pc:sldMk cId="123860163" sldId="266"/>
            <ac:spMk id="3" creationId="{A0D70590-13F5-474B-A0CC-F0589B7A8904}"/>
          </ac:spMkLst>
        </pc:spChg>
        <pc:spChg chg="add del">
          <ac:chgData name="Ivan Granja" userId="d0a12471-25a3-466a-a647-7cb796ed786c" providerId="ADAL" clId="{4CCD6891-63DB-4998-AA35-CC31E3015B7D}" dt="2021-10-28T10:59:42.068" v="3103"/>
          <ac:spMkLst>
            <pc:docMk/>
            <pc:sldMk cId="123860163" sldId="266"/>
            <ac:spMk id="4" creationId="{F2FCCCEF-6570-4C8E-B28D-12931D87C143}"/>
          </ac:spMkLst>
        </pc:spChg>
      </pc:sldChg>
      <pc:sldChg chg="add">
        <pc:chgData name="Ivan Granja" userId="d0a12471-25a3-466a-a647-7cb796ed786c" providerId="ADAL" clId="{4CCD6891-63DB-4998-AA35-CC31E3015B7D}" dt="2021-11-10T19:57:21.441" v="3196"/>
        <pc:sldMkLst>
          <pc:docMk/>
          <pc:sldMk cId="3423072062" sldId="267"/>
        </pc:sldMkLst>
      </pc:sldChg>
      <pc:sldChg chg="add del">
        <pc:chgData name="Ivan Granja" userId="d0a12471-25a3-466a-a647-7cb796ed786c" providerId="ADAL" clId="{4CCD6891-63DB-4998-AA35-CC31E3015B7D}" dt="2021-10-28T11:02:53.685" v="3141" actId="47"/>
        <pc:sldMkLst>
          <pc:docMk/>
          <pc:sldMk cId="3644265444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24165-7913-46B6-88B3-C29DC7E914B1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AB8B-10FA-43D4-AC9A-953A332D9C1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42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4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59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7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124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33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979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61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33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60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D0F26-CB29-44E3-AD3E-26B118C78EB2}" type="datetimeFigureOut">
              <a:rPr lang="pt-BR" smtClean="0"/>
              <a:t>17/11/2022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4E839-B3C1-4912-994F-FB82207186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29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Engenharia de Sistemas</a:t>
            </a:r>
            <a:br>
              <a:rPr lang="pt-BR" dirty="0"/>
            </a:br>
            <a:r>
              <a:rPr lang="pt-BR" dirty="0"/>
              <a:t>Estrutura do </a:t>
            </a:r>
            <a:r>
              <a:rPr lang="pt-BR" dirty="0" err="1"/>
              <a:t>SEBok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79964"/>
            <a:ext cx="9144000" cy="1655762"/>
          </a:xfrm>
        </p:spPr>
        <p:txBody>
          <a:bodyPr>
            <a:normAutofit/>
          </a:bodyPr>
          <a:lstStyle/>
          <a:p>
            <a:r>
              <a:rPr lang="pt-BR" sz="3200" dirty="0"/>
              <a:t>Prof. Ivan Granja</a:t>
            </a:r>
          </a:p>
          <a:p>
            <a:r>
              <a:rPr lang="pt-BR" sz="3200" dirty="0"/>
              <a:t>PUC-Campinas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201363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A520B98-0628-47EA-822B-96413C130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498" y="-22737"/>
            <a:ext cx="6678502" cy="651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A530BF-CE1F-4241-984E-FA99891D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7" y="365125"/>
            <a:ext cx="5870917" cy="1325563"/>
          </a:xfrm>
        </p:spPr>
        <p:txBody>
          <a:bodyPr>
            <a:normAutofit/>
          </a:bodyPr>
          <a:lstStyle/>
          <a:p>
            <a:r>
              <a:rPr lang="pt-BR" b="1" dirty="0"/>
              <a:t>Estrutura de Hierarquia de Partes do </a:t>
            </a:r>
            <a:r>
              <a:rPr lang="pt-BR" b="1" dirty="0" err="1"/>
              <a:t>SEBok</a:t>
            </a:r>
            <a:endParaRPr lang="pt-BR" b="1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FBBF4F-2CC0-4606-B574-0107041BC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083" y="1825625"/>
            <a:ext cx="5870917" cy="4667250"/>
          </a:xfrm>
        </p:spPr>
        <p:txBody>
          <a:bodyPr>
            <a:normAutofit fontScale="92500"/>
          </a:bodyPr>
          <a:lstStyle/>
          <a:p>
            <a:r>
              <a:rPr lang="pt-BR" dirty="0"/>
              <a:t>Dividida em 8 PARTES</a:t>
            </a:r>
          </a:p>
          <a:p>
            <a:pPr lvl="1"/>
            <a:r>
              <a:rPr lang="pt-BR" sz="2800" b="1" dirty="0"/>
              <a:t>Parte 1 – Introdução</a:t>
            </a:r>
          </a:p>
          <a:p>
            <a:pPr lvl="1"/>
            <a:r>
              <a:rPr lang="pt-BR" sz="2800" b="1" dirty="0"/>
              <a:t>Parte 7 - Exemplos (Cases) de Implementação da Engenharia de Sistemas</a:t>
            </a:r>
          </a:p>
          <a:p>
            <a:pPr lvl="1"/>
            <a:r>
              <a:rPr lang="pt-BR" sz="2800" b="1" dirty="0"/>
              <a:t>Parte 8 – Conhecimento Emergente</a:t>
            </a:r>
          </a:p>
          <a:p>
            <a:r>
              <a:rPr lang="pt-BR" dirty="0"/>
              <a:t>Partes 2 a 6</a:t>
            </a:r>
          </a:p>
          <a:p>
            <a:pPr lvl="1"/>
            <a:r>
              <a:rPr lang="pt-BR" dirty="0"/>
              <a:t>Compilam e agrupam assuntos correlatos </a:t>
            </a:r>
          </a:p>
          <a:p>
            <a:pPr lvl="1"/>
            <a:r>
              <a:rPr lang="pt-BR" dirty="0"/>
              <a:t>Detalhadas em áreas de conhecimento </a:t>
            </a:r>
          </a:p>
          <a:p>
            <a:pPr lvl="1"/>
            <a:r>
              <a:rPr lang="pt-BR" dirty="0"/>
              <a:t>PARTE</a:t>
            </a:r>
            <a:r>
              <a:rPr lang="pt-BR" b="1" dirty="0"/>
              <a:t>    1:N    </a:t>
            </a:r>
            <a:r>
              <a:rPr lang="pt-BR" dirty="0"/>
              <a:t>ÁREA DE CONHECIMENTO</a:t>
            </a:r>
          </a:p>
          <a:p>
            <a:pPr marL="457200" lvl="1" indent="0">
              <a:buNone/>
            </a:pPr>
            <a:r>
              <a:rPr lang="pt-BR" dirty="0"/>
              <a:t>       (PART)               (KNOWLEDGE AREA)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8DC00C9-84C7-4665-A73D-83E79C6AE39B}"/>
              </a:ext>
            </a:extLst>
          </p:cNvPr>
          <p:cNvSpPr txBox="1"/>
          <p:nvPr/>
        </p:nvSpPr>
        <p:spPr>
          <a:xfrm>
            <a:off x="5399131" y="6360289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26514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A520B98-0628-47EA-822B-96413C130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107" y="-22737"/>
            <a:ext cx="6678502" cy="6515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A530BF-CE1F-4241-984E-FA99891D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4" y="365125"/>
            <a:ext cx="6678501" cy="1325563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Teste sobre os Fundamentos </a:t>
            </a:r>
            <a:r>
              <a:rPr lang="pt-BR" b="1" dirty="0"/>
              <a:t>Engenharia de Sistemas (</a:t>
            </a:r>
            <a:r>
              <a:rPr lang="pt-BR" b="1" dirty="0" err="1"/>
              <a:t>SEBok</a:t>
            </a:r>
            <a:r>
              <a:rPr lang="pt-BR" b="1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B5E9A5-0C17-44EE-A2CD-E1B5970EF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825625"/>
            <a:ext cx="4895557" cy="4814326"/>
          </a:xfrm>
        </p:spPr>
        <p:txBody>
          <a:bodyPr>
            <a:normAutofit/>
          </a:bodyPr>
          <a:lstStyle/>
          <a:p>
            <a:r>
              <a:rPr lang="pt-BR" sz="3200" dirty="0" smtClean="0"/>
              <a:t>Usaremos partes selecionadas do texto do SEBOK para realização do teste final individual</a:t>
            </a:r>
          </a:p>
          <a:p>
            <a:endParaRPr lang="pt-BR" sz="3200" dirty="0" smtClean="0"/>
          </a:p>
          <a:p>
            <a:r>
              <a:rPr lang="pt-BR" sz="3200" dirty="0" smtClean="0"/>
              <a:t>Estudar as partes marcadas em </a:t>
            </a:r>
            <a:r>
              <a:rPr lang="pt-BR" sz="3200" b="1" dirty="0" smtClean="0">
                <a:solidFill>
                  <a:srgbClr val="FF0000"/>
                </a:solidFill>
              </a:rPr>
              <a:t>vermelho</a:t>
            </a:r>
            <a:r>
              <a:rPr lang="pt-BR" sz="3200" dirty="0" smtClean="0"/>
              <a:t> (próximos slides)</a:t>
            </a:r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1FEC520-497D-4B51-BD2A-4F51ABD991DB}"/>
              </a:ext>
            </a:extLst>
          </p:cNvPr>
          <p:cNvSpPr txBox="1"/>
          <p:nvPr/>
        </p:nvSpPr>
        <p:spPr>
          <a:xfrm>
            <a:off x="5399131" y="6360289"/>
            <a:ext cx="7160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BKCASE EDITORIAL BOARD. The guide to the systems engineering body of knowledge (</a:t>
            </a:r>
            <a:r>
              <a:rPr lang="en-US" sz="1200" b="1" dirty="0" err="1"/>
              <a:t>SEBoK</a:t>
            </a:r>
            <a:r>
              <a:rPr lang="en-US" sz="1200" b="1" dirty="0"/>
              <a:t>). R.J. Cloutier (Editor in Chief). Hoboken, NJ: The Trustees of the Stevens Institute of Technology. 2021.</a:t>
            </a:r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5243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Parte 2 – Fundamentos da Eng. de Sistemas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5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</a:t>
            </a:r>
            <a:r>
              <a:rPr lang="pt-BR" dirty="0" smtClean="0"/>
              <a:t>em todas </a:t>
            </a:r>
            <a:r>
              <a:rPr lang="pt-BR" dirty="0"/>
              <a:t>as partes do SEBOK</a:t>
            </a:r>
            <a:r>
              <a:rPr lang="pt-BR" dirty="0" smtClean="0"/>
              <a:t>, </a:t>
            </a:r>
            <a:r>
              <a:rPr lang="pt-BR" dirty="0"/>
              <a:t>contém </a:t>
            </a:r>
            <a:r>
              <a:rPr lang="pt-BR" dirty="0" smtClean="0"/>
              <a:t>fundamentos, conceitos-chave </a:t>
            </a:r>
            <a:r>
              <a:rPr lang="pt-BR" dirty="0"/>
              <a:t>e boas práticas relativas ao </a:t>
            </a:r>
            <a:r>
              <a:rPr lang="pt-BR" dirty="0" smtClean="0"/>
              <a:t>domínio </a:t>
            </a:r>
            <a:r>
              <a:rPr lang="pt-BR" dirty="0"/>
              <a:t>de </a:t>
            </a:r>
            <a:r>
              <a:rPr lang="pt-BR" dirty="0" smtClean="0"/>
              <a:t>conhecimento </a:t>
            </a:r>
          </a:p>
          <a:p>
            <a:r>
              <a:rPr lang="pt-BR" dirty="0" smtClean="0"/>
              <a:t>A parte 2 trata sobre os sistemas como teoria e ciência, modelagem como ferramenta de representação de sistemas, e está organizada em 5 áreas de conhecimento:</a:t>
            </a:r>
            <a:endParaRPr lang="pt-BR" dirty="0"/>
          </a:p>
          <a:p>
            <a:pPr lvl="1"/>
            <a:r>
              <a:rPr lang="pt-BR" dirty="0" smtClean="0"/>
              <a:t>Fundamentos </a:t>
            </a:r>
            <a:r>
              <a:rPr lang="pt-BR" dirty="0"/>
              <a:t>de Sistemas</a:t>
            </a:r>
          </a:p>
          <a:p>
            <a:pPr lvl="1"/>
            <a:r>
              <a:rPr lang="pt-BR" dirty="0"/>
              <a:t>Abordagem Sistêmica aplicada à Engenharia de Sistemas</a:t>
            </a:r>
          </a:p>
          <a:p>
            <a:pPr lvl="1"/>
            <a:r>
              <a:rPr lang="pt-BR" dirty="0"/>
              <a:t>A Ciência dos Sistemas</a:t>
            </a:r>
          </a:p>
          <a:p>
            <a:pPr lvl="1"/>
            <a:r>
              <a:rPr lang="pt-BR" dirty="0"/>
              <a:t>O Pensamento Sistêmico</a:t>
            </a:r>
          </a:p>
          <a:p>
            <a:pPr lvl="1"/>
            <a:r>
              <a:rPr lang="pt-BR" dirty="0"/>
              <a:t>A </a:t>
            </a:r>
            <a:r>
              <a:rPr lang="pt-BR" dirty="0" smtClean="0"/>
              <a:t>Representação </a:t>
            </a:r>
            <a:r>
              <a:rPr lang="pt-BR" dirty="0"/>
              <a:t>de sistemas com modelos</a:t>
            </a:r>
          </a:p>
        </p:txBody>
      </p:sp>
    </p:spTree>
    <p:extLst>
      <p:ext uri="{BB962C8B-B14F-4D97-AF65-F5344CB8AC3E}">
        <p14:creationId xmlns:p14="http://schemas.microsoft.com/office/powerpoint/2010/main" val="87511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/>
              <a:t>Parte 3 – Engenharia e Gerenciamento de Sistemas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9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pt-BR" dirty="0"/>
              <a:t>Introdução ao Processo de Ciclo de Vida</a:t>
            </a:r>
          </a:p>
          <a:p>
            <a:r>
              <a:rPr lang="pt-BR" dirty="0"/>
              <a:t>Modelos de Ciclo de Vida</a:t>
            </a:r>
          </a:p>
          <a:p>
            <a:r>
              <a:rPr lang="pt-BR" dirty="0">
                <a:solidFill>
                  <a:srgbClr val="FF0000"/>
                </a:solidFill>
              </a:rPr>
              <a:t>Definição de Conceitos (definir, no sentido de “especificar”)</a:t>
            </a:r>
          </a:p>
          <a:p>
            <a:r>
              <a:rPr lang="pt-BR" dirty="0">
                <a:solidFill>
                  <a:srgbClr val="FF0000"/>
                </a:solidFill>
              </a:rPr>
              <a:t>Definição do Sistema (definir, no sentido de “especificar”)</a:t>
            </a:r>
          </a:p>
          <a:p>
            <a:r>
              <a:rPr lang="pt-BR" dirty="0">
                <a:solidFill>
                  <a:srgbClr val="FF0000"/>
                </a:solidFill>
              </a:rPr>
              <a:t>Realização/Percepção do Sistema (</a:t>
            </a:r>
            <a:r>
              <a:rPr lang="pt-BR" i="1" dirty="0">
                <a:solidFill>
                  <a:srgbClr val="FF0000"/>
                </a:solidFill>
              </a:rPr>
              <a:t>system </a:t>
            </a:r>
            <a:r>
              <a:rPr lang="pt-BR" i="1" dirty="0" err="1">
                <a:solidFill>
                  <a:srgbClr val="FF0000"/>
                </a:solidFill>
              </a:rPr>
              <a:t>realization</a:t>
            </a:r>
            <a:r>
              <a:rPr lang="pt-BR" dirty="0">
                <a:solidFill>
                  <a:srgbClr val="FF0000"/>
                </a:solidFill>
              </a:rPr>
              <a:t>)</a:t>
            </a:r>
          </a:p>
          <a:p>
            <a:r>
              <a:rPr lang="pt-BR" dirty="0">
                <a:solidFill>
                  <a:srgbClr val="FF0000"/>
                </a:solidFill>
              </a:rPr>
              <a:t>Liberação e Uso do Sistema</a:t>
            </a:r>
          </a:p>
          <a:p>
            <a:r>
              <a:rPr lang="pt-BR" dirty="0"/>
              <a:t>Gestão da Engenharia do Sistema</a:t>
            </a:r>
          </a:p>
          <a:p>
            <a:r>
              <a:rPr lang="pt-BR" dirty="0"/>
              <a:t>Gestão da “Vida” (ciclo de vida) de Produto e Serviços (sistemas)</a:t>
            </a:r>
          </a:p>
          <a:p>
            <a:r>
              <a:rPr lang="pt-BR" dirty="0"/>
              <a:t>Padrões da Engenharia de Sistemas</a:t>
            </a:r>
          </a:p>
        </p:txBody>
      </p:sp>
    </p:spTree>
    <p:extLst>
      <p:ext uri="{BB962C8B-B14F-4D97-AF65-F5344CB8AC3E}">
        <p14:creationId xmlns:p14="http://schemas.microsoft.com/office/powerpoint/2010/main" val="342307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/>
              <a:t>Parte 4 – Aplicações da Engenharia de Sistemas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4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Engenharia de Produtos (Sistema)</a:t>
            </a:r>
          </a:p>
          <a:p>
            <a:r>
              <a:rPr lang="pt-BR" dirty="0"/>
              <a:t>Engenharia de Sistemas como Serviços (Serviços para sistemas)</a:t>
            </a:r>
          </a:p>
          <a:p>
            <a:r>
              <a:rPr lang="pt-BR" dirty="0"/>
              <a:t>Engenharia de Sistemas Empresarias</a:t>
            </a:r>
          </a:p>
          <a:p>
            <a:r>
              <a:rPr lang="pt-BR" dirty="0">
                <a:solidFill>
                  <a:srgbClr val="FF0000"/>
                </a:solidFill>
              </a:rPr>
              <a:t>Sistemas de Sistemas (</a:t>
            </a:r>
            <a:r>
              <a:rPr lang="pt-BR" dirty="0" err="1">
                <a:solidFill>
                  <a:srgbClr val="FF0000"/>
                </a:solidFill>
              </a:rPr>
              <a:t>SoS</a:t>
            </a:r>
            <a:r>
              <a:rPr lang="pt-BR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524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/>
              <a:t>Parte 5 – Habilitando a Engenharia de Sistemas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3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Habilitando Negócios e Empreendimentos</a:t>
            </a:r>
          </a:p>
          <a:p>
            <a:r>
              <a:rPr lang="pt-BR" dirty="0"/>
              <a:t>Habilitando Times</a:t>
            </a:r>
          </a:p>
          <a:p>
            <a:r>
              <a:rPr lang="pt-BR" dirty="0"/>
              <a:t>Habilitando Pessoas</a:t>
            </a:r>
          </a:p>
          <a:p>
            <a:endParaRPr lang="pt-BR" dirty="0"/>
          </a:p>
          <a:p>
            <a:r>
              <a:rPr lang="pt-BR" b="1" dirty="0"/>
              <a:t>Habilitando</a:t>
            </a:r>
            <a:r>
              <a:rPr lang="pt-BR" dirty="0"/>
              <a:t> tem sentido de tornar hábil, ou seja ajudar a mobilizar, facilitar o desenvolvimento do que for necessário (conhecimento, atitudes, habilidades) para......   ....o time, ... Pessoas, ... Par o negócio </a:t>
            </a:r>
          </a:p>
        </p:txBody>
      </p:sp>
    </p:spTree>
    <p:extLst>
      <p:ext uri="{BB962C8B-B14F-4D97-AF65-F5344CB8AC3E}">
        <p14:creationId xmlns:p14="http://schemas.microsoft.com/office/powerpoint/2010/main" val="1907271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Parte 6 – Disciplinas relacionadas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6 Áreas de Conhecimento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46" y="1825625"/>
            <a:ext cx="10958732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Engenharia de Sistemas e Engenharia Ambiental</a:t>
            </a:r>
          </a:p>
          <a:p>
            <a:r>
              <a:rPr lang="pt-BR" dirty="0"/>
              <a:t>Engenharia de Sistemas e Engenharia Espacial e Geodésica</a:t>
            </a:r>
          </a:p>
          <a:p>
            <a:r>
              <a:rPr lang="pt-BR" dirty="0"/>
              <a:t>Engenharia de Sistemas e Engenharia Industrial (de Produção)</a:t>
            </a:r>
          </a:p>
          <a:p>
            <a:r>
              <a:rPr lang="pt-BR" dirty="0"/>
              <a:t>Engenharia de Sistemas e gerenciamento de projetos</a:t>
            </a:r>
          </a:p>
          <a:p>
            <a:r>
              <a:rPr lang="pt-BR" dirty="0">
                <a:solidFill>
                  <a:srgbClr val="FF0000"/>
                </a:solidFill>
              </a:rPr>
              <a:t>Engenharia de Sistemas e Engenharia de Software</a:t>
            </a:r>
          </a:p>
          <a:p>
            <a:r>
              <a:rPr lang="pt-BR" dirty="0"/>
              <a:t>Engenharia de Sistemas e atributos da qualidade</a:t>
            </a:r>
          </a:p>
          <a:p>
            <a:endParaRPr lang="pt-BR" dirty="0"/>
          </a:p>
          <a:p>
            <a:r>
              <a:rPr lang="pt-BR" dirty="0"/>
              <a:t>Disciplinas aqui tem sentido de corpo coeso de conhecimento, conceitos e práticas atinentes à Engenharia de Sistemas</a:t>
            </a:r>
          </a:p>
        </p:txBody>
      </p:sp>
    </p:spTree>
    <p:extLst>
      <p:ext uri="{BB962C8B-B14F-4D97-AF65-F5344CB8AC3E}">
        <p14:creationId xmlns:p14="http://schemas.microsoft.com/office/powerpoint/2010/main" val="252332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/>
              <a:t>Parte 7 – Exemplos (Cases) de Implementação da Engenharia de Sistemas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Contém cases de implementação de Engenharia de Sistemas em vários contextos da “engenharia clássica”</a:t>
            </a:r>
          </a:p>
          <a:p>
            <a:r>
              <a:rPr lang="pt-BR" dirty="0"/>
              <a:t>Sistemas construtivos</a:t>
            </a:r>
          </a:p>
          <a:p>
            <a:r>
              <a:rPr lang="pt-BR" dirty="0"/>
              <a:t>Sistemas </a:t>
            </a:r>
            <a:r>
              <a:rPr lang="pt-BR" dirty="0" err="1"/>
              <a:t>ciberfísicos</a:t>
            </a:r>
            <a:r>
              <a:rPr lang="pt-BR" dirty="0"/>
              <a:t> (cyber-</a:t>
            </a:r>
            <a:r>
              <a:rPr lang="pt-BR" dirty="0" err="1"/>
              <a:t>phisics</a:t>
            </a:r>
            <a:r>
              <a:rPr lang="pt-BR" dirty="0"/>
              <a:t>)</a:t>
            </a:r>
          </a:p>
          <a:p>
            <a:r>
              <a:rPr lang="pt-BR" dirty="0"/>
              <a:t>Sistemas de defesa</a:t>
            </a:r>
          </a:p>
          <a:p>
            <a:r>
              <a:rPr lang="pt-BR" dirty="0"/>
              <a:t>Sistemas de transporte</a:t>
            </a:r>
          </a:p>
          <a:p>
            <a:r>
              <a:rPr lang="pt-BR" dirty="0"/>
              <a:t>Sistemas espaciais</a:t>
            </a:r>
          </a:p>
          <a:p>
            <a:r>
              <a:rPr lang="pt-BR" dirty="0"/>
              <a:t>Sistemas Médicos</a:t>
            </a:r>
          </a:p>
          <a:p>
            <a:r>
              <a:rPr lang="pt-BR" dirty="0"/>
              <a:t>Sistemas de gestão</a:t>
            </a:r>
          </a:p>
        </p:txBody>
      </p:sp>
    </p:spTree>
    <p:extLst>
      <p:ext uri="{BB962C8B-B14F-4D97-AF65-F5344CB8AC3E}">
        <p14:creationId xmlns:p14="http://schemas.microsoft.com/office/powerpoint/2010/main" val="397605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F242E-EC2F-41FE-A0D7-29AC1F8EB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Parte 8 – Conhecimento Emergente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70590-13F5-474B-A0CC-F0589B7A8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815" y="1690688"/>
            <a:ext cx="11188505" cy="4486275"/>
          </a:xfrm>
        </p:spPr>
        <p:txBody>
          <a:bodyPr>
            <a:normAutofit/>
          </a:bodyPr>
          <a:lstStyle/>
          <a:p>
            <a:r>
              <a:rPr lang="pt-BR" dirty="0"/>
              <a:t>Tópicos Emergentes. Na versão Maio 2021 do </a:t>
            </a:r>
            <a:r>
              <a:rPr lang="pt-BR" dirty="0" err="1"/>
              <a:t>SEBok</a:t>
            </a:r>
            <a:r>
              <a:rPr lang="pt-BR" dirty="0"/>
              <a:t>, são:</a:t>
            </a:r>
          </a:p>
          <a:p>
            <a:pPr lvl="1"/>
            <a:r>
              <a:rPr lang="pt-BR" dirty="0"/>
              <a:t>A Engenharia ‘em Transformação’ (Eng. Sistemas como o fator de transformação)</a:t>
            </a:r>
          </a:p>
          <a:p>
            <a:pPr lvl="1"/>
            <a:r>
              <a:rPr lang="pt-BR" dirty="0"/>
              <a:t>Sistemas Sociotécnicos</a:t>
            </a:r>
          </a:p>
          <a:p>
            <a:pPr lvl="1"/>
            <a:r>
              <a:rPr lang="pt-BR" dirty="0"/>
              <a:t>Inteligência Artificial - IA </a:t>
            </a:r>
          </a:p>
          <a:p>
            <a:pPr lvl="1"/>
            <a:r>
              <a:rPr lang="pt-BR" dirty="0"/>
              <a:t>Verificação e Validação em Sistemas Intensivos de IA</a:t>
            </a:r>
          </a:p>
          <a:p>
            <a:pPr lvl="1"/>
            <a:r>
              <a:rPr lang="pt-BR" dirty="0"/>
              <a:t>Transição da Engenharia de Sistemas para um Disciplina baseada em modelagem</a:t>
            </a:r>
          </a:p>
          <a:p>
            <a:pPr lvl="1"/>
            <a:r>
              <a:rPr lang="pt-BR" dirty="0"/>
              <a:t>Engenharia Digital</a:t>
            </a:r>
          </a:p>
          <a:p>
            <a:pPr lvl="1"/>
            <a:r>
              <a:rPr lang="pt-BR" dirty="0"/>
              <a:t>Engenharia Baseada em Conjuntos</a:t>
            </a:r>
          </a:p>
          <a:p>
            <a:pPr lvl="1"/>
            <a:endParaRPr lang="pt-BR" dirty="0"/>
          </a:p>
          <a:p>
            <a:r>
              <a:rPr lang="pt-BR" dirty="0"/>
              <a:t>Pesquisa e Desenvolvimento (P&amp;D) Emergente </a:t>
            </a:r>
          </a:p>
        </p:txBody>
      </p:sp>
    </p:spTree>
    <p:extLst>
      <p:ext uri="{BB962C8B-B14F-4D97-AF65-F5344CB8AC3E}">
        <p14:creationId xmlns:p14="http://schemas.microsoft.com/office/powerpoint/2010/main" val="123860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621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Engenharia de Sistemas Estrutura do SEBok</vt:lpstr>
      <vt:lpstr>Estrutura de Hierarquia de Partes do SEBok</vt:lpstr>
      <vt:lpstr>Teste sobre os Fundamentos Engenharia de Sistemas (SEBok)</vt:lpstr>
      <vt:lpstr>Parte 2 – Fundamentos da Eng. de Sistemas 5 Áreas de Conhecimento</vt:lpstr>
      <vt:lpstr>Parte 3 – Engenharia e Gerenciamento de Sistemas 9 Áreas de Conhecimento</vt:lpstr>
      <vt:lpstr>Parte 4 – Aplicações da Engenharia de Sistemas 4 Áreas de Conhecimento</vt:lpstr>
      <vt:lpstr>Parte 5 – Habilitando a Engenharia de Sistemas 3 Áreas de Conhecimento</vt:lpstr>
      <vt:lpstr>Parte 6 – Disciplinas relacionadas 6 Áreas de Conhecimento</vt:lpstr>
      <vt:lpstr>Parte 7 – Exemplos (Cases) de Implementação da Engenharia de Sistemas </vt:lpstr>
      <vt:lpstr>Parte 8 – Conhecimento Emergente </vt:lpstr>
    </vt:vector>
  </TitlesOfParts>
  <Company>PUC-CAMPINAS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A TICs nas Empresas</dc:title>
  <dc:creator>coord.ntic;IVAN GRANJA</dc:creator>
  <cp:lastModifiedBy>Ivan Granja</cp:lastModifiedBy>
  <cp:revision>66</cp:revision>
  <dcterms:created xsi:type="dcterms:W3CDTF">2016-02-26T13:12:04Z</dcterms:created>
  <dcterms:modified xsi:type="dcterms:W3CDTF">2022-11-17T17:44:29Z</dcterms:modified>
</cp:coreProperties>
</file>