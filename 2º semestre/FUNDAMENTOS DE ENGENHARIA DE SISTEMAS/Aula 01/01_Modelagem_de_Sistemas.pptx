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345" r:id="rId5"/>
    <p:sldId id="259" r:id="rId6"/>
    <p:sldId id="260" r:id="rId7"/>
    <p:sldId id="261" r:id="rId8"/>
    <p:sldId id="341" r:id="rId9"/>
    <p:sldId id="337" r:id="rId10"/>
    <p:sldId id="335" r:id="rId11"/>
    <p:sldId id="340" r:id="rId12"/>
    <p:sldId id="343" r:id="rId13"/>
    <p:sldId id="336" r:id="rId14"/>
    <p:sldId id="342" r:id="rId15"/>
    <p:sldId id="344" r:id="rId16"/>
    <p:sldId id="348" r:id="rId17"/>
    <p:sldId id="346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d0a12471-25a3-466a-a647-7cb796ed786c" providerId="ADAL" clId="{5610FB00-8329-4067-B3EF-4059EB9B7E01}"/>
    <pc:docChg chg="custSel modSld">
      <pc:chgData name="Ivan Granja" userId="d0a12471-25a3-466a-a647-7cb796ed786c" providerId="ADAL" clId="{5610FB00-8329-4067-B3EF-4059EB9B7E01}" dt="2021-08-03T10:30:48.736" v="89" actId="122"/>
      <pc:docMkLst>
        <pc:docMk/>
      </pc:docMkLst>
      <pc:sldChg chg="modSp mod">
        <pc:chgData name="Ivan Granja" userId="d0a12471-25a3-466a-a647-7cb796ed786c" providerId="ADAL" clId="{5610FB00-8329-4067-B3EF-4059EB9B7E01}" dt="2021-08-03T10:30:27.038" v="88" actId="20577"/>
        <pc:sldMkLst>
          <pc:docMk/>
          <pc:sldMk cId="2873310479" sldId="288"/>
        </pc:sldMkLst>
        <pc:spChg chg="mod">
          <ac:chgData name="Ivan Granja" userId="d0a12471-25a3-466a-a647-7cb796ed786c" providerId="ADAL" clId="{5610FB00-8329-4067-B3EF-4059EB9B7E01}" dt="2021-08-03T10:30:27.038" v="88" actId="20577"/>
          <ac:spMkLst>
            <pc:docMk/>
            <pc:sldMk cId="2873310479" sldId="288"/>
            <ac:spMk id="3" creationId="{00000000-0000-0000-0000-000000000000}"/>
          </ac:spMkLst>
        </pc:spChg>
      </pc:sldChg>
      <pc:sldChg chg="modSp mod">
        <pc:chgData name="Ivan Granja" userId="d0a12471-25a3-466a-a647-7cb796ed786c" providerId="ADAL" clId="{5610FB00-8329-4067-B3EF-4059EB9B7E01}" dt="2021-08-03T10:30:48.736" v="89" actId="122"/>
        <pc:sldMkLst>
          <pc:docMk/>
          <pc:sldMk cId="0" sldId="289"/>
        </pc:sldMkLst>
        <pc:spChg chg="mod">
          <ac:chgData name="Ivan Granja" userId="d0a12471-25a3-466a-a647-7cb796ed786c" providerId="ADAL" clId="{5610FB00-8329-4067-B3EF-4059EB9B7E01}" dt="2021-08-03T10:30:48.736" v="89" actId="122"/>
          <ac:spMkLst>
            <pc:docMk/>
            <pc:sldMk cId="0" sldId="289"/>
            <ac:spMk id="132098" creationId="{4CA77B1B-9BB8-4EC2-9EDA-F5B9F36FA74D}"/>
          </ac:spMkLst>
        </pc:spChg>
      </pc:sldChg>
    </pc:docChg>
  </pc:docChgLst>
  <pc:docChgLst>
    <pc:chgData name="Ivan Granja" userId="d0a12471-25a3-466a-a647-7cb796ed786c" providerId="ADAL" clId="{5B044D06-029C-496D-87B8-A9142683B341}"/>
    <pc:docChg chg="undo custSel addSld delSld modSld sldOrd">
      <pc:chgData name="Ivan Granja" userId="d0a12471-25a3-466a-a647-7cb796ed786c" providerId="ADAL" clId="{5B044D06-029C-496D-87B8-A9142683B341}" dt="2020-08-09T22:01:49.224" v="1537" actId="20577"/>
      <pc:docMkLst>
        <pc:docMk/>
      </pc:docMkLst>
      <pc:sldChg chg="modSp mod">
        <pc:chgData name="Ivan Granja" userId="d0a12471-25a3-466a-a647-7cb796ed786c" providerId="ADAL" clId="{5B044D06-029C-496D-87B8-A9142683B341}" dt="2020-08-02T02:13:23.573" v="1493" actId="20577"/>
        <pc:sldMkLst>
          <pc:docMk/>
          <pc:sldMk cId="1201363542" sldId="256"/>
        </pc:sldMkLst>
        <pc:spChg chg="mod">
          <ac:chgData name="Ivan Granja" userId="d0a12471-25a3-466a-a647-7cb796ed786c" providerId="ADAL" clId="{5B044D06-029C-496D-87B8-A9142683B341}" dt="2020-08-02T01:15:18.528" v="20" actId="20577"/>
          <ac:spMkLst>
            <pc:docMk/>
            <pc:sldMk cId="1201363542" sldId="256"/>
            <ac:spMk id="2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2:13:23.573" v="1493" actId="20577"/>
          <ac:spMkLst>
            <pc:docMk/>
            <pc:sldMk cId="1201363542" sldId="256"/>
            <ac:spMk id="3" creationId="{00000000-0000-0000-0000-000000000000}"/>
          </ac:spMkLst>
        </pc:spChg>
      </pc:sldChg>
      <pc:sldChg chg="del">
        <pc:chgData name="Ivan Granja" userId="d0a12471-25a3-466a-a647-7cb796ed786c" providerId="ADAL" clId="{5B044D06-029C-496D-87B8-A9142683B341}" dt="2020-08-02T02:11:58.032" v="1492" actId="47"/>
        <pc:sldMkLst>
          <pc:docMk/>
          <pc:sldMk cId="919794181" sldId="258"/>
        </pc:sldMkLst>
      </pc:sldChg>
      <pc:sldChg chg="addSp delSp modSp mod">
        <pc:chgData name="Ivan Granja" userId="d0a12471-25a3-466a-a647-7cb796ed786c" providerId="ADAL" clId="{5B044D06-029C-496D-87B8-A9142683B341}" dt="2020-08-02T01:32:46.628" v="323" actId="1035"/>
        <pc:sldMkLst>
          <pc:docMk/>
          <pc:sldMk cId="3830582881" sldId="259"/>
        </pc:sldMkLst>
        <pc:spChg chg="add del mod">
          <ac:chgData name="Ivan Granja" userId="d0a12471-25a3-466a-a647-7cb796ed786c" providerId="ADAL" clId="{5B044D06-029C-496D-87B8-A9142683B341}" dt="2020-08-02T01:29:42.119" v="293" actId="478"/>
          <ac:spMkLst>
            <pc:docMk/>
            <pc:sldMk cId="3830582881" sldId="259"/>
            <ac:spMk id="3" creationId="{46D03010-BD69-4062-87BE-17F199098283}"/>
          </ac:spMkLst>
        </pc:spChg>
        <pc:spChg chg="mod">
          <ac:chgData name="Ivan Granja" userId="d0a12471-25a3-466a-a647-7cb796ed786c" providerId="ADAL" clId="{5B044D06-029C-496D-87B8-A9142683B341}" dt="2020-08-02T01:31:27.605" v="316" actId="1076"/>
          <ac:spMkLst>
            <pc:docMk/>
            <pc:sldMk cId="3830582881" sldId="259"/>
            <ac:spMk id="6147" creationId="{00000000-0000-0000-0000-000000000000}"/>
          </ac:spMkLst>
        </pc:spChg>
        <pc:spChg chg="del mod">
          <ac:chgData name="Ivan Granja" userId="d0a12471-25a3-466a-a647-7cb796ed786c" providerId="ADAL" clId="{5B044D06-029C-496D-87B8-A9142683B341}" dt="2020-08-02T01:29:38.271" v="292" actId="478"/>
          <ac:spMkLst>
            <pc:docMk/>
            <pc:sldMk cId="3830582881" sldId="259"/>
            <ac:spMk id="6148" creationId="{00000000-0000-0000-0000-000000000000}"/>
          </ac:spMkLst>
        </pc:spChg>
        <pc:picChg chg="add mod">
          <ac:chgData name="Ivan Granja" userId="d0a12471-25a3-466a-a647-7cb796ed786c" providerId="ADAL" clId="{5B044D06-029C-496D-87B8-A9142683B341}" dt="2020-08-02T01:31:47.585" v="320" actId="14100"/>
          <ac:picMkLst>
            <pc:docMk/>
            <pc:sldMk cId="3830582881" sldId="259"/>
            <ac:picMk id="5" creationId="{CD03078A-4408-4987-866E-387BFC1B3BDD}"/>
          </ac:picMkLst>
        </pc:picChg>
        <pc:picChg chg="add mod">
          <ac:chgData name="Ivan Granja" userId="d0a12471-25a3-466a-a647-7cb796ed786c" providerId="ADAL" clId="{5B044D06-029C-496D-87B8-A9142683B341}" dt="2020-08-02T01:32:46.628" v="323" actId="1035"/>
          <ac:picMkLst>
            <pc:docMk/>
            <pc:sldMk cId="3830582881" sldId="259"/>
            <ac:picMk id="7" creationId="{1454A203-921D-4C4D-94E5-568E45726185}"/>
          </ac:picMkLst>
        </pc:picChg>
      </pc:sldChg>
      <pc:sldChg chg="del">
        <pc:chgData name="Ivan Granja" userId="d0a12471-25a3-466a-a647-7cb796ed786c" providerId="ADAL" clId="{5B044D06-029C-496D-87B8-A9142683B341}" dt="2020-08-02T02:17:53.013" v="1504" actId="2696"/>
        <pc:sldMkLst>
          <pc:docMk/>
          <pc:sldMk cId="1925147206" sldId="261"/>
        </pc:sldMkLst>
      </pc:sldChg>
      <pc:sldChg chg="modSp mod">
        <pc:chgData name="Ivan Granja" userId="d0a12471-25a3-466a-a647-7cb796ed786c" providerId="ADAL" clId="{5B044D06-029C-496D-87B8-A9142683B341}" dt="2020-08-02T02:16:35.683" v="1500"/>
        <pc:sldMkLst>
          <pc:docMk/>
          <pc:sldMk cId="593275043" sldId="262"/>
        </pc:sldMkLst>
        <pc:spChg chg="mod">
          <ac:chgData name="Ivan Granja" userId="d0a12471-25a3-466a-a647-7cb796ed786c" providerId="ADAL" clId="{5B044D06-029C-496D-87B8-A9142683B341}" dt="2020-08-02T01:16:22.072" v="56" actId="20577"/>
          <ac:spMkLst>
            <pc:docMk/>
            <pc:sldMk cId="593275043" sldId="262"/>
            <ac:spMk id="2" creationId="{00000000-0000-0000-0000-000000000000}"/>
          </ac:spMkLst>
        </pc:spChg>
        <pc:graphicFrameChg chg="mod modGraphic">
          <ac:chgData name="Ivan Granja" userId="d0a12471-25a3-466a-a647-7cb796ed786c" providerId="ADAL" clId="{5B044D06-029C-496D-87B8-A9142683B341}" dt="2020-08-02T02:16:35.683" v="1500"/>
          <ac:graphicFrameMkLst>
            <pc:docMk/>
            <pc:sldMk cId="593275043" sldId="262"/>
            <ac:graphicFrameMk id="5" creationId="{00000000-0000-0000-0000-000000000000}"/>
          </ac:graphicFrameMkLst>
        </pc:graphicFrameChg>
      </pc:sldChg>
      <pc:sldChg chg="del">
        <pc:chgData name="Ivan Granja" userId="d0a12471-25a3-466a-a647-7cb796ed786c" providerId="ADAL" clId="{5B044D06-029C-496D-87B8-A9142683B341}" dt="2020-08-02T02:18:00.973" v="1506" actId="47"/>
        <pc:sldMkLst>
          <pc:docMk/>
          <pc:sldMk cId="3531393047" sldId="263"/>
        </pc:sldMkLst>
      </pc:sldChg>
      <pc:sldChg chg="del">
        <pc:chgData name="Ivan Granja" userId="d0a12471-25a3-466a-a647-7cb796ed786c" providerId="ADAL" clId="{5B044D06-029C-496D-87B8-A9142683B341}" dt="2020-08-02T02:18:01.683" v="1507" actId="47"/>
        <pc:sldMkLst>
          <pc:docMk/>
          <pc:sldMk cId="2856652731" sldId="264"/>
        </pc:sldMkLst>
      </pc:sldChg>
      <pc:sldChg chg="del">
        <pc:chgData name="Ivan Granja" userId="d0a12471-25a3-466a-a647-7cb796ed786c" providerId="ADAL" clId="{5B044D06-029C-496D-87B8-A9142683B341}" dt="2020-08-02T02:18:02.217" v="1508" actId="47"/>
        <pc:sldMkLst>
          <pc:docMk/>
          <pc:sldMk cId="4087180314" sldId="265"/>
        </pc:sldMkLst>
      </pc:sldChg>
      <pc:sldChg chg="del">
        <pc:chgData name="Ivan Granja" userId="d0a12471-25a3-466a-a647-7cb796ed786c" providerId="ADAL" clId="{5B044D06-029C-496D-87B8-A9142683B341}" dt="2020-08-02T02:18:02.774" v="1509" actId="47"/>
        <pc:sldMkLst>
          <pc:docMk/>
          <pc:sldMk cId="518279953" sldId="266"/>
        </pc:sldMkLst>
      </pc:sldChg>
      <pc:sldChg chg="del">
        <pc:chgData name="Ivan Granja" userId="d0a12471-25a3-466a-a647-7cb796ed786c" providerId="ADAL" clId="{5B044D06-029C-496D-87B8-A9142683B341}" dt="2020-08-02T02:18:03.280" v="1510" actId="47"/>
        <pc:sldMkLst>
          <pc:docMk/>
          <pc:sldMk cId="757525701" sldId="267"/>
        </pc:sldMkLst>
      </pc:sldChg>
      <pc:sldChg chg="del">
        <pc:chgData name="Ivan Granja" userId="d0a12471-25a3-466a-a647-7cb796ed786c" providerId="ADAL" clId="{5B044D06-029C-496D-87B8-A9142683B341}" dt="2020-08-02T02:18:04.423" v="1512" actId="47"/>
        <pc:sldMkLst>
          <pc:docMk/>
          <pc:sldMk cId="3549269256" sldId="268"/>
        </pc:sldMkLst>
      </pc:sldChg>
      <pc:sldChg chg="del">
        <pc:chgData name="Ivan Granja" userId="d0a12471-25a3-466a-a647-7cb796ed786c" providerId="ADAL" clId="{5B044D06-029C-496D-87B8-A9142683B341}" dt="2020-08-02T02:18:04.933" v="1513" actId="47"/>
        <pc:sldMkLst>
          <pc:docMk/>
          <pc:sldMk cId="1000993009" sldId="269"/>
        </pc:sldMkLst>
      </pc:sldChg>
      <pc:sldChg chg="del">
        <pc:chgData name="Ivan Granja" userId="d0a12471-25a3-466a-a647-7cb796ed786c" providerId="ADAL" clId="{5B044D06-029C-496D-87B8-A9142683B341}" dt="2020-08-02T02:18:05.582" v="1514" actId="47"/>
        <pc:sldMkLst>
          <pc:docMk/>
          <pc:sldMk cId="239420357" sldId="270"/>
        </pc:sldMkLst>
      </pc:sldChg>
      <pc:sldChg chg="del">
        <pc:chgData name="Ivan Granja" userId="d0a12471-25a3-466a-a647-7cb796ed786c" providerId="ADAL" clId="{5B044D06-029C-496D-87B8-A9142683B341}" dt="2020-08-02T02:18:03.865" v="1511" actId="47"/>
        <pc:sldMkLst>
          <pc:docMk/>
          <pc:sldMk cId="1270784930" sldId="271"/>
        </pc:sldMkLst>
      </pc:sldChg>
      <pc:sldChg chg="del">
        <pc:chgData name="Ivan Granja" userId="d0a12471-25a3-466a-a647-7cb796ed786c" providerId="ADAL" clId="{5B044D06-029C-496D-87B8-A9142683B341}" dt="2020-08-02T02:17:59.454" v="1505" actId="47"/>
        <pc:sldMkLst>
          <pc:docMk/>
          <pc:sldMk cId="820209512" sldId="272"/>
        </pc:sldMkLst>
      </pc:sldChg>
      <pc:sldChg chg="modSp add mod">
        <pc:chgData name="Ivan Granja" userId="d0a12471-25a3-466a-a647-7cb796ed786c" providerId="ADAL" clId="{5B044D06-029C-496D-87B8-A9142683B341}" dt="2020-08-09T22:01:49.224" v="1537" actId="20577"/>
        <pc:sldMkLst>
          <pc:docMk/>
          <pc:sldMk cId="3140837240" sldId="273"/>
        </pc:sldMkLst>
        <pc:spChg chg="mod">
          <ac:chgData name="Ivan Granja" userId="d0a12471-25a3-466a-a647-7cb796ed786c" providerId="ADAL" clId="{5B044D06-029C-496D-87B8-A9142683B341}" dt="2020-08-02T01:22:59.473" v="289" actId="20577"/>
          <ac:spMkLst>
            <pc:docMk/>
            <pc:sldMk cId="3140837240" sldId="273"/>
            <ac:spMk id="2" creationId="{00000000-0000-0000-0000-000000000000}"/>
          </ac:spMkLst>
        </pc:spChg>
        <pc:graphicFrameChg chg="modGraphic">
          <ac:chgData name="Ivan Granja" userId="d0a12471-25a3-466a-a647-7cb796ed786c" providerId="ADAL" clId="{5B044D06-029C-496D-87B8-A9142683B341}" dt="2020-08-09T22:01:49.224" v="1537" actId="20577"/>
          <ac:graphicFrameMkLst>
            <pc:docMk/>
            <pc:sldMk cId="3140837240" sldId="273"/>
            <ac:graphicFrameMk id="5" creationId="{00000000-0000-0000-0000-000000000000}"/>
          </ac:graphicFrameMkLst>
        </pc:graphicFrameChg>
      </pc:sldChg>
      <pc:sldChg chg="addSp modSp add mod">
        <pc:chgData name="Ivan Granja" userId="d0a12471-25a3-466a-a647-7cb796ed786c" providerId="ADAL" clId="{5B044D06-029C-496D-87B8-A9142683B341}" dt="2020-08-02T02:17:08.042" v="1503" actId="20577"/>
        <pc:sldMkLst>
          <pc:docMk/>
          <pc:sldMk cId="2875105139" sldId="274"/>
        </pc:sldMkLst>
        <pc:spChg chg="mod">
          <ac:chgData name="Ivan Granja" userId="d0a12471-25a3-466a-a647-7cb796ed786c" providerId="ADAL" clId="{5B044D06-029C-496D-87B8-A9142683B341}" dt="2020-08-02T01:22:46.575" v="287" actId="20577"/>
          <ac:spMkLst>
            <pc:docMk/>
            <pc:sldMk cId="2875105139" sldId="274"/>
            <ac:spMk id="2" creationId="{00000000-0000-0000-0000-000000000000}"/>
          </ac:spMkLst>
        </pc:spChg>
        <pc:spChg chg="add mod">
          <ac:chgData name="Ivan Granja" userId="d0a12471-25a3-466a-a647-7cb796ed786c" providerId="ADAL" clId="{5B044D06-029C-496D-87B8-A9142683B341}" dt="2020-08-02T01:22:04.199" v="271" actId="14100"/>
          <ac:spMkLst>
            <pc:docMk/>
            <pc:sldMk cId="2875105139" sldId="274"/>
            <ac:spMk id="4" creationId="{18F317BD-3757-4DD0-95F1-EEA82F993D5E}"/>
          </ac:spMkLst>
        </pc:spChg>
        <pc:spChg chg="add mod">
          <ac:chgData name="Ivan Granja" userId="d0a12471-25a3-466a-a647-7cb796ed786c" providerId="ADAL" clId="{5B044D06-029C-496D-87B8-A9142683B341}" dt="2020-08-02T01:21:57.757" v="270" actId="20577"/>
          <ac:spMkLst>
            <pc:docMk/>
            <pc:sldMk cId="2875105139" sldId="274"/>
            <ac:spMk id="6" creationId="{7DCA8C33-A180-4734-88E2-C1D7DFAFC803}"/>
          </ac:spMkLst>
        </pc:spChg>
        <pc:spChg chg="add mod">
          <ac:chgData name="Ivan Granja" userId="d0a12471-25a3-466a-a647-7cb796ed786c" providerId="ADAL" clId="{5B044D06-029C-496D-87B8-A9142683B341}" dt="2020-08-02T02:17:08.042" v="1503" actId="20577"/>
          <ac:spMkLst>
            <pc:docMk/>
            <pc:sldMk cId="2875105139" sldId="274"/>
            <ac:spMk id="7" creationId="{A971F315-031B-46DD-B514-F0F9AE1EE32C}"/>
          </ac:spMkLst>
        </pc:spChg>
      </pc:sldChg>
      <pc:sldChg chg="add del">
        <pc:chgData name="Ivan Granja" userId="d0a12471-25a3-466a-a647-7cb796ed786c" providerId="ADAL" clId="{5B044D06-029C-496D-87B8-A9142683B341}" dt="2020-08-02T02:11:53.924" v="1491" actId="47"/>
        <pc:sldMkLst>
          <pc:docMk/>
          <pc:sldMk cId="3325001757" sldId="275"/>
        </pc:sldMkLst>
      </pc:sldChg>
      <pc:sldChg chg="modSp add mod">
        <pc:chgData name="Ivan Granja" userId="d0a12471-25a3-466a-a647-7cb796ed786c" providerId="ADAL" clId="{5B044D06-029C-496D-87B8-A9142683B341}" dt="2020-08-02T01:43:31.864" v="513" actId="14100"/>
        <pc:sldMkLst>
          <pc:docMk/>
          <pc:sldMk cId="234818704" sldId="276"/>
        </pc:sldMkLst>
        <pc:spChg chg="mod">
          <ac:chgData name="Ivan Granja" userId="d0a12471-25a3-466a-a647-7cb796ed786c" providerId="ADAL" clId="{5B044D06-029C-496D-87B8-A9142683B341}" dt="2020-08-02T01:43:31.864" v="513" actId="14100"/>
          <ac:spMkLst>
            <pc:docMk/>
            <pc:sldMk cId="234818704" sldId="276"/>
            <ac:spMk id="3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43:26.404" v="512" actId="20577"/>
          <ac:spMkLst>
            <pc:docMk/>
            <pc:sldMk cId="234818704" sldId="276"/>
            <ac:spMk id="27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43:20.415" v="507" actId="20577"/>
          <ac:spMkLst>
            <pc:docMk/>
            <pc:sldMk cId="234818704" sldId="276"/>
            <ac:spMk id="31" creationId="{00000000-0000-0000-0000-000000000000}"/>
          </ac:spMkLst>
        </pc:spChg>
      </pc:sldChg>
      <pc:sldChg chg="modSp add mod ord">
        <pc:chgData name="Ivan Granja" userId="d0a12471-25a3-466a-a647-7cb796ed786c" providerId="ADAL" clId="{5B044D06-029C-496D-87B8-A9142683B341}" dt="2020-08-02T01:44:18.373" v="524"/>
        <pc:sldMkLst>
          <pc:docMk/>
          <pc:sldMk cId="268673754" sldId="277"/>
        </pc:sldMkLst>
        <pc:spChg chg="mod">
          <ac:chgData name="Ivan Granja" userId="d0a12471-25a3-466a-a647-7cb796ed786c" providerId="ADAL" clId="{5B044D06-029C-496D-87B8-A9142683B341}" dt="2020-08-02T01:37:48.524" v="325" actId="113"/>
          <ac:spMkLst>
            <pc:docMk/>
            <pc:sldMk cId="268673754" sldId="277"/>
            <ac:spMk id="3" creationId="{00000000-0000-0000-0000-000000000000}"/>
          </ac:spMkLst>
        </pc:spChg>
      </pc:sldChg>
      <pc:sldChg chg="modSp add mod">
        <pc:chgData name="Ivan Granja" userId="d0a12471-25a3-466a-a647-7cb796ed786c" providerId="ADAL" clId="{5B044D06-029C-496D-87B8-A9142683B341}" dt="2020-08-02T01:43:57.456" v="522" actId="20577"/>
        <pc:sldMkLst>
          <pc:docMk/>
          <pc:sldMk cId="3945787129" sldId="278"/>
        </pc:sldMkLst>
        <pc:spChg chg="mod">
          <ac:chgData name="Ivan Granja" userId="d0a12471-25a3-466a-a647-7cb796ed786c" providerId="ADAL" clId="{5B044D06-029C-496D-87B8-A9142683B341}" dt="2020-08-02T01:43:57.456" v="522" actId="20577"/>
          <ac:spMkLst>
            <pc:docMk/>
            <pc:sldMk cId="3945787129" sldId="278"/>
            <ac:spMk id="3" creationId="{00000000-0000-0000-0000-000000000000}"/>
          </ac:spMkLst>
        </pc:spChg>
      </pc:sldChg>
      <pc:sldChg chg="addSp modSp add mod">
        <pc:chgData name="Ivan Granja" userId="d0a12471-25a3-466a-a647-7cb796ed786c" providerId="ADAL" clId="{5B044D06-029C-496D-87B8-A9142683B341}" dt="2020-08-02T01:58:46.403" v="1058" actId="20577"/>
        <pc:sldMkLst>
          <pc:docMk/>
          <pc:sldMk cId="2685936931" sldId="279"/>
        </pc:sldMkLst>
        <pc:spChg chg="mod">
          <ac:chgData name="Ivan Granja" userId="d0a12471-25a3-466a-a647-7cb796ed786c" providerId="ADAL" clId="{5B044D06-029C-496D-87B8-A9142683B341}" dt="2020-08-02T01:38:07.942" v="346" actId="20577"/>
          <ac:spMkLst>
            <pc:docMk/>
            <pc:sldMk cId="2685936931" sldId="279"/>
            <ac:spMk id="2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58:46.403" v="1058" actId="20577"/>
          <ac:spMkLst>
            <pc:docMk/>
            <pc:sldMk cId="2685936931" sldId="279"/>
            <ac:spMk id="3" creationId="{00000000-0000-0000-0000-000000000000}"/>
          </ac:spMkLst>
        </pc:spChg>
        <pc:picChg chg="add mod">
          <ac:chgData name="Ivan Granja" userId="d0a12471-25a3-466a-a647-7cb796ed786c" providerId="ADAL" clId="{5B044D06-029C-496D-87B8-A9142683B341}" dt="2020-08-02T01:54:12.668" v="760" actId="1035"/>
          <ac:picMkLst>
            <pc:docMk/>
            <pc:sldMk cId="2685936931" sldId="279"/>
            <ac:picMk id="5" creationId="{0E4DC3E0-FC27-4591-BA79-A4E09A4E9557}"/>
          </ac:picMkLst>
        </pc:picChg>
      </pc:sldChg>
      <pc:sldChg chg="add">
        <pc:chgData name="Ivan Granja" userId="d0a12471-25a3-466a-a647-7cb796ed786c" providerId="ADAL" clId="{5B044D06-029C-496D-87B8-A9142683B341}" dt="2020-08-02T01:36:15.931" v="324"/>
        <pc:sldMkLst>
          <pc:docMk/>
          <pc:sldMk cId="2873310479" sldId="288"/>
        </pc:sldMkLst>
      </pc:sldChg>
      <pc:sldChg chg="modSp add mod">
        <pc:chgData name="Ivan Granja" userId="d0a12471-25a3-466a-a647-7cb796ed786c" providerId="ADAL" clId="{5B044D06-029C-496D-87B8-A9142683B341}" dt="2020-08-02T02:15:07.844" v="1499" actId="20577"/>
        <pc:sldMkLst>
          <pc:docMk/>
          <pc:sldMk cId="0" sldId="289"/>
        </pc:sldMkLst>
        <pc:spChg chg="mod">
          <ac:chgData name="Ivan Granja" userId="d0a12471-25a3-466a-a647-7cb796ed786c" providerId="ADAL" clId="{5B044D06-029C-496D-87B8-A9142683B341}" dt="2020-08-02T01:41:48.366" v="455" actId="20577"/>
          <ac:spMkLst>
            <pc:docMk/>
            <pc:sldMk cId="0" sldId="289"/>
            <ac:spMk id="132098" creationId="{4CA77B1B-9BB8-4EC2-9EDA-F5B9F36FA74D}"/>
          </ac:spMkLst>
        </pc:spChg>
        <pc:spChg chg="mod">
          <ac:chgData name="Ivan Granja" userId="d0a12471-25a3-466a-a647-7cb796ed786c" providerId="ADAL" clId="{5B044D06-029C-496D-87B8-A9142683B341}" dt="2020-08-02T02:15:07.844" v="1499" actId="20577"/>
          <ac:spMkLst>
            <pc:docMk/>
            <pc:sldMk cId="0" sldId="289"/>
            <ac:spMk id="132099" creationId="{F61D5B3A-968D-4DF4-9FE8-632722055F25}"/>
          </ac:spMkLst>
        </pc:spChg>
      </pc:sldChg>
      <pc:sldChg chg="modSp add mod">
        <pc:chgData name="Ivan Granja" userId="d0a12471-25a3-466a-a647-7cb796ed786c" providerId="ADAL" clId="{5B044D06-029C-496D-87B8-A9142683B341}" dt="2020-08-02T02:08:54.249" v="1395" actId="1036"/>
        <pc:sldMkLst>
          <pc:docMk/>
          <pc:sldMk cId="0" sldId="290"/>
        </pc:sldMkLst>
        <pc:spChg chg="mod">
          <ac:chgData name="Ivan Granja" userId="d0a12471-25a3-466a-a647-7cb796ed786c" providerId="ADAL" clId="{5B044D06-029C-496D-87B8-A9142683B341}" dt="2020-08-02T02:01:10.348" v="1122" actId="20577"/>
          <ac:spMkLst>
            <pc:docMk/>
            <pc:sldMk cId="0" sldId="290"/>
            <ac:spMk id="108546" creationId="{C6AD5A48-C3D3-44D7-B305-DD7C0BEA5687}"/>
          </ac:spMkLst>
        </pc:spChg>
        <pc:spChg chg="mod">
          <ac:chgData name="Ivan Granja" userId="d0a12471-25a3-466a-a647-7cb796ed786c" providerId="ADAL" clId="{5B044D06-029C-496D-87B8-A9142683B341}" dt="2020-08-02T02:08:43.039" v="1382" actId="114"/>
          <ac:spMkLst>
            <pc:docMk/>
            <pc:sldMk cId="0" sldId="290"/>
            <ac:spMk id="108547" creationId="{C6D14FED-F918-4017-9228-76F6B4419AF3}"/>
          </ac:spMkLst>
        </pc:spChg>
        <pc:spChg chg="mod">
          <ac:chgData name="Ivan Granja" userId="d0a12471-25a3-466a-a647-7cb796ed786c" providerId="ADAL" clId="{5B044D06-029C-496D-87B8-A9142683B341}" dt="2020-08-02T02:08:54.249" v="1395" actId="1036"/>
          <ac:spMkLst>
            <pc:docMk/>
            <pc:sldMk cId="0" sldId="290"/>
            <ac:spMk id="108548" creationId="{841A01A6-CD13-4293-8E98-20D33B91E9AA}"/>
          </ac:spMkLst>
        </pc:spChg>
      </pc:sldChg>
      <pc:sldChg chg="addSp delSp modSp add mod">
        <pc:chgData name="Ivan Granja" userId="d0a12471-25a3-466a-a647-7cb796ed786c" providerId="ADAL" clId="{5B044D06-029C-496D-87B8-A9142683B341}" dt="2020-08-02T02:11:12.266" v="1490" actId="20577"/>
        <pc:sldMkLst>
          <pc:docMk/>
          <pc:sldMk cId="0" sldId="291"/>
        </pc:sldMkLst>
        <pc:spChg chg="add del mod">
          <ac:chgData name="Ivan Granja" userId="d0a12471-25a3-466a-a647-7cb796ed786c" providerId="ADAL" clId="{5B044D06-029C-496D-87B8-A9142683B341}" dt="2020-08-02T02:01:38.879" v="1125" actId="478"/>
          <ac:spMkLst>
            <pc:docMk/>
            <pc:sldMk cId="0" sldId="291"/>
            <ac:spMk id="2" creationId="{1038B375-00B8-41D9-BA4E-340A5573F37C}"/>
          </ac:spMkLst>
        </pc:spChg>
        <pc:spChg chg="add mod">
          <ac:chgData name="Ivan Granja" userId="d0a12471-25a3-466a-a647-7cb796ed786c" providerId="ADAL" clId="{5B044D06-029C-496D-87B8-A9142683B341}" dt="2020-08-02T02:03:40.630" v="1228" actId="113"/>
          <ac:spMkLst>
            <pc:docMk/>
            <pc:sldMk cId="0" sldId="291"/>
            <ac:spMk id="3" creationId="{DCE33A2F-64B5-4271-95C6-5934308D56E7}"/>
          </ac:spMkLst>
        </pc:spChg>
        <pc:spChg chg="add mod">
          <ac:chgData name="Ivan Granja" userId="d0a12471-25a3-466a-a647-7cb796ed786c" providerId="ADAL" clId="{5B044D06-029C-496D-87B8-A9142683B341}" dt="2020-08-02T02:04:09.697" v="1248" actId="20577"/>
          <ac:spMkLst>
            <pc:docMk/>
            <pc:sldMk cId="0" sldId="291"/>
            <ac:spMk id="15" creationId="{81865975-2B20-42A0-A534-EF37782692F6}"/>
          </ac:spMkLst>
        </pc:spChg>
        <pc:spChg chg="add mod">
          <ac:chgData name="Ivan Granja" userId="d0a12471-25a3-466a-a647-7cb796ed786c" providerId="ADAL" clId="{5B044D06-029C-496D-87B8-A9142683B341}" dt="2020-08-02T02:05:46.312" v="1304" actId="14100"/>
          <ac:spMkLst>
            <pc:docMk/>
            <pc:sldMk cId="0" sldId="291"/>
            <ac:spMk id="16" creationId="{24D0809A-6443-4A1E-883C-000543F35AFB}"/>
          </ac:spMkLst>
        </pc:spChg>
        <pc:spChg chg="add mod">
          <ac:chgData name="Ivan Granja" userId="d0a12471-25a3-466a-a647-7cb796ed786c" providerId="ADAL" clId="{5B044D06-029C-496D-87B8-A9142683B341}" dt="2020-08-02T02:11:12.266" v="1490" actId="20577"/>
          <ac:spMkLst>
            <pc:docMk/>
            <pc:sldMk cId="0" sldId="291"/>
            <ac:spMk id="19" creationId="{53901301-B9BA-4573-B6C3-D85B2E140F40}"/>
          </ac:spMkLst>
        </pc:spChg>
        <pc:spChg chg="mod">
          <ac:chgData name="Ivan Granja" userId="d0a12471-25a3-466a-a647-7cb796ed786c" providerId="ADAL" clId="{5B044D06-029C-496D-87B8-A9142683B341}" dt="2020-08-02T02:05:21.839" v="1300" actId="14100"/>
          <ac:spMkLst>
            <pc:docMk/>
            <pc:sldMk cId="0" sldId="291"/>
            <ac:spMk id="109572" creationId="{8F43C3F2-BD85-4318-AD08-7BEB226BB4D8}"/>
          </ac:spMkLst>
        </pc:spChg>
        <pc:spChg chg="mod">
          <ac:chgData name="Ivan Granja" userId="d0a12471-25a3-466a-a647-7cb796ed786c" providerId="ADAL" clId="{5B044D06-029C-496D-87B8-A9142683B341}" dt="2020-08-02T02:02:19.902" v="1173" actId="1037"/>
          <ac:spMkLst>
            <pc:docMk/>
            <pc:sldMk cId="0" sldId="291"/>
            <ac:spMk id="109575" creationId="{FBC97350-2DAF-445C-A76E-2040C828EA00}"/>
          </ac:spMkLst>
        </pc:spChg>
        <pc:spChg chg="mod">
          <ac:chgData name="Ivan Granja" userId="d0a12471-25a3-466a-a647-7cb796ed786c" providerId="ADAL" clId="{5B044D06-029C-496D-87B8-A9142683B341}" dt="2020-08-02T02:04:25.078" v="1273" actId="1038"/>
          <ac:spMkLst>
            <pc:docMk/>
            <pc:sldMk cId="0" sldId="291"/>
            <ac:spMk id="109576" creationId="{BDECCB1C-7DD0-4EDC-93A3-240672FAB7C2}"/>
          </ac:spMkLst>
        </pc:spChg>
        <pc:spChg chg="mod">
          <ac:chgData name="Ivan Granja" userId="d0a12471-25a3-466a-a647-7cb796ed786c" providerId="ADAL" clId="{5B044D06-029C-496D-87B8-A9142683B341}" dt="2020-08-02T02:04:25.078" v="1273" actId="1038"/>
          <ac:spMkLst>
            <pc:docMk/>
            <pc:sldMk cId="0" sldId="291"/>
            <ac:spMk id="109579" creationId="{0457ADF7-96BC-452D-93F6-6E85D64CCEDE}"/>
          </ac:spMkLst>
        </pc:spChg>
        <pc:spChg chg="mod">
          <ac:chgData name="Ivan Granja" userId="d0a12471-25a3-466a-a647-7cb796ed786c" providerId="ADAL" clId="{5B044D06-029C-496D-87B8-A9142683B341}" dt="2020-08-02T02:04:33.404" v="1297" actId="1038"/>
          <ac:spMkLst>
            <pc:docMk/>
            <pc:sldMk cId="0" sldId="291"/>
            <ac:spMk id="109580" creationId="{56A40390-5032-4E4C-B1FD-FD4E3CB4F0A7}"/>
          </ac:spMkLst>
        </pc:spChg>
        <pc:spChg chg="mod">
          <ac:chgData name="Ivan Granja" userId="d0a12471-25a3-466a-a647-7cb796ed786c" providerId="ADAL" clId="{5B044D06-029C-496D-87B8-A9142683B341}" dt="2020-08-02T02:10:40.773" v="1478" actId="113"/>
          <ac:spMkLst>
            <pc:docMk/>
            <pc:sldMk cId="0" sldId="291"/>
            <ac:spMk id="109582" creationId="{8132C426-3975-43B7-B995-E93745174E07}"/>
          </ac:spMkLst>
        </pc:spChg>
        <pc:spChg chg="mod">
          <ac:chgData name="Ivan Granja" userId="d0a12471-25a3-466a-a647-7cb796ed786c" providerId="ADAL" clId="{5B044D06-029C-496D-87B8-A9142683B341}" dt="2020-08-02T02:02:52.457" v="1197" actId="1076"/>
          <ac:spMkLst>
            <pc:docMk/>
            <pc:sldMk cId="0" sldId="291"/>
            <ac:spMk id="109583" creationId="{6C22BB03-C168-4DD1-96B0-760128D1E6CB}"/>
          </ac:spMkLst>
        </pc:sp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4" creationId="{F709891E-C366-406F-AE6E-056044E905AF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7" creationId="{100EA46A-CD6E-4F20-B9FF-1E3C93690689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8" creationId="{6C84A234-3BE0-4688-AF46-22425ED38278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81" creationId="{A8735379-1EC9-4EF2-9E8E-921B9FDD499C}"/>
          </ac:graphicFrameMkLst>
        </pc:graphicFrameChg>
        <pc:picChg chg="add mod">
          <ac:chgData name="Ivan Granja" userId="d0a12471-25a3-466a-a647-7cb796ed786c" providerId="ADAL" clId="{5B044D06-029C-496D-87B8-A9142683B341}" dt="2020-08-02T02:07:10.499" v="1312" actId="14100"/>
          <ac:picMkLst>
            <pc:docMk/>
            <pc:sldMk cId="0" sldId="291"/>
            <ac:picMk id="5" creationId="{2927B5A0-AB3A-409E-A79C-6251E99A0C35}"/>
          </ac:picMkLst>
        </pc:picChg>
      </pc:sldChg>
    </pc:docChg>
  </pc:docChgLst>
  <pc:docChgLst>
    <pc:chgData name="Ivan Granja" userId="d0a12471-25a3-466a-a647-7cb796ed786c" providerId="ADAL" clId="{40AEDC3C-7692-4245-A3E8-A5B622E2754A}"/>
    <pc:docChg chg="undo redo custSel addSld delSld modSld sldOrd">
      <pc:chgData name="Ivan Granja" userId="d0a12471-25a3-466a-a647-7cb796ed786c" providerId="ADAL" clId="{40AEDC3C-7692-4245-A3E8-A5B622E2754A}" dt="2021-08-05T12:07:40.506" v="1977" actId="313"/>
      <pc:docMkLst>
        <pc:docMk/>
      </pc:docMkLst>
      <pc:sldChg chg="modSp mod">
        <pc:chgData name="Ivan Granja" userId="d0a12471-25a3-466a-a647-7cb796ed786c" providerId="ADAL" clId="{40AEDC3C-7692-4245-A3E8-A5B622E2754A}" dt="2021-08-05T01:01:59.067" v="11" actId="313"/>
        <pc:sldMkLst>
          <pc:docMk/>
          <pc:sldMk cId="1201363542" sldId="256"/>
        </pc:sldMkLst>
        <pc:spChg chg="mod">
          <ac:chgData name="Ivan Granja" userId="d0a12471-25a3-466a-a647-7cb796ed786c" providerId="ADAL" clId="{40AEDC3C-7692-4245-A3E8-A5B622E2754A}" dt="2021-08-05T01:01:59.067" v="11" actId="313"/>
          <ac:spMkLst>
            <pc:docMk/>
            <pc:sldMk cId="1201363542" sldId="256"/>
            <ac:spMk id="2" creationId="{00000000-0000-0000-0000-000000000000}"/>
          </ac:spMkLst>
        </pc:spChg>
      </pc:sldChg>
      <pc:sldChg chg="delSp modSp mod">
        <pc:chgData name="Ivan Granja" userId="d0a12471-25a3-466a-a647-7cb796ed786c" providerId="ADAL" clId="{40AEDC3C-7692-4245-A3E8-A5B622E2754A}" dt="2021-08-05T01:02:26.358" v="35" actId="20577"/>
        <pc:sldMkLst>
          <pc:docMk/>
          <pc:sldMk cId="3830582881" sldId="259"/>
        </pc:sldMkLst>
        <pc:spChg chg="mod">
          <ac:chgData name="Ivan Granja" userId="d0a12471-25a3-466a-a647-7cb796ed786c" providerId="ADAL" clId="{40AEDC3C-7692-4245-A3E8-A5B622E2754A}" dt="2021-08-05T01:02:26.358" v="35" actId="20577"/>
          <ac:spMkLst>
            <pc:docMk/>
            <pc:sldMk cId="3830582881" sldId="259"/>
            <ac:spMk id="6147" creationId="{00000000-0000-0000-0000-000000000000}"/>
          </ac:spMkLst>
        </pc:spChg>
        <pc:picChg chg="del">
          <ac:chgData name="Ivan Granja" userId="d0a12471-25a3-466a-a647-7cb796ed786c" providerId="ADAL" clId="{40AEDC3C-7692-4245-A3E8-A5B622E2754A}" dt="2021-08-05T01:02:02.781" v="12" actId="478"/>
          <ac:picMkLst>
            <pc:docMk/>
            <pc:sldMk cId="3830582881" sldId="259"/>
            <ac:picMk id="5" creationId="{CD03078A-4408-4987-866E-387BFC1B3BDD}"/>
          </ac:picMkLst>
        </pc:picChg>
        <pc:picChg chg="mod">
          <ac:chgData name="Ivan Granja" userId="d0a12471-25a3-466a-a647-7cb796ed786c" providerId="ADAL" clId="{40AEDC3C-7692-4245-A3E8-A5B622E2754A}" dt="2021-08-05T01:02:10.193" v="15" actId="1076"/>
          <ac:picMkLst>
            <pc:docMk/>
            <pc:sldMk cId="3830582881" sldId="259"/>
            <ac:picMk id="7" creationId="{1454A203-921D-4C4D-94E5-568E45726185}"/>
          </ac:picMkLst>
        </pc:picChg>
      </pc:sldChg>
      <pc:sldChg chg="del">
        <pc:chgData name="Ivan Granja" userId="d0a12471-25a3-466a-a647-7cb796ed786c" providerId="ADAL" clId="{40AEDC3C-7692-4245-A3E8-A5B622E2754A}" dt="2021-08-05T01:31:11.428" v="1130" actId="47"/>
        <pc:sldMkLst>
          <pc:docMk/>
          <pc:sldMk cId="593275043" sldId="262"/>
        </pc:sldMkLst>
      </pc:sldChg>
      <pc:sldChg chg="del">
        <pc:chgData name="Ivan Granja" userId="d0a12471-25a3-466a-a647-7cb796ed786c" providerId="ADAL" clId="{40AEDC3C-7692-4245-A3E8-A5B622E2754A}" dt="2021-08-05T01:31:12.277" v="1131" actId="47"/>
        <pc:sldMkLst>
          <pc:docMk/>
          <pc:sldMk cId="3140837240" sldId="273"/>
        </pc:sldMkLst>
      </pc:sldChg>
      <pc:sldChg chg="del">
        <pc:chgData name="Ivan Granja" userId="d0a12471-25a3-466a-a647-7cb796ed786c" providerId="ADAL" clId="{40AEDC3C-7692-4245-A3E8-A5B622E2754A}" dt="2021-08-05T01:31:13.135" v="1132" actId="47"/>
        <pc:sldMkLst>
          <pc:docMk/>
          <pc:sldMk cId="2875105139" sldId="274"/>
        </pc:sldMkLst>
      </pc:sldChg>
      <pc:sldChg chg="modSp mod">
        <pc:chgData name="Ivan Granja" userId="d0a12471-25a3-466a-a647-7cb796ed786c" providerId="ADAL" clId="{40AEDC3C-7692-4245-A3E8-A5B622E2754A}" dt="2021-08-05T01:17:18.203" v="312" actId="1076"/>
        <pc:sldMkLst>
          <pc:docMk/>
          <pc:sldMk cId="234818704" sldId="276"/>
        </pc:sldMkLst>
        <pc:spChg chg="mod">
          <ac:chgData name="Ivan Granja" userId="d0a12471-25a3-466a-a647-7cb796ed786c" providerId="ADAL" clId="{40AEDC3C-7692-4245-A3E8-A5B622E2754A}" dt="2021-08-05T01:17:15.506" v="311" actId="1076"/>
          <ac:spMkLst>
            <pc:docMk/>
            <pc:sldMk cId="234818704" sldId="276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7:18.203" v="312" actId="1076"/>
          <ac:spMkLst>
            <pc:docMk/>
            <pc:sldMk cId="234818704" sldId="276"/>
            <ac:spMk id="3" creationId="{00000000-0000-0000-0000-000000000000}"/>
          </ac:spMkLst>
        </pc:spChg>
      </pc:sldChg>
      <pc:sldChg chg="modSp mod">
        <pc:chgData name="Ivan Granja" userId="d0a12471-25a3-466a-a647-7cb796ed786c" providerId="ADAL" clId="{40AEDC3C-7692-4245-A3E8-A5B622E2754A}" dt="2021-08-05T01:43:02.392" v="1487" actId="122"/>
        <pc:sldMkLst>
          <pc:docMk/>
          <pc:sldMk cId="3945787129" sldId="278"/>
        </pc:sldMkLst>
        <pc:spChg chg="mod">
          <ac:chgData name="Ivan Granja" userId="d0a12471-25a3-466a-a647-7cb796ed786c" providerId="ADAL" clId="{40AEDC3C-7692-4245-A3E8-A5B622E2754A}" dt="2021-08-05T01:43:02.392" v="1487" actId="122"/>
          <ac:spMkLst>
            <pc:docMk/>
            <pc:sldMk cId="3945787129" sldId="278"/>
            <ac:spMk id="2" creationId="{00000000-0000-0000-0000-000000000000}"/>
          </ac:spMkLst>
        </pc:spChg>
      </pc:sldChg>
      <pc:sldChg chg="del">
        <pc:chgData name="Ivan Granja" userId="d0a12471-25a3-466a-a647-7cb796ed786c" providerId="ADAL" clId="{40AEDC3C-7692-4245-A3E8-A5B622E2754A}" dt="2021-08-05T01:31:06.048" v="1127" actId="47"/>
        <pc:sldMkLst>
          <pc:docMk/>
          <pc:sldMk cId="2685936931" sldId="279"/>
        </pc:sldMkLst>
      </pc:sldChg>
      <pc:sldChg chg="addSp modSp mod">
        <pc:chgData name="Ivan Granja" userId="d0a12471-25a3-466a-a647-7cb796ed786c" providerId="ADAL" clId="{40AEDC3C-7692-4245-A3E8-A5B622E2754A}" dt="2021-08-05T12:07:40.506" v="1977" actId="313"/>
        <pc:sldMkLst>
          <pc:docMk/>
          <pc:sldMk cId="2873310479" sldId="288"/>
        </pc:sldMkLst>
        <pc:spChg chg="mod">
          <ac:chgData name="Ivan Granja" userId="d0a12471-25a3-466a-a647-7cb796ed786c" providerId="ADAL" clId="{40AEDC3C-7692-4245-A3E8-A5B622E2754A}" dt="2021-08-05T01:47:04.726" v="1619" actId="1076"/>
          <ac:spMkLst>
            <pc:docMk/>
            <pc:sldMk cId="2873310479" sldId="288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52:10.109" v="1891" actId="113"/>
          <ac:spMkLst>
            <pc:docMk/>
            <pc:sldMk cId="2873310479" sldId="288"/>
            <ac:spMk id="3" creationId="{00000000-0000-0000-0000-000000000000}"/>
          </ac:spMkLst>
        </pc:spChg>
        <pc:spChg chg="add mod">
          <ac:chgData name="Ivan Granja" userId="d0a12471-25a3-466a-a647-7cb796ed786c" providerId="ADAL" clId="{40AEDC3C-7692-4245-A3E8-A5B622E2754A}" dt="2021-08-05T01:50:31.477" v="1833" actId="1038"/>
          <ac:spMkLst>
            <pc:docMk/>
            <pc:sldMk cId="2873310479" sldId="288"/>
            <ac:spMk id="4" creationId="{D270127B-4092-4145-BFD2-FF9245339D4C}"/>
          </ac:spMkLst>
        </pc:spChg>
        <pc:spChg chg="add mod">
          <ac:chgData name="Ivan Granja" userId="d0a12471-25a3-466a-a647-7cb796ed786c" providerId="ADAL" clId="{40AEDC3C-7692-4245-A3E8-A5B622E2754A}" dt="2021-08-05T01:50:31.477" v="1833" actId="1038"/>
          <ac:spMkLst>
            <pc:docMk/>
            <pc:sldMk cId="2873310479" sldId="288"/>
            <ac:spMk id="5" creationId="{560A9D03-55F9-4DF5-917F-4ADD0975D880}"/>
          </ac:spMkLst>
        </pc:spChg>
        <pc:spChg chg="add mod">
          <ac:chgData name="Ivan Granja" userId="d0a12471-25a3-466a-a647-7cb796ed786c" providerId="ADAL" clId="{40AEDC3C-7692-4245-A3E8-A5B622E2754A}" dt="2021-08-05T01:48:56.240" v="1677" actId="1076"/>
          <ac:spMkLst>
            <pc:docMk/>
            <pc:sldMk cId="2873310479" sldId="288"/>
            <ac:spMk id="6" creationId="{4076FF2C-5028-4426-B821-DB87D88EC798}"/>
          </ac:spMkLst>
        </pc:spChg>
        <pc:spChg chg="add mod">
          <ac:chgData name="Ivan Granja" userId="d0a12471-25a3-466a-a647-7cb796ed786c" providerId="ADAL" clId="{40AEDC3C-7692-4245-A3E8-A5B622E2754A}" dt="2021-08-05T01:49:26.421" v="1683" actId="1076"/>
          <ac:spMkLst>
            <pc:docMk/>
            <pc:sldMk cId="2873310479" sldId="288"/>
            <ac:spMk id="7" creationId="{465BBE9E-C48C-42AC-9170-60F04CB43D2D}"/>
          </ac:spMkLst>
        </pc:spChg>
        <pc:spChg chg="add mod">
          <ac:chgData name="Ivan Granja" userId="d0a12471-25a3-466a-a647-7cb796ed786c" providerId="ADAL" clId="{40AEDC3C-7692-4245-A3E8-A5B622E2754A}" dt="2021-08-05T01:50:58.740" v="1841" actId="1076"/>
          <ac:spMkLst>
            <pc:docMk/>
            <pc:sldMk cId="2873310479" sldId="288"/>
            <ac:spMk id="8" creationId="{4A677DEA-5B42-46B3-81A9-EABE091E23B3}"/>
          </ac:spMkLst>
        </pc:spChg>
        <pc:spChg chg="add mod">
          <ac:chgData name="Ivan Granja" userId="d0a12471-25a3-466a-a647-7cb796ed786c" providerId="ADAL" clId="{40AEDC3C-7692-4245-A3E8-A5B622E2754A}" dt="2021-08-05T01:51:02.871" v="1848" actId="20577"/>
          <ac:spMkLst>
            <pc:docMk/>
            <pc:sldMk cId="2873310479" sldId="288"/>
            <ac:spMk id="9" creationId="{4559665D-10CF-4EE7-9C31-9FE72A46502E}"/>
          </ac:spMkLst>
        </pc:spChg>
        <pc:spChg chg="add mod">
          <ac:chgData name="Ivan Granja" userId="d0a12471-25a3-466a-a647-7cb796ed786c" providerId="ADAL" clId="{40AEDC3C-7692-4245-A3E8-A5B622E2754A}" dt="2021-08-05T01:51:48.344" v="1884" actId="1076"/>
          <ac:spMkLst>
            <pc:docMk/>
            <pc:sldMk cId="2873310479" sldId="288"/>
            <ac:spMk id="10" creationId="{9B3EF820-42EA-4457-86B0-FAB35ECD633F}"/>
          </ac:spMkLst>
        </pc:spChg>
        <pc:spChg chg="add mod">
          <ac:chgData name="Ivan Granja" userId="d0a12471-25a3-466a-a647-7cb796ed786c" providerId="ADAL" clId="{40AEDC3C-7692-4245-A3E8-A5B622E2754A}" dt="2021-08-05T12:07:40.506" v="1977" actId="313"/>
          <ac:spMkLst>
            <pc:docMk/>
            <pc:sldMk cId="2873310479" sldId="288"/>
            <ac:spMk id="11" creationId="{148EF753-3867-4D66-8F70-ABD4D934B80F}"/>
          </ac:spMkLst>
        </pc:spChg>
      </pc:sldChg>
      <pc:sldChg chg="del">
        <pc:chgData name="Ivan Granja" userId="d0a12471-25a3-466a-a647-7cb796ed786c" providerId="ADAL" clId="{40AEDC3C-7692-4245-A3E8-A5B622E2754A}" dt="2021-08-05T01:31:08.785" v="1128" actId="47"/>
        <pc:sldMkLst>
          <pc:docMk/>
          <pc:sldMk cId="0" sldId="289"/>
        </pc:sldMkLst>
      </pc:sldChg>
      <pc:sldChg chg="del">
        <pc:chgData name="Ivan Granja" userId="d0a12471-25a3-466a-a647-7cb796ed786c" providerId="ADAL" clId="{40AEDC3C-7692-4245-A3E8-A5B622E2754A}" dt="2021-08-05T01:31:21.865" v="1133" actId="47"/>
        <pc:sldMkLst>
          <pc:docMk/>
          <pc:sldMk cId="0" sldId="290"/>
        </pc:sldMkLst>
      </pc:sldChg>
      <pc:sldChg chg="del">
        <pc:chgData name="Ivan Granja" userId="d0a12471-25a3-466a-a647-7cb796ed786c" providerId="ADAL" clId="{40AEDC3C-7692-4245-A3E8-A5B622E2754A}" dt="2021-08-05T01:31:10.106" v="1129" actId="47"/>
        <pc:sldMkLst>
          <pc:docMk/>
          <pc:sldMk cId="0" sldId="291"/>
        </pc:sldMkLst>
      </pc:sldChg>
      <pc:sldChg chg="addSp delSp modSp add mod modAnim">
        <pc:chgData name="Ivan Granja" userId="d0a12471-25a3-466a-a647-7cb796ed786c" providerId="ADAL" clId="{40AEDC3C-7692-4245-A3E8-A5B622E2754A}" dt="2021-08-05T01:17:05.060" v="310" actId="20577"/>
        <pc:sldMkLst>
          <pc:docMk/>
          <pc:sldMk cId="1011473818" sldId="292"/>
        </pc:sldMkLst>
        <pc:spChg chg="mod">
          <ac:chgData name="Ivan Granja" userId="d0a12471-25a3-466a-a647-7cb796ed786c" providerId="ADAL" clId="{40AEDC3C-7692-4245-A3E8-A5B622E2754A}" dt="2021-08-05T01:11:45.531" v="206" actId="1076"/>
          <ac:spMkLst>
            <pc:docMk/>
            <pc:sldMk cId="1011473818" sldId="292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7:05.060" v="310" actId="20577"/>
          <ac:spMkLst>
            <pc:docMk/>
            <pc:sldMk cId="1011473818" sldId="292"/>
            <ac:spMk id="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4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6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9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10:04.330" v="117" actId="478"/>
          <ac:spMkLst>
            <pc:docMk/>
            <pc:sldMk cId="1011473818" sldId="292"/>
            <ac:spMk id="3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31" creationId="{00000000-0000-0000-0000-000000000000}"/>
          </ac:spMkLst>
        </pc:spChg>
        <pc:grpChg chg="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4" creationId="{00000000-0000-0000-0000-000000000000}"/>
          </ac:grpSpMkLst>
        </pc:grpChg>
        <pc:grpChg chg="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6" creationId="{00000000-0000-0000-0000-000000000000}"/>
          </ac:grpSpMkLst>
        </pc:grpChg>
        <pc:grpChg chg="add mod">
          <ac:chgData name="Ivan Granja" userId="d0a12471-25a3-466a-a647-7cb796ed786c" providerId="ADAL" clId="{40AEDC3C-7692-4245-A3E8-A5B622E2754A}" dt="2021-08-05T01:08:47.037" v="94" actId="164"/>
          <ac:grpSpMkLst>
            <pc:docMk/>
            <pc:sldMk cId="1011473818" sldId="292"/>
            <ac:grpSpMk id="23" creationId="{9991C789-2A99-4605-BAA7-C95FD9F94DE9}"/>
          </ac:grpSpMkLst>
        </pc:grpChg>
        <pc:grpChg chg="add del 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24" creationId="{2442360D-2630-436A-84EF-03F956B713BB}"/>
          </ac:grpSpMkLst>
        </pc:grpChg>
      </pc:sldChg>
      <pc:sldChg chg="new del ord">
        <pc:chgData name="Ivan Granja" userId="d0a12471-25a3-466a-a647-7cb796ed786c" providerId="ADAL" clId="{40AEDC3C-7692-4245-A3E8-A5B622E2754A}" dt="2021-08-05T01:17:48.398" v="332" actId="47"/>
        <pc:sldMkLst>
          <pc:docMk/>
          <pc:sldMk cId="2418569368" sldId="293"/>
        </pc:sldMkLst>
      </pc:sldChg>
      <pc:sldChg chg="addSp delSp modSp add mod modAnim">
        <pc:chgData name="Ivan Granja" userId="d0a12471-25a3-466a-a647-7cb796ed786c" providerId="ADAL" clId="{40AEDC3C-7692-4245-A3E8-A5B622E2754A}" dt="2021-08-05T11:35:03.672" v="1976" actId="20577"/>
        <pc:sldMkLst>
          <pc:docMk/>
          <pc:sldMk cId="3699569609" sldId="294"/>
        </pc:sldMkLst>
        <pc:spChg chg="mod">
          <ac:chgData name="Ivan Granja" userId="d0a12471-25a3-466a-a647-7cb796ed786c" providerId="ADAL" clId="{40AEDC3C-7692-4245-A3E8-A5B622E2754A}" dt="2021-08-05T01:27:01.023" v="801" actId="20577"/>
          <ac:spMkLst>
            <pc:docMk/>
            <pc:sldMk cId="3699569609" sldId="294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11:35:03.672" v="1976" actId="20577"/>
          <ac:spMkLst>
            <pc:docMk/>
            <pc:sldMk cId="3699569609" sldId="294"/>
            <ac:spMk id="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4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6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2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25.946" v="369" actId="478"/>
          <ac:spMkLst>
            <pc:docMk/>
            <pc:sldMk cId="3699569609" sldId="294"/>
            <ac:spMk id="25" creationId="{00000000-0000-0000-0000-000000000000}"/>
          </ac:spMkLst>
        </pc:spChg>
        <pc:spChg chg="del mod">
          <ac:chgData name="Ivan Granja" userId="d0a12471-25a3-466a-a647-7cb796ed786c" providerId="ADAL" clId="{40AEDC3C-7692-4245-A3E8-A5B622E2754A}" dt="2021-08-05T01:21:27.484" v="370" actId="478"/>
          <ac:spMkLst>
            <pc:docMk/>
            <pc:sldMk cId="3699569609" sldId="294"/>
            <ac:spMk id="27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1.384" v="372" actId="478"/>
          <ac:spMkLst>
            <pc:docMk/>
            <pc:sldMk cId="3699569609" sldId="294"/>
            <ac:spMk id="28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2.202" v="373" actId="478"/>
          <ac:spMkLst>
            <pc:docMk/>
            <pc:sldMk cId="3699569609" sldId="294"/>
            <ac:spMk id="29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19:01.916" v="336" actId="478"/>
          <ac:spMkLst>
            <pc:docMk/>
            <pc:sldMk cId="3699569609" sldId="294"/>
            <ac:spMk id="30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0.210" v="371" actId="478"/>
          <ac:spMkLst>
            <pc:docMk/>
            <pc:sldMk cId="3699569609" sldId="294"/>
            <ac:spMk id="31" creationId="{00000000-0000-0000-0000-000000000000}"/>
          </ac:spMkLst>
        </pc:spChg>
        <pc:spChg chg="add mod">
          <ac:chgData name="Ivan Granja" userId="d0a12471-25a3-466a-a647-7cb796ed786c" providerId="ADAL" clId="{40AEDC3C-7692-4245-A3E8-A5B622E2754A}" dt="2021-08-05T01:21:05.020" v="366" actId="20577"/>
          <ac:spMkLst>
            <pc:docMk/>
            <pc:sldMk cId="3699569609" sldId="294"/>
            <ac:spMk id="32" creationId="{DEA965A1-2DDD-4295-A2F1-B0AF36E01294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5" creationId="{E3749DB4-5382-4811-A594-65717FC9E47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6" creationId="{772985AD-D45A-4E34-B87C-2FD617818971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7" creationId="{3747DE35-C377-4D5F-83BA-2B96185B23C2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8" creationId="{2A43C162-5C56-4AE9-9080-4C13B0D6BA3C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9" creationId="{CB1EE0FE-3E53-4CE7-A8E7-7879A4B84448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0" creationId="{3C7ECB4A-02C8-4B04-A3E6-18728AA69519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2" creationId="{B0AE6AB1-7B64-471B-A1E9-B9CBDD971CEF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3" creationId="{76DAEAA3-BBB6-4DF7-AA0B-9DDEACD590D7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4" creationId="{43E858D7-2F97-48A1-9F78-5F3744649924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5" creationId="{672794A5-DA95-4A74-ABED-BCEEBD4236D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6" creationId="{73755573-0036-42F0-89D7-CDA27D962259}"/>
          </ac:spMkLst>
        </pc:spChg>
        <pc:spChg chg="mod">
          <ac:chgData name="Ivan Granja" userId="d0a12471-25a3-466a-a647-7cb796ed786c" providerId="ADAL" clId="{40AEDC3C-7692-4245-A3E8-A5B622E2754A}" dt="2021-08-05T01:25:34.008" v="672" actId="20577"/>
          <ac:spMkLst>
            <pc:docMk/>
            <pc:sldMk cId="3699569609" sldId="294"/>
            <ac:spMk id="47" creationId="{E2B25F7B-CAEA-4A8F-B293-260C4E234B12}"/>
          </ac:spMkLst>
        </pc:spChg>
        <pc:spChg chg="mod">
          <ac:chgData name="Ivan Granja" userId="d0a12471-25a3-466a-a647-7cb796ed786c" providerId="ADAL" clId="{40AEDC3C-7692-4245-A3E8-A5B622E2754A}" dt="2021-08-05T01:25:30.478" v="670" actId="20577"/>
          <ac:spMkLst>
            <pc:docMk/>
            <pc:sldMk cId="3699569609" sldId="294"/>
            <ac:spMk id="48" creationId="{65D85069-5259-43E8-A37A-C65BF3300967}"/>
          </ac:spMkLst>
        </pc:spChg>
        <pc:spChg chg="mod">
          <ac:chgData name="Ivan Granja" userId="d0a12471-25a3-466a-a647-7cb796ed786c" providerId="ADAL" clId="{40AEDC3C-7692-4245-A3E8-A5B622E2754A}" dt="2021-08-05T01:25:26.437" v="668" actId="20577"/>
          <ac:spMkLst>
            <pc:docMk/>
            <pc:sldMk cId="3699569609" sldId="294"/>
            <ac:spMk id="49" creationId="{C54444B7-B9D1-4154-A5F4-E920812ED3B0}"/>
          </ac:spMkLst>
        </pc:spChg>
        <pc:spChg chg="mod">
          <ac:chgData name="Ivan Granja" userId="d0a12471-25a3-466a-a647-7cb796ed786c" providerId="ADAL" clId="{40AEDC3C-7692-4245-A3E8-A5B622E2754A}" dt="2021-08-05T01:25:21.287" v="666" actId="255"/>
          <ac:spMkLst>
            <pc:docMk/>
            <pc:sldMk cId="3699569609" sldId="294"/>
            <ac:spMk id="50" creationId="{35B4BEC3-ABE7-4A01-AEFA-F3772E956E5E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1" creationId="{C2385FF2-7C80-43AB-9547-C358810D4A5D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2" creationId="{15A7BA4F-19FD-4493-BEED-F0740899EA4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3" creationId="{73E2109E-B158-479D-83C6-658FDF6CF451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4" creationId="{94C645F1-A822-4548-8037-0710D0A1D76A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5" creationId="{CE9E399B-A3E1-43EB-8A8A-830833033F92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6" creationId="{DF985600-BA13-4B16-9752-46923C4DA349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7" creationId="{3F871211-DAD5-47B5-9F5B-0CBBB359D0BE}"/>
          </ac:spMkLst>
        </pc:spChg>
        <pc:spChg chg="add del">
          <ac:chgData name="Ivan Granja" userId="d0a12471-25a3-466a-a647-7cb796ed786c" providerId="ADAL" clId="{40AEDC3C-7692-4245-A3E8-A5B622E2754A}" dt="2021-08-05T01:25:42.062" v="674" actId="478"/>
          <ac:spMkLst>
            <pc:docMk/>
            <pc:sldMk cId="3699569609" sldId="294"/>
            <ac:spMk id="58" creationId="{AF029B21-7057-4AA8-8C85-11F6DF5790AB}"/>
          </ac:spMkLst>
        </pc:spChg>
        <pc:spChg chg="add del">
          <ac:chgData name="Ivan Granja" userId="d0a12471-25a3-466a-a647-7cb796ed786c" providerId="ADAL" clId="{40AEDC3C-7692-4245-A3E8-A5B622E2754A}" dt="2021-08-05T01:25:38.788" v="673" actId="478"/>
          <ac:spMkLst>
            <pc:docMk/>
            <pc:sldMk cId="3699569609" sldId="294"/>
            <ac:spMk id="59" creationId="{0D3EFD1E-9243-4EF5-8BB9-3686DB9324B7}"/>
          </ac:spMkLst>
        </pc:spChg>
        <pc:grpChg chg="del mod">
          <ac:chgData name="Ivan Granja" userId="d0a12471-25a3-466a-a647-7cb796ed786c" providerId="ADAL" clId="{40AEDC3C-7692-4245-A3E8-A5B622E2754A}" dt="2021-08-05T01:21:23.252" v="367" actId="478"/>
          <ac:grpSpMkLst>
            <pc:docMk/>
            <pc:sldMk cId="3699569609" sldId="294"/>
            <ac:grpSpMk id="4" creationId="{00000000-0000-0000-0000-000000000000}"/>
          </ac:grpSpMkLst>
        </pc:grpChg>
        <pc:grpChg chg="mod">
          <ac:chgData name="Ivan Granja" userId="d0a12471-25a3-466a-a647-7cb796ed786c" providerId="ADAL" clId="{40AEDC3C-7692-4245-A3E8-A5B622E2754A}" dt="2021-08-05T01:18:49.926" v="335" actId="1076"/>
          <ac:grpSpMkLst>
            <pc:docMk/>
            <pc:sldMk cId="3699569609" sldId="294"/>
            <ac:grpSpMk id="6" creationId="{00000000-0000-0000-0000-000000000000}"/>
          </ac:grpSpMkLst>
        </pc:grpChg>
        <pc:grpChg chg="add mod">
          <ac:chgData name="Ivan Granja" userId="d0a12471-25a3-466a-a647-7cb796ed786c" providerId="ADAL" clId="{40AEDC3C-7692-4245-A3E8-A5B622E2754A}" dt="2021-08-05T01:28:56.825" v="992" actId="167"/>
          <ac:grpSpMkLst>
            <pc:docMk/>
            <pc:sldMk cId="3699569609" sldId="294"/>
            <ac:grpSpMk id="33" creationId="{F8EFE807-FC96-417B-9B96-7C3196C77A34}"/>
          </ac:grpSpMkLst>
        </pc:grpChg>
        <pc:grpChg chg="mod">
          <ac:chgData name="Ivan Granja" userId="d0a12471-25a3-466a-a647-7cb796ed786c" providerId="ADAL" clId="{40AEDC3C-7692-4245-A3E8-A5B622E2754A}" dt="2021-08-05T01:24:58.691" v="662" actId="1076"/>
          <ac:grpSpMkLst>
            <pc:docMk/>
            <pc:sldMk cId="3699569609" sldId="294"/>
            <ac:grpSpMk id="34" creationId="{C368309B-75C2-4D4A-A00A-5EBD1659343E}"/>
          </ac:grpSpMkLst>
        </pc:grpChg>
        <pc:grpChg chg="mod">
          <ac:chgData name="Ivan Granja" userId="d0a12471-25a3-466a-a647-7cb796ed786c" providerId="ADAL" clId="{40AEDC3C-7692-4245-A3E8-A5B622E2754A}" dt="2021-08-05T01:24:58.691" v="662" actId="1076"/>
          <ac:grpSpMkLst>
            <pc:docMk/>
            <pc:sldMk cId="3699569609" sldId="294"/>
            <ac:grpSpMk id="41" creationId="{B2E8112B-A068-4F18-99C3-E70BA2E2F9CA}"/>
          </ac:grpSpMkLst>
        </pc:grpChg>
      </pc:sldChg>
      <pc:sldChg chg="modSp new mod">
        <pc:chgData name="Ivan Granja" userId="d0a12471-25a3-466a-a647-7cb796ed786c" providerId="ADAL" clId="{40AEDC3C-7692-4245-A3E8-A5B622E2754A}" dt="2021-08-05T01:53:51.233" v="1965" actId="20577"/>
        <pc:sldMkLst>
          <pc:docMk/>
          <pc:sldMk cId="515359538" sldId="295"/>
        </pc:sldMkLst>
        <pc:spChg chg="mod">
          <ac:chgData name="Ivan Granja" userId="d0a12471-25a3-466a-a647-7cb796ed786c" providerId="ADAL" clId="{40AEDC3C-7692-4245-A3E8-A5B622E2754A}" dt="2021-08-05T01:34:45.383" v="1199" actId="20577"/>
          <ac:spMkLst>
            <pc:docMk/>
            <pc:sldMk cId="515359538" sldId="295"/>
            <ac:spMk id="2" creationId="{9587F693-3760-48F1-AE2B-C6BA6D17E0EF}"/>
          </ac:spMkLst>
        </pc:spChg>
        <pc:spChg chg="mod">
          <ac:chgData name="Ivan Granja" userId="d0a12471-25a3-466a-a647-7cb796ed786c" providerId="ADAL" clId="{40AEDC3C-7692-4245-A3E8-A5B622E2754A}" dt="2021-08-05T01:53:51.233" v="1965" actId="20577"/>
          <ac:spMkLst>
            <pc:docMk/>
            <pc:sldMk cId="515359538" sldId="295"/>
            <ac:spMk id="3" creationId="{F8713EE9-6A88-4DBF-BA2D-4A6663C63328}"/>
          </ac:spMkLst>
        </pc:spChg>
      </pc:sldChg>
      <pc:sldChg chg="modSp new mod">
        <pc:chgData name="Ivan Granja" userId="d0a12471-25a3-466a-a647-7cb796ed786c" providerId="ADAL" clId="{40AEDC3C-7692-4245-A3E8-A5B622E2754A}" dt="2021-08-05T01:54:21.646" v="1974" actId="27636"/>
        <pc:sldMkLst>
          <pc:docMk/>
          <pc:sldMk cId="119354715" sldId="296"/>
        </pc:sldMkLst>
        <pc:spChg chg="mod">
          <ac:chgData name="Ivan Granja" userId="d0a12471-25a3-466a-a647-7cb796ed786c" providerId="ADAL" clId="{40AEDC3C-7692-4245-A3E8-A5B622E2754A}" dt="2021-08-05T01:54:09.647" v="1969" actId="1076"/>
          <ac:spMkLst>
            <pc:docMk/>
            <pc:sldMk cId="119354715" sldId="296"/>
            <ac:spMk id="2" creationId="{5A95B625-F7E2-4476-8338-362951D68E4A}"/>
          </ac:spMkLst>
        </pc:spChg>
        <pc:spChg chg="mod">
          <ac:chgData name="Ivan Granja" userId="d0a12471-25a3-466a-a647-7cb796ed786c" providerId="ADAL" clId="{40AEDC3C-7692-4245-A3E8-A5B622E2754A}" dt="2021-08-05T01:54:21.646" v="1974" actId="27636"/>
          <ac:spMkLst>
            <pc:docMk/>
            <pc:sldMk cId="119354715" sldId="296"/>
            <ac:spMk id="3" creationId="{5C18F851-C49D-4755-9CE4-AD305668781D}"/>
          </ac:spMkLst>
        </pc:spChg>
      </pc:sldChg>
      <pc:sldChg chg="modSp add mod">
        <pc:chgData name="Ivan Granja" userId="d0a12471-25a3-466a-a647-7cb796ed786c" providerId="ADAL" clId="{40AEDC3C-7692-4245-A3E8-A5B622E2754A}" dt="2021-08-05T01:46:46.878" v="1618" actId="5793"/>
        <pc:sldMkLst>
          <pc:docMk/>
          <pc:sldMk cId="3452476024" sldId="297"/>
        </pc:sldMkLst>
        <pc:spChg chg="mod">
          <ac:chgData name="Ivan Granja" userId="d0a12471-25a3-466a-a647-7cb796ed786c" providerId="ADAL" clId="{40AEDC3C-7692-4245-A3E8-A5B622E2754A}" dt="2021-08-05T01:43:17.038" v="1502" actId="20577"/>
          <ac:spMkLst>
            <pc:docMk/>
            <pc:sldMk cId="3452476024" sldId="297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46:46.878" v="1618" actId="5793"/>
          <ac:spMkLst>
            <pc:docMk/>
            <pc:sldMk cId="3452476024" sldId="297"/>
            <ac:spMk id="3" creationId="{00000000-0000-0000-0000-000000000000}"/>
          </ac:spMkLst>
        </pc:spChg>
      </pc:sldChg>
    </pc:docChg>
  </pc:docChgLst>
  <pc:docChgLst>
    <pc:chgData name="Ivan Granja" userId="d0a12471-25a3-466a-a647-7cb796ed786c" providerId="ADAL" clId="{22582235-09F7-45E3-98C0-97562D418BF3}"/>
    <pc:docChg chg="undo custSel addSld delSld modSld sldOrd">
      <pc:chgData name="Ivan Granja" userId="d0a12471-25a3-466a-a647-7cb796ed786c" providerId="ADAL" clId="{22582235-09F7-45E3-98C0-97562D418BF3}" dt="2021-08-11T21:11:15.393" v="6400" actId="1076"/>
      <pc:docMkLst>
        <pc:docMk/>
      </pc:docMkLst>
      <pc:sldChg chg="modSp add del mod">
        <pc:chgData name="Ivan Granja" userId="d0a12471-25a3-466a-a647-7cb796ed786c" providerId="ADAL" clId="{22582235-09F7-45E3-98C0-97562D418BF3}" dt="2021-08-11T19:23:53.612" v="20" actId="47"/>
        <pc:sldMkLst>
          <pc:docMk/>
          <pc:sldMk cId="1201363542" sldId="256"/>
        </pc:sldMkLst>
        <pc:spChg chg="mod">
          <ac:chgData name="Ivan Granja" userId="d0a12471-25a3-466a-a647-7cb796ed786c" providerId="ADAL" clId="{22582235-09F7-45E3-98C0-97562D418BF3}" dt="2021-08-11T19:23:46.134" v="8" actId="20577"/>
          <ac:spMkLst>
            <pc:docMk/>
            <pc:sldMk cId="1201363542" sldId="256"/>
            <ac:spMk id="2" creationId="{00000000-0000-0000-0000-000000000000}"/>
          </ac:spMkLst>
        </pc:spChg>
      </pc:sldChg>
      <pc:sldChg chg="modSp new mod">
        <pc:chgData name="Ivan Granja" userId="d0a12471-25a3-466a-a647-7cb796ed786c" providerId="ADAL" clId="{22582235-09F7-45E3-98C0-97562D418BF3}" dt="2021-08-11T19:36:45.909" v="633" actId="113"/>
        <pc:sldMkLst>
          <pc:docMk/>
          <pc:sldMk cId="26368949" sldId="257"/>
        </pc:sldMkLst>
        <pc:spChg chg="mod">
          <ac:chgData name="Ivan Granja" userId="d0a12471-25a3-466a-a647-7cb796ed786c" providerId="ADAL" clId="{22582235-09F7-45E3-98C0-97562D418BF3}" dt="2021-08-11T19:28:52.660" v="67" actId="20577"/>
          <ac:spMkLst>
            <pc:docMk/>
            <pc:sldMk cId="26368949" sldId="257"/>
            <ac:spMk id="2" creationId="{204F0022-2298-4516-8CFE-000A7C027548}"/>
          </ac:spMkLst>
        </pc:spChg>
        <pc:spChg chg="mod">
          <ac:chgData name="Ivan Granja" userId="d0a12471-25a3-466a-a647-7cb796ed786c" providerId="ADAL" clId="{22582235-09F7-45E3-98C0-97562D418BF3}" dt="2021-08-11T19:36:45.909" v="633" actId="113"/>
          <ac:spMkLst>
            <pc:docMk/>
            <pc:sldMk cId="26368949" sldId="257"/>
            <ac:spMk id="3" creationId="{38C0B961-7BC8-487C-92A4-730F0F309565}"/>
          </ac:spMkLst>
        </pc:spChg>
      </pc:sldChg>
      <pc:sldChg chg="modSp new mod">
        <pc:chgData name="Ivan Granja" userId="d0a12471-25a3-466a-a647-7cb796ed786c" providerId="ADAL" clId="{22582235-09F7-45E3-98C0-97562D418BF3}" dt="2021-08-11T19:50:53.025" v="1712" actId="20577"/>
        <pc:sldMkLst>
          <pc:docMk/>
          <pc:sldMk cId="3398296660" sldId="258"/>
        </pc:sldMkLst>
        <pc:spChg chg="mod">
          <ac:chgData name="Ivan Granja" userId="d0a12471-25a3-466a-a647-7cb796ed786c" providerId="ADAL" clId="{22582235-09F7-45E3-98C0-97562D418BF3}" dt="2021-08-11T19:39:13.900" v="653" actId="20577"/>
          <ac:spMkLst>
            <pc:docMk/>
            <pc:sldMk cId="3398296660" sldId="258"/>
            <ac:spMk id="2" creationId="{BB59A946-2012-48BD-B233-273C831B6679}"/>
          </ac:spMkLst>
        </pc:spChg>
        <pc:spChg chg="mod">
          <ac:chgData name="Ivan Granja" userId="d0a12471-25a3-466a-a647-7cb796ed786c" providerId="ADAL" clId="{22582235-09F7-45E3-98C0-97562D418BF3}" dt="2021-08-11T19:50:53.025" v="1712" actId="20577"/>
          <ac:spMkLst>
            <pc:docMk/>
            <pc:sldMk cId="3398296660" sldId="258"/>
            <ac:spMk id="3" creationId="{0E594540-3749-4D8F-803D-5F3576DEDC21}"/>
          </ac:spMkLst>
        </pc:spChg>
      </pc:sldChg>
      <pc:sldChg chg="modSp new mod">
        <pc:chgData name="Ivan Granja" userId="d0a12471-25a3-466a-a647-7cb796ed786c" providerId="ADAL" clId="{22582235-09F7-45E3-98C0-97562D418BF3}" dt="2021-08-11T20:57:32.304" v="5605" actId="20577"/>
        <pc:sldMkLst>
          <pc:docMk/>
          <pc:sldMk cId="1339328808" sldId="259"/>
        </pc:sldMkLst>
        <pc:spChg chg="mod">
          <ac:chgData name="Ivan Granja" userId="d0a12471-25a3-466a-a647-7cb796ed786c" providerId="ADAL" clId="{22582235-09F7-45E3-98C0-97562D418BF3}" dt="2021-08-11T20:57:32.304" v="5605" actId="20577"/>
          <ac:spMkLst>
            <pc:docMk/>
            <pc:sldMk cId="1339328808" sldId="259"/>
            <ac:spMk id="2" creationId="{2303B06E-B4BE-4E45-BCD8-FE7F6DE9EE59}"/>
          </ac:spMkLst>
        </pc:spChg>
        <pc:spChg chg="mod">
          <ac:chgData name="Ivan Granja" userId="d0a12471-25a3-466a-a647-7cb796ed786c" providerId="ADAL" clId="{22582235-09F7-45E3-98C0-97562D418BF3}" dt="2021-08-11T20:05:10.392" v="2824" actId="14100"/>
          <ac:spMkLst>
            <pc:docMk/>
            <pc:sldMk cId="1339328808" sldId="259"/>
            <ac:spMk id="3" creationId="{7463E89D-F9C2-46A3-B5B3-EE2EB990A5D9}"/>
          </ac:spMkLst>
        </pc:spChg>
      </pc:sldChg>
      <pc:sldChg chg="del">
        <pc:chgData name="Ivan Granja" userId="d0a12471-25a3-466a-a647-7cb796ed786c" providerId="ADAL" clId="{22582235-09F7-45E3-98C0-97562D418BF3}" dt="2021-08-11T19:23:49.865" v="9" actId="47"/>
        <pc:sldMkLst>
          <pc:docMk/>
          <pc:sldMk cId="3830582881" sldId="259"/>
        </pc:sldMkLst>
      </pc:sldChg>
      <pc:sldChg chg="modSp new mod">
        <pc:chgData name="Ivan Granja" userId="d0a12471-25a3-466a-a647-7cb796ed786c" providerId="ADAL" clId="{22582235-09F7-45E3-98C0-97562D418BF3}" dt="2021-08-11T20:52:35.338" v="5145" actId="14100"/>
        <pc:sldMkLst>
          <pc:docMk/>
          <pc:sldMk cId="866914733" sldId="260"/>
        </pc:sldMkLst>
        <pc:spChg chg="mod">
          <ac:chgData name="Ivan Granja" userId="d0a12471-25a3-466a-a647-7cb796ed786c" providerId="ADAL" clId="{22582235-09F7-45E3-98C0-97562D418BF3}" dt="2021-08-11T20:05:18.703" v="2841" actId="20577"/>
          <ac:spMkLst>
            <pc:docMk/>
            <pc:sldMk cId="866914733" sldId="260"/>
            <ac:spMk id="2" creationId="{CA8BE4A3-799A-47D5-AB6B-2E81EF936D61}"/>
          </ac:spMkLst>
        </pc:spChg>
        <pc:spChg chg="mod">
          <ac:chgData name="Ivan Granja" userId="d0a12471-25a3-466a-a647-7cb796ed786c" providerId="ADAL" clId="{22582235-09F7-45E3-98C0-97562D418BF3}" dt="2021-08-11T20:52:35.338" v="5145" actId="14100"/>
          <ac:spMkLst>
            <pc:docMk/>
            <pc:sldMk cId="866914733" sldId="260"/>
            <ac:spMk id="3" creationId="{DD499E79-11BD-4F0D-A886-8AF8E31063D7}"/>
          </ac:spMkLst>
        </pc:spChg>
      </pc:sldChg>
      <pc:sldChg chg="modSp new mod">
        <pc:chgData name="Ivan Granja" userId="d0a12471-25a3-466a-a647-7cb796ed786c" providerId="ADAL" clId="{22582235-09F7-45E3-98C0-97562D418BF3}" dt="2021-08-11T20:54:39.285" v="5243" actId="14100"/>
        <pc:sldMkLst>
          <pc:docMk/>
          <pc:sldMk cId="2604560124" sldId="261"/>
        </pc:sldMkLst>
        <pc:spChg chg="mod">
          <ac:chgData name="Ivan Granja" userId="d0a12471-25a3-466a-a647-7cb796ed786c" providerId="ADAL" clId="{22582235-09F7-45E3-98C0-97562D418BF3}" dt="2021-08-11T20:24:25.070" v="3611" actId="20577"/>
          <ac:spMkLst>
            <pc:docMk/>
            <pc:sldMk cId="2604560124" sldId="261"/>
            <ac:spMk id="2" creationId="{3AE8B15B-DE28-4E5E-892F-4135612798B9}"/>
          </ac:spMkLst>
        </pc:spChg>
        <pc:spChg chg="mod">
          <ac:chgData name="Ivan Granja" userId="d0a12471-25a3-466a-a647-7cb796ed786c" providerId="ADAL" clId="{22582235-09F7-45E3-98C0-97562D418BF3}" dt="2021-08-11T20:54:39.285" v="5243" actId="14100"/>
          <ac:spMkLst>
            <pc:docMk/>
            <pc:sldMk cId="2604560124" sldId="261"/>
            <ac:spMk id="3" creationId="{6B2E134F-F2B9-4058-A73E-1FF8417AB404}"/>
          </ac:spMkLst>
        </pc:spChg>
      </pc:sldChg>
      <pc:sldChg chg="del">
        <pc:chgData name="Ivan Granja" userId="d0a12471-25a3-466a-a647-7cb796ed786c" providerId="ADAL" clId="{22582235-09F7-45E3-98C0-97562D418BF3}" dt="2021-08-11T19:23:50.346" v="10" actId="47"/>
        <pc:sldMkLst>
          <pc:docMk/>
          <pc:sldMk cId="234818704" sldId="276"/>
        </pc:sldMkLst>
      </pc:sldChg>
      <pc:sldChg chg="del">
        <pc:chgData name="Ivan Granja" userId="d0a12471-25a3-466a-a647-7cb796ed786c" providerId="ADAL" clId="{22582235-09F7-45E3-98C0-97562D418BF3}" dt="2021-08-11T19:23:51.353" v="15" actId="47"/>
        <pc:sldMkLst>
          <pc:docMk/>
          <pc:sldMk cId="268673754" sldId="277"/>
        </pc:sldMkLst>
      </pc:sldChg>
      <pc:sldChg chg="del">
        <pc:chgData name="Ivan Granja" userId="d0a12471-25a3-466a-a647-7cb796ed786c" providerId="ADAL" clId="{22582235-09F7-45E3-98C0-97562D418BF3}" dt="2021-08-11T19:23:50.893" v="13" actId="47"/>
        <pc:sldMkLst>
          <pc:docMk/>
          <pc:sldMk cId="3945787129" sldId="278"/>
        </pc:sldMkLst>
      </pc:sldChg>
      <pc:sldChg chg="del">
        <pc:chgData name="Ivan Granja" userId="d0a12471-25a3-466a-a647-7cb796ed786c" providerId="ADAL" clId="{22582235-09F7-45E3-98C0-97562D418BF3}" dt="2021-08-11T19:23:51.529" v="16" actId="47"/>
        <pc:sldMkLst>
          <pc:docMk/>
          <pc:sldMk cId="2873310479" sldId="288"/>
        </pc:sldMkLst>
      </pc:sldChg>
      <pc:sldChg chg="del">
        <pc:chgData name="Ivan Granja" userId="d0a12471-25a3-466a-a647-7cb796ed786c" providerId="ADAL" clId="{22582235-09F7-45E3-98C0-97562D418BF3}" dt="2021-08-11T19:23:50.701" v="12" actId="47"/>
        <pc:sldMkLst>
          <pc:docMk/>
          <pc:sldMk cId="1011473818" sldId="292"/>
        </pc:sldMkLst>
      </pc:sldChg>
      <pc:sldChg chg="del">
        <pc:chgData name="Ivan Granja" userId="d0a12471-25a3-466a-a647-7cb796ed786c" providerId="ADAL" clId="{22582235-09F7-45E3-98C0-97562D418BF3}" dt="2021-08-11T19:23:50.534" v="11" actId="47"/>
        <pc:sldMkLst>
          <pc:docMk/>
          <pc:sldMk cId="3699569609" sldId="294"/>
        </pc:sldMkLst>
      </pc:sldChg>
      <pc:sldChg chg="del">
        <pc:chgData name="Ivan Granja" userId="d0a12471-25a3-466a-a647-7cb796ed786c" providerId="ADAL" clId="{22582235-09F7-45E3-98C0-97562D418BF3}" dt="2021-08-11T19:23:51.704" v="17" actId="47"/>
        <pc:sldMkLst>
          <pc:docMk/>
          <pc:sldMk cId="515359538" sldId="295"/>
        </pc:sldMkLst>
      </pc:sldChg>
      <pc:sldChg chg="del">
        <pc:chgData name="Ivan Granja" userId="d0a12471-25a3-466a-a647-7cb796ed786c" providerId="ADAL" clId="{22582235-09F7-45E3-98C0-97562D418BF3}" dt="2021-08-11T19:23:51.888" v="18" actId="47"/>
        <pc:sldMkLst>
          <pc:docMk/>
          <pc:sldMk cId="119354715" sldId="296"/>
        </pc:sldMkLst>
      </pc:sldChg>
      <pc:sldChg chg="del">
        <pc:chgData name="Ivan Granja" userId="d0a12471-25a3-466a-a647-7cb796ed786c" providerId="ADAL" clId="{22582235-09F7-45E3-98C0-97562D418BF3}" dt="2021-08-11T19:23:51.155" v="14" actId="47"/>
        <pc:sldMkLst>
          <pc:docMk/>
          <pc:sldMk cId="3452476024" sldId="297"/>
        </pc:sldMkLst>
      </pc:sldChg>
      <pc:sldChg chg="modSp del mod">
        <pc:chgData name="Ivan Granja" userId="d0a12471-25a3-466a-a647-7cb796ed786c" providerId="ADAL" clId="{22582235-09F7-45E3-98C0-97562D418BF3}" dt="2021-08-11T20:23:06.226" v="3579" actId="47"/>
        <pc:sldMkLst>
          <pc:docMk/>
          <pc:sldMk cId="0" sldId="334"/>
        </pc:sldMkLst>
        <pc:spChg chg="mod">
          <ac:chgData name="Ivan Granja" userId="d0a12471-25a3-466a-a647-7cb796ed786c" providerId="ADAL" clId="{22582235-09F7-45E3-98C0-97562D418BF3}" dt="2021-08-11T20:18:54.336" v="3497" actId="27636"/>
          <ac:spMkLst>
            <pc:docMk/>
            <pc:sldMk cId="0" sldId="334"/>
            <ac:spMk id="17410" creationId="{6F392C07-5277-4D70-AA87-077045A43424}"/>
          </ac:spMkLst>
        </pc:spChg>
      </pc:sldChg>
      <pc:sldChg chg="modSp mod">
        <pc:chgData name="Ivan Granja" userId="d0a12471-25a3-466a-a647-7cb796ed786c" providerId="ADAL" clId="{22582235-09F7-45E3-98C0-97562D418BF3}" dt="2021-08-11T20:24:07.826" v="3607" actId="1076"/>
        <pc:sldMkLst>
          <pc:docMk/>
          <pc:sldMk cId="0" sldId="335"/>
        </pc:sldMkLst>
        <pc:spChg chg="mod">
          <ac:chgData name="Ivan Granja" userId="d0a12471-25a3-466a-a647-7cb796ed786c" providerId="ADAL" clId="{22582235-09F7-45E3-98C0-97562D418BF3}" dt="2021-08-11T20:22:36.924" v="3578" actId="1076"/>
          <ac:spMkLst>
            <pc:docMk/>
            <pc:sldMk cId="0" sldId="335"/>
            <ac:spMk id="14338" creationId="{349116C4-C663-4B6B-BE34-DFAD2507FD03}"/>
          </ac:spMkLst>
        </pc:spChg>
        <pc:spChg chg="mod">
          <ac:chgData name="Ivan Granja" userId="d0a12471-25a3-466a-a647-7cb796ed786c" providerId="ADAL" clId="{22582235-09F7-45E3-98C0-97562D418BF3}" dt="2021-08-11T20:24:07.826" v="3607" actId="1076"/>
          <ac:spMkLst>
            <pc:docMk/>
            <pc:sldMk cId="0" sldId="335"/>
            <ac:spMk id="14339" creationId="{905AB0B5-A93F-4875-AC7B-1454D618FC8C}"/>
          </ac:spMkLst>
        </pc:spChg>
        <pc:picChg chg="mod">
          <ac:chgData name="Ivan Granja" userId="d0a12471-25a3-466a-a647-7cb796ed786c" providerId="ADAL" clId="{22582235-09F7-45E3-98C0-97562D418BF3}" dt="2021-08-11T20:20:35.615" v="3519" actId="1076"/>
          <ac:picMkLst>
            <pc:docMk/>
            <pc:sldMk cId="0" sldId="335"/>
            <ac:picMk id="14340" creationId="{48FC3846-00E4-4EFB-89BD-5F7B411DB34D}"/>
          </ac:picMkLst>
        </pc:picChg>
      </pc:sldChg>
      <pc:sldChg chg="modSp mod">
        <pc:chgData name="Ivan Granja" userId="d0a12471-25a3-466a-a647-7cb796ed786c" providerId="ADAL" clId="{22582235-09F7-45E3-98C0-97562D418BF3}" dt="2021-08-11T20:43:08.426" v="4446" actId="20577"/>
        <pc:sldMkLst>
          <pc:docMk/>
          <pc:sldMk cId="0" sldId="336"/>
        </pc:sldMkLst>
        <pc:spChg chg="mod">
          <ac:chgData name="Ivan Granja" userId="d0a12471-25a3-466a-a647-7cb796ed786c" providerId="ADAL" clId="{22582235-09F7-45E3-98C0-97562D418BF3}" dt="2021-08-11T20:23:55.986" v="3606" actId="20577"/>
          <ac:spMkLst>
            <pc:docMk/>
            <pc:sldMk cId="0" sldId="336"/>
            <ac:spMk id="16386" creationId="{F1AF1931-BC32-421F-AB01-3B0BEAD3EA66}"/>
          </ac:spMkLst>
        </pc:spChg>
        <pc:spChg chg="mod">
          <ac:chgData name="Ivan Granja" userId="d0a12471-25a3-466a-a647-7cb796ed786c" providerId="ADAL" clId="{22582235-09F7-45E3-98C0-97562D418BF3}" dt="2021-08-11T20:43:08.426" v="4446" actId="20577"/>
          <ac:spMkLst>
            <pc:docMk/>
            <pc:sldMk cId="0" sldId="336"/>
            <ac:spMk id="16387" creationId="{2B88E9A3-CC8B-4A8E-BAAE-2F07CE95B8B1}"/>
          </ac:spMkLst>
        </pc:spChg>
      </pc:sldChg>
      <pc:sldChg chg="modSp mod">
        <pc:chgData name="Ivan Granja" userId="d0a12471-25a3-466a-a647-7cb796ed786c" providerId="ADAL" clId="{22582235-09F7-45E3-98C0-97562D418BF3}" dt="2021-08-11T20:24:11.999" v="3608" actId="1076"/>
        <pc:sldMkLst>
          <pc:docMk/>
          <pc:sldMk cId="0" sldId="337"/>
        </pc:sldMkLst>
        <pc:spChg chg="mod">
          <ac:chgData name="Ivan Granja" userId="d0a12471-25a3-466a-a647-7cb796ed786c" providerId="ADAL" clId="{22582235-09F7-45E3-98C0-97562D418BF3}" dt="2021-08-11T20:24:11.999" v="3608" actId="1076"/>
          <ac:spMkLst>
            <pc:docMk/>
            <pc:sldMk cId="0" sldId="337"/>
            <ac:spMk id="13314" creationId="{DEBCA8C4-ACF3-46E6-8B65-40FDE0E50AFE}"/>
          </ac:spMkLst>
        </pc:spChg>
        <pc:spChg chg="mod">
          <ac:chgData name="Ivan Granja" userId="d0a12471-25a3-466a-a647-7cb796ed786c" providerId="ADAL" clId="{22582235-09F7-45E3-98C0-97562D418BF3}" dt="2021-08-11T20:20:02.714" v="3511" actId="1076"/>
          <ac:spMkLst>
            <pc:docMk/>
            <pc:sldMk cId="0" sldId="337"/>
            <ac:spMk id="13315" creationId="{362544C5-AA99-4DB9-800F-31C824773556}"/>
          </ac:spMkLst>
        </pc:spChg>
      </pc:sldChg>
      <pc:sldChg chg="modSp mod">
        <pc:chgData name="Ivan Granja" userId="d0a12471-25a3-466a-a647-7cb796ed786c" providerId="ADAL" clId="{22582235-09F7-45E3-98C0-97562D418BF3}" dt="2021-08-11T20:22:32.238" v="3577" actId="20577"/>
        <pc:sldMkLst>
          <pc:docMk/>
          <pc:sldMk cId="0" sldId="340"/>
        </pc:sldMkLst>
        <pc:spChg chg="mod">
          <ac:chgData name="Ivan Granja" userId="d0a12471-25a3-466a-a647-7cb796ed786c" providerId="ADAL" clId="{22582235-09F7-45E3-98C0-97562D418BF3}" dt="2021-08-11T20:22:32.238" v="3577" actId="20577"/>
          <ac:spMkLst>
            <pc:docMk/>
            <pc:sldMk cId="0" sldId="340"/>
            <ac:spMk id="15362" creationId="{116E32FA-FE7B-4109-AA79-2523B4626E12}"/>
          </ac:spMkLst>
        </pc:spChg>
        <pc:spChg chg="mod">
          <ac:chgData name="Ivan Granja" userId="d0a12471-25a3-466a-a647-7cb796ed786c" providerId="ADAL" clId="{22582235-09F7-45E3-98C0-97562D418BF3}" dt="2021-08-11T20:21:00.689" v="3525" actId="122"/>
          <ac:spMkLst>
            <pc:docMk/>
            <pc:sldMk cId="0" sldId="340"/>
            <ac:spMk id="15363" creationId="{665E828D-8063-412E-A6CF-77A54F2389DA}"/>
          </ac:spMkLst>
        </pc:spChg>
        <pc:picChg chg="mod">
          <ac:chgData name="Ivan Granja" userId="d0a12471-25a3-466a-a647-7cb796ed786c" providerId="ADAL" clId="{22582235-09F7-45E3-98C0-97562D418BF3}" dt="2021-08-11T20:21:47.395" v="3542" actId="1076"/>
          <ac:picMkLst>
            <pc:docMk/>
            <pc:sldMk cId="0" sldId="340"/>
            <ac:picMk id="15364" creationId="{877443FB-60AF-4BD0-87BA-01F4A7E2C607}"/>
          </ac:picMkLst>
        </pc:picChg>
        <pc:picChg chg="mod">
          <ac:chgData name="Ivan Granja" userId="d0a12471-25a3-466a-a647-7cb796ed786c" providerId="ADAL" clId="{22582235-09F7-45E3-98C0-97562D418BF3}" dt="2021-08-11T20:22:17.100" v="3575" actId="1076"/>
          <ac:picMkLst>
            <pc:docMk/>
            <pc:sldMk cId="0" sldId="340"/>
            <ac:picMk id="15365" creationId="{AD6F0165-4CE6-4A9D-BC85-8A6632D217C1}"/>
          </ac:picMkLst>
        </pc:picChg>
        <pc:picChg chg="mod">
          <ac:chgData name="Ivan Granja" userId="d0a12471-25a3-466a-a647-7cb796ed786c" providerId="ADAL" clId="{22582235-09F7-45E3-98C0-97562D418BF3}" dt="2021-08-11T20:22:13.361" v="3573" actId="1076"/>
          <ac:picMkLst>
            <pc:docMk/>
            <pc:sldMk cId="0" sldId="340"/>
            <ac:picMk id="15366" creationId="{BFB9B3CB-0D1C-4B05-9827-65B7F98407B4}"/>
          </ac:picMkLst>
        </pc:picChg>
      </pc:sldChg>
      <pc:sldChg chg="modSp mod">
        <pc:chgData name="Ivan Granja" userId="d0a12471-25a3-466a-a647-7cb796ed786c" providerId="ADAL" clId="{22582235-09F7-45E3-98C0-97562D418BF3}" dt="2021-08-11T20:24:15.164" v="3609" actId="1076"/>
        <pc:sldMkLst>
          <pc:docMk/>
          <pc:sldMk cId="0" sldId="341"/>
        </pc:sldMkLst>
        <pc:spChg chg="mod">
          <ac:chgData name="Ivan Granja" userId="d0a12471-25a3-466a-a647-7cb796ed786c" providerId="ADAL" clId="{22582235-09F7-45E3-98C0-97562D418BF3}" dt="2021-08-11T20:24:15.164" v="3609" actId="1076"/>
          <ac:spMkLst>
            <pc:docMk/>
            <pc:sldMk cId="0" sldId="341"/>
            <ac:spMk id="12290" creationId="{625E4B23-6860-407B-A3C3-D5F71AD19AA6}"/>
          </ac:spMkLst>
        </pc:spChg>
        <pc:spChg chg="mod">
          <ac:chgData name="Ivan Granja" userId="d0a12471-25a3-466a-a647-7cb796ed786c" providerId="ADAL" clId="{22582235-09F7-45E3-98C0-97562D418BF3}" dt="2021-08-11T20:19:16.585" v="3502" actId="1076"/>
          <ac:spMkLst>
            <pc:docMk/>
            <pc:sldMk cId="0" sldId="341"/>
            <ac:spMk id="12291" creationId="{08D3728F-DCC1-4667-B0A7-07CF0BD28F0B}"/>
          </ac:spMkLst>
        </pc:spChg>
      </pc:sldChg>
      <pc:sldChg chg="modSp new mod">
        <pc:chgData name="Ivan Granja" userId="d0a12471-25a3-466a-a647-7cb796ed786c" providerId="ADAL" clId="{22582235-09F7-45E3-98C0-97562D418BF3}" dt="2021-08-11T21:11:15.393" v="6400" actId="1076"/>
        <pc:sldMkLst>
          <pc:docMk/>
          <pc:sldMk cId="2438119696" sldId="342"/>
        </pc:sldMkLst>
        <pc:spChg chg="mod">
          <ac:chgData name="Ivan Granja" userId="d0a12471-25a3-466a-a647-7cb796ed786c" providerId="ADAL" clId="{22582235-09F7-45E3-98C0-97562D418BF3}" dt="2021-08-11T21:11:15.393" v="6400" actId="1076"/>
          <ac:spMkLst>
            <pc:docMk/>
            <pc:sldMk cId="2438119696" sldId="342"/>
            <ac:spMk id="2" creationId="{0AA013B1-9899-4153-A766-1A42737EF9F1}"/>
          </ac:spMkLst>
        </pc:spChg>
        <pc:spChg chg="mod">
          <ac:chgData name="Ivan Granja" userId="d0a12471-25a3-466a-a647-7cb796ed786c" providerId="ADAL" clId="{22582235-09F7-45E3-98C0-97562D418BF3}" dt="2021-08-11T21:11:09.356" v="6399" actId="14100"/>
          <ac:spMkLst>
            <pc:docMk/>
            <pc:sldMk cId="2438119696" sldId="342"/>
            <ac:spMk id="3" creationId="{D3AFA238-D495-430C-843D-00EE3727ADA2}"/>
          </ac:spMkLst>
        </pc:spChg>
      </pc:sldChg>
      <pc:sldChg chg="modSp new mod">
        <pc:chgData name="Ivan Granja" userId="d0a12471-25a3-466a-a647-7cb796ed786c" providerId="ADAL" clId="{22582235-09F7-45E3-98C0-97562D418BF3}" dt="2021-08-11T20:57:57.515" v="5610" actId="20577"/>
        <pc:sldMkLst>
          <pc:docMk/>
          <pc:sldMk cId="886231306" sldId="343"/>
        </pc:sldMkLst>
        <pc:spChg chg="mod">
          <ac:chgData name="Ivan Granja" userId="d0a12471-25a3-466a-a647-7cb796ed786c" providerId="ADAL" clId="{22582235-09F7-45E3-98C0-97562D418BF3}" dt="2021-08-11T20:57:57.515" v="5610" actId="20577"/>
          <ac:spMkLst>
            <pc:docMk/>
            <pc:sldMk cId="886231306" sldId="343"/>
            <ac:spMk id="2" creationId="{A7159566-1F75-4873-8498-17EC42935995}"/>
          </ac:spMkLst>
        </pc:spChg>
        <pc:spChg chg="mod">
          <ac:chgData name="Ivan Granja" userId="d0a12471-25a3-466a-a647-7cb796ed786c" providerId="ADAL" clId="{22582235-09F7-45E3-98C0-97562D418BF3}" dt="2021-08-11T20:42:53.047" v="4431" actId="20577"/>
          <ac:spMkLst>
            <pc:docMk/>
            <pc:sldMk cId="886231306" sldId="343"/>
            <ac:spMk id="3" creationId="{D6BAC3C5-6838-4098-A167-9324A826A3B7}"/>
          </ac:spMkLst>
        </pc:spChg>
      </pc:sldChg>
      <pc:sldChg chg="modSp new mod">
        <pc:chgData name="Ivan Granja" userId="d0a12471-25a3-466a-a647-7cb796ed786c" providerId="ADAL" clId="{22582235-09F7-45E3-98C0-97562D418BF3}" dt="2021-08-11T21:09:19.454" v="6355" actId="313"/>
        <pc:sldMkLst>
          <pc:docMk/>
          <pc:sldMk cId="2421033290" sldId="344"/>
        </pc:sldMkLst>
        <pc:spChg chg="mod">
          <ac:chgData name="Ivan Granja" userId="d0a12471-25a3-466a-a647-7cb796ed786c" providerId="ADAL" clId="{22582235-09F7-45E3-98C0-97562D418BF3}" dt="2021-08-11T20:58:13.778" v="5612" actId="1076"/>
          <ac:spMkLst>
            <pc:docMk/>
            <pc:sldMk cId="2421033290" sldId="344"/>
            <ac:spMk id="2" creationId="{330CCA9C-7CAB-418D-9B36-86787090A1FB}"/>
          </ac:spMkLst>
        </pc:spChg>
        <pc:spChg chg="mod">
          <ac:chgData name="Ivan Granja" userId="d0a12471-25a3-466a-a647-7cb796ed786c" providerId="ADAL" clId="{22582235-09F7-45E3-98C0-97562D418BF3}" dt="2021-08-11T21:09:19.454" v="6355" actId="313"/>
          <ac:spMkLst>
            <pc:docMk/>
            <pc:sldMk cId="2421033290" sldId="344"/>
            <ac:spMk id="3" creationId="{E1A20C5E-6AA4-45EC-896D-10CD4E63E40B}"/>
          </ac:spMkLst>
        </pc:spChg>
      </pc:sldChg>
      <pc:sldChg chg="new del">
        <pc:chgData name="Ivan Granja" userId="d0a12471-25a3-466a-a647-7cb796ed786c" providerId="ADAL" clId="{22582235-09F7-45E3-98C0-97562D418BF3}" dt="2021-08-11T20:55:05.551" v="5245" actId="680"/>
        <pc:sldMkLst>
          <pc:docMk/>
          <pc:sldMk cId="1359231142" sldId="345"/>
        </pc:sldMkLst>
      </pc:sldChg>
      <pc:sldChg chg="modSp add mod ord">
        <pc:chgData name="Ivan Granja" userId="d0a12471-25a3-466a-a647-7cb796ed786c" providerId="ADAL" clId="{22582235-09F7-45E3-98C0-97562D418BF3}" dt="2021-08-11T20:59:09.023" v="5680" actId="20577"/>
        <pc:sldMkLst>
          <pc:docMk/>
          <pc:sldMk cId="1758867312" sldId="345"/>
        </pc:sldMkLst>
        <pc:spChg chg="mod">
          <ac:chgData name="Ivan Granja" userId="d0a12471-25a3-466a-a647-7cb796ed786c" providerId="ADAL" clId="{22582235-09F7-45E3-98C0-97562D418BF3}" dt="2021-08-11T20:55:18.896" v="5262" actId="20577"/>
          <ac:spMkLst>
            <pc:docMk/>
            <pc:sldMk cId="1758867312" sldId="345"/>
            <ac:spMk id="2" creationId="{204F0022-2298-4516-8CFE-000A7C027548}"/>
          </ac:spMkLst>
        </pc:spChg>
        <pc:spChg chg="mod">
          <ac:chgData name="Ivan Granja" userId="d0a12471-25a3-466a-a647-7cb796ed786c" providerId="ADAL" clId="{22582235-09F7-45E3-98C0-97562D418BF3}" dt="2021-08-11T20:59:09.023" v="5680" actId="20577"/>
          <ac:spMkLst>
            <pc:docMk/>
            <pc:sldMk cId="1758867312" sldId="345"/>
            <ac:spMk id="3" creationId="{38C0B961-7BC8-487C-92A4-730F0F309565}"/>
          </ac:spMkLst>
        </pc:spChg>
      </pc:sldChg>
      <pc:sldChg chg="modSp new mod">
        <pc:chgData name="Ivan Granja" userId="d0a12471-25a3-466a-a647-7cb796ed786c" providerId="ADAL" clId="{22582235-09F7-45E3-98C0-97562D418BF3}" dt="2021-08-11T21:06:53.727" v="6224" actId="313"/>
        <pc:sldMkLst>
          <pc:docMk/>
          <pc:sldMk cId="53232798" sldId="346"/>
        </pc:sldMkLst>
        <pc:spChg chg="mod">
          <ac:chgData name="Ivan Granja" userId="d0a12471-25a3-466a-a647-7cb796ed786c" providerId="ADAL" clId="{22582235-09F7-45E3-98C0-97562D418BF3}" dt="2021-08-11T21:06:53.727" v="6224" actId="313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22582235-09F7-45E3-98C0-97562D418BF3}" dt="2021-08-11T21:02:33.875" v="6223" actId="20577"/>
          <ac:spMkLst>
            <pc:docMk/>
            <pc:sldMk cId="53232798" sldId="346"/>
            <ac:spMk id="3" creationId="{11E4D0A3-50AC-4EF7-9101-4D9C7D6F2639}"/>
          </ac:spMkLst>
        </pc:spChg>
      </pc:sldChg>
    </pc:docChg>
  </pc:docChgLst>
  <pc:docChgLst>
    <pc:chgData name="Ivan Granja" userId="d0a12471-25a3-466a-a647-7cb796ed786c" providerId="ADAL" clId="{EC99B1EF-9A40-4196-A075-AC40C06EE471}"/>
    <pc:docChg chg="undo custSel addSld delSld modSld">
      <pc:chgData name="Ivan Granja" userId="d0a12471-25a3-466a-a647-7cb796ed786c" providerId="ADAL" clId="{EC99B1EF-9A40-4196-A075-AC40C06EE471}" dt="2021-08-12T22:08:08.918" v="1083" actId="20577"/>
      <pc:docMkLst>
        <pc:docMk/>
      </pc:docMkLst>
      <pc:sldChg chg="modSp mod">
        <pc:chgData name="Ivan Granja" userId="d0a12471-25a3-466a-a647-7cb796ed786c" providerId="ADAL" clId="{EC99B1EF-9A40-4196-A075-AC40C06EE471}" dt="2021-08-12T11:50:01.867" v="1073" actId="20577"/>
        <pc:sldMkLst>
          <pc:docMk/>
          <pc:sldMk cId="2438119696" sldId="342"/>
        </pc:sldMkLst>
        <pc:spChg chg="mod">
          <ac:chgData name="Ivan Granja" userId="d0a12471-25a3-466a-a647-7cb796ed786c" providerId="ADAL" clId="{EC99B1EF-9A40-4196-A075-AC40C06EE471}" dt="2021-08-12T11:50:01.867" v="1073" actId="20577"/>
          <ac:spMkLst>
            <pc:docMk/>
            <pc:sldMk cId="2438119696" sldId="342"/>
            <ac:spMk id="3" creationId="{D3AFA238-D495-430C-843D-00EE3727ADA2}"/>
          </ac:spMkLst>
        </pc:spChg>
      </pc:sldChg>
      <pc:sldChg chg="modSp mod">
        <pc:chgData name="Ivan Granja" userId="d0a12471-25a3-466a-a647-7cb796ed786c" providerId="ADAL" clId="{EC99B1EF-9A40-4196-A075-AC40C06EE471}" dt="2021-08-12T11:38:51.895" v="1071" actId="20577"/>
        <pc:sldMkLst>
          <pc:docMk/>
          <pc:sldMk cId="886231306" sldId="343"/>
        </pc:sldMkLst>
        <pc:spChg chg="mod">
          <ac:chgData name="Ivan Granja" userId="d0a12471-25a3-466a-a647-7cb796ed786c" providerId="ADAL" clId="{EC99B1EF-9A40-4196-A075-AC40C06EE471}" dt="2021-08-12T11:38:51.895" v="1071" actId="20577"/>
          <ac:spMkLst>
            <pc:docMk/>
            <pc:sldMk cId="886231306" sldId="343"/>
            <ac:spMk id="3" creationId="{D6BAC3C5-6838-4098-A167-9324A826A3B7}"/>
          </ac:spMkLst>
        </pc:spChg>
      </pc:sldChg>
      <pc:sldChg chg="modSp mod">
        <pc:chgData name="Ivan Granja" userId="d0a12471-25a3-466a-a647-7cb796ed786c" providerId="ADAL" clId="{EC99B1EF-9A40-4196-A075-AC40C06EE471}" dt="2021-08-12T11:55:03.475" v="1082" actId="20577"/>
        <pc:sldMkLst>
          <pc:docMk/>
          <pc:sldMk cId="2421033290" sldId="344"/>
        </pc:sldMkLst>
        <pc:spChg chg="mod">
          <ac:chgData name="Ivan Granja" userId="d0a12471-25a3-466a-a647-7cb796ed786c" providerId="ADAL" clId="{EC99B1EF-9A40-4196-A075-AC40C06EE471}" dt="2021-08-12T11:55:03.475" v="1082" actId="20577"/>
          <ac:spMkLst>
            <pc:docMk/>
            <pc:sldMk cId="2421033290" sldId="344"/>
            <ac:spMk id="3" creationId="{E1A20C5E-6AA4-45EC-896D-10CD4E63E40B}"/>
          </ac:spMkLst>
        </pc:spChg>
      </pc:sldChg>
      <pc:sldChg chg="modSp mod">
        <pc:chgData name="Ivan Granja" userId="d0a12471-25a3-466a-a647-7cb796ed786c" providerId="ADAL" clId="{EC99B1EF-9A40-4196-A075-AC40C06EE471}" dt="2021-08-12T11:16:19.354" v="1068" actId="20577"/>
        <pc:sldMkLst>
          <pc:docMk/>
          <pc:sldMk cId="1758867312" sldId="345"/>
        </pc:sldMkLst>
        <pc:spChg chg="mod">
          <ac:chgData name="Ivan Granja" userId="d0a12471-25a3-466a-a647-7cb796ed786c" providerId="ADAL" clId="{EC99B1EF-9A40-4196-A075-AC40C06EE471}" dt="2021-08-12T11:16:19.354" v="1068" actId="20577"/>
          <ac:spMkLst>
            <pc:docMk/>
            <pc:sldMk cId="1758867312" sldId="345"/>
            <ac:spMk id="3" creationId="{38C0B961-7BC8-487C-92A4-730F0F309565}"/>
          </ac:spMkLst>
        </pc:spChg>
      </pc:sldChg>
      <pc:sldChg chg="modSp mod">
        <pc:chgData name="Ivan Granja" userId="d0a12471-25a3-466a-a647-7cb796ed786c" providerId="ADAL" clId="{EC99B1EF-9A40-4196-A075-AC40C06EE471}" dt="2021-08-12T22:08:08.918" v="1083" actId="20577"/>
        <pc:sldMkLst>
          <pc:docMk/>
          <pc:sldMk cId="53232798" sldId="346"/>
        </pc:sldMkLst>
        <pc:spChg chg="mod">
          <ac:chgData name="Ivan Granja" userId="d0a12471-25a3-466a-a647-7cb796ed786c" providerId="ADAL" clId="{EC99B1EF-9A40-4196-A075-AC40C06EE471}" dt="2021-08-12T22:08:08.918" v="1083" actId="20577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EC99B1EF-9A40-4196-A075-AC40C06EE471}" dt="2021-08-12T11:03:09.497" v="903" actId="20577"/>
          <ac:spMkLst>
            <pc:docMk/>
            <pc:sldMk cId="53232798" sldId="346"/>
            <ac:spMk id="3" creationId="{11E4D0A3-50AC-4EF7-9101-4D9C7D6F2639}"/>
          </ac:spMkLst>
        </pc:spChg>
      </pc:sldChg>
      <pc:sldChg chg="new del">
        <pc:chgData name="Ivan Granja" userId="d0a12471-25a3-466a-a647-7cb796ed786c" providerId="ADAL" clId="{EC99B1EF-9A40-4196-A075-AC40C06EE471}" dt="2021-08-12T11:04:46.811" v="1065" actId="47"/>
        <pc:sldMkLst>
          <pc:docMk/>
          <pc:sldMk cId="2647709395" sldId="347"/>
        </pc:sldMkLst>
      </pc:sldChg>
      <pc:sldChg chg="modSp add mod">
        <pc:chgData name="Ivan Granja" userId="d0a12471-25a3-466a-a647-7cb796ed786c" providerId="ADAL" clId="{EC99B1EF-9A40-4196-A075-AC40C06EE471}" dt="2021-08-12T11:04:49.260" v="1066" actId="313"/>
        <pc:sldMkLst>
          <pc:docMk/>
          <pc:sldMk cId="1916755633" sldId="348"/>
        </pc:sldMkLst>
        <pc:spChg chg="mod">
          <ac:chgData name="Ivan Granja" userId="d0a12471-25a3-466a-a647-7cb796ed786c" providerId="ADAL" clId="{EC99B1EF-9A40-4196-A075-AC40C06EE471}" dt="2021-08-12T10:52:31.474" v="277" actId="20577"/>
          <ac:spMkLst>
            <pc:docMk/>
            <pc:sldMk cId="1916755633" sldId="348"/>
            <ac:spMk id="2" creationId="{330CCA9C-7CAB-418D-9B36-86787090A1FB}"/>
          </ac:spMkLst>
        </pc:spChg>
        <pc:spChg chg="mod">
          <ac:chgData name="Ivan Granja" userId="d0a12471-25a3-466a-a647-7cb796ed786c" providerId="ADAL" clId="{EC99B1EF-9A40-4196-A075-AC40C06EE471}" dt="2021-08-12T11:04:49.260" v="1066" actId="313"/>
          <ac:spMkLst>
            <pc:docMk/>
            <pc:sldMk cId="1916755633" sldId="348"/>
            <ac:spMk id="3" creationId="{E1A20C5E-6AA4-45EC-896D-10CD4E63E4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24165-7913-46B6-88B3-C29DC7E914B1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AB8B-10FA-43D4-AC9A-953A332D9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2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8AB8B-10FA-43D4-AC9A-953A332D9C1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04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40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5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7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12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33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7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61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3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6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D0F26-CB29-44E3-AD3E-26B118C78EB2}" type="datetimeFigureOut">
              <a:rPr lang="pt-BR" smtClean="0"/>
              <a:t>15/08/2022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  <a:br>
              <a:rPr lang="pt-BR" dirty="0"/>
            </a:br>
            <a:r>
              <a:rPr lang="pt-BR" dirty="0"/>
              <a:t>Introdução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379964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0136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F0022-2298-4516-8CFE-000A7C02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MBSE – Model-</a:t>
            </a:r>
            <a:r>
              <a:rPr lang="pt-BR" dirty="0" err="1"/>
              <a:t>Based</a:t>
            </a:r>
            <a:r>
              <a:rPr lang="pt-BR" dirty="0"/>
              <a:t> System </a:t>
            </a:r>
            <a:r>
              <a:rPr lang="pt-BR" dirty="0" err="1"/>
              <a:t>Enginnering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0B961-7BC8-487C-92A4-730F0F309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INCOSE (</a:t>
            </a:r>
            <a:r>
              <a:rPr lang="pt-BR" dirty="0" err="1"/>
              <a:t>International</a:t>
            </a:r>
            <a:r>
              <a:rPr lang="pt-BR" dirty="0"/>
              <a:t> </a:t>
            </a:r>
            <a:r>
              <a:rPr lang="pt-BR" dirty="0" err="1"/>
              <a:t>Council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Systems </a:t>
            </a:r>
            <a:r>
              <a:rPr lang="pt-BR" dirty="0" err="1"/>
              <a:t>Engineering</a:t>
            </a:r>
            <a:r>
              <a:rPr lang="pt-BR" dirty="0"/>
              <a:t>) conceitua: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“</a:t>
            </a:r>
            <a:r>
              <a:rPr lang="pt-BR" b="1" dirty="0"/>
              <a:t>MBSE</a:t>
            </a:r>
            <a:r>
              <a:rPr lang="pt-BR" dirty="0"/>
              <a:t> é aplicação formalizada de modelagem para suportar atividades associadas a requisitos, design, análise, verificação, validação de sistemas, iniciando na fase de </a:t>
            </a:r>
            <a:r>
              <a:rPr lang="pt-BR" i="1" dirty="0"/>
              <a:t>design</a:t>
            </a:r>
            <a:r>
              <a:rPr lang="pt-BR" dirty="0"/>
              <a:t> conceitual e seguindo até o desenvolvimento e atividades/fases posteriores no ciclo de vida do produto (sistema)”</a:t>
            </a:r>
          </a:p>
          <a:p>
            <a:pPr marL="0" indent="0" algn="ctr">
              <a:buNone/>
            </a:pPr>
            <a:endParaRPr lang="pt-BR" dirty="0"/>
          </a:p>
          <a:p>
            <a:r>
              <a:rPr lang="pt-BR" dirty="0"/>
              <a:t>Sistemas neste contexto são os artificias e sociotécnicos</a:t>
            </a:r>
          </a:p>
        </p:txBody>
      </p:sp>
    </p:spTree>
    <p:extLst>
      <p:ext uri="{BB962C8B-B14F-4D97-AF65-F5344CB8AC3E}">
        <p14:creationId xmlns:p14="http://schemas.microsoft.com/office/powerpoint/2010/main" val="2636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9A946-2012-48BD-B233-273C831B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594540-3749-4D8F-803D-5F3576DED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825624"/>
            <a:ext cx="11057206" cy="5032375"/>
          </a:xfrm>
        </p:spPr>
        <p:txBody>
          <a:bodyPr>
            <a:normAutofit/>
          </a:bodyPr>
          <a:lstStyle/>
          <a:p>
            <a:r>
              <a:rPr lang="pt-BR" dirty="0"/>
              <a:t>O que diferencia o Engenheiro modelador de sistemas que aplica e pratica a abordagem de engenharia de sistemas baseada em documentação dos ‘artesão’ (leigos?) que ‘praticam’ isso “do mesmo jeito que sempre fizemos as coisas”?</a:t>
            </a:r>
          </a:p>
          <a:p>
            <a:endParaRPr lang="pt-BR" sz="1000" dirty="0"/>
          </a:p>
          <a:p>
            <a:pPr marL="0" indent="0">
              <a:buNone/>
            </a:pPr>
            <a:r>
              <a:rPr lang="pt-BR" b="1" dirty="0"/>
              <a:t>Resposta</a:t>
            </a:r>
            <a:r>
              <a:rPr lang="pt-BR" dirty="0"/>
              <a:t>: A aplicação de atividades de engenharia adequadas ao ciclo de vida do sistema/produto que será construído. A diferença essencial está nos primeiros produtos (resultados) deste processo (em seu ciclo de vida) que incluem a </a:t>
            </a:r>
            <a:r>
              <a:rPr lang="pt-BR" b="1" dirty="0"/>
              <a:t>concepção das operações do sistema, especificações e rastreabilidade e verificação de requisitos, especificação de arquitetura de interfaces (externas e internas) e análises especializadas de cada engenharia/área de conhecimento envolvida no processo.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829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F0022-2298-4516-8CFE-000A7C02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 Pilares da MBSE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0B961-7BC8-487C-92A4-730F0F309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Linguagem de Modelagem </a:t>
            </a:r>
            <a:r>
              <a:rPr lang="pt-BR" dirty="0"/>
              <a:t>– como expressamos o produto da modelagem, ou seja, o modelo.</a:t>
            </a:r>
          </a:p>
          <a:p>
            <a:endParaRPr lang="pt-BR" dirty="0"/>
          </a:p>
          <a:p>
            <a:r>
              <a:rPr lang="pt-BR" b="1" dirty="0"/>
              <a:t>Métodos de Modelagem </a:t>
            </a:r>
            <a:r>
              <a:rPr lang="pt-BR" dirty="0"/>
              <a:t>– como executamos e organizamos o processo de modelagem  (sequencias, técnicas adotadas, etc..)</a:t>
            </a:r>
          </a:p>
          <a:p>
            <a:endParaRPr lang="pt-BR" dirty="0"/>
          </a:p>
          <a:p>
            <a:r>
              <a:rPr lang="pt-BR" b="1" dirty="0"/>
              <a:t>Ferramentas de Modelagem </a:t>
            </a:r>
            <a:r>
              <a:rPr lang="pt-BR" dirty="0"/>
              <a:t>– como construímos o modelo</a:t>
            </a:r>
          </a:p>
        </p:txBody>
      </p:sp>
    </p:spTree>
    <p:extLst>
      <p:ext uri="{BB962C8B-B14F-4D97-AF65-F5344CB8AC3E}">
        <p14:creationId xmlns:p14="http://schemas.microsoft.com/office/powerpoint/2010/main" val="1758867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3B06E-B4BE-4E45-BCD8-FE7F6DE9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o papel da modelagem na MBSE?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63E89D-F9C2-46A3-B5B3-EE2EB990A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259"/>
          </a:xfrm>
        </p:spPr>
        <p:txBody>
          <a:bodyPr>
            <a:normAutofit/>
          </a:bodyPr>
          <a:lstStyle/>
          <a:p>
            <a:r>
              <a:rPr lang="pt-BR" dirty="0"/>
              <a:t>A engenharia de sistemas, mesmo que uma atividade de alto custo, requer (sugere fortemente) a produção de todos estes produtos no esforço de engenharia de qualquer sistema não trivial.</a:t>
            </a:r>
          </a:p>
          <a:p>
            <a:endParaRPr lang="pt-BR" sz="1000" dirty="0"/>
          </a:p>
          <a:p>
            <a:r>
              <a:rPr lang="pt-BR" dirty="0"/>
              <a:t>A MBSE sistematiza as atividades de engenharia de um sistema e produz este conjunto de produtos, baseado em modelagem.</a:t>
            </a:r>
          </a:p>
          <a:p>
            <a:endParaRPr lang="pt-BR" sz="1000" dirty="0"/>
          </a:p>
          <a:p>
            <a:r>
              <a:rPr lang="pt-BR" dirty="0"/>
              <a:t>Modelos estabelecem maneiras de comunicar e integrar diferentes visões e pontos de vista dos envolvidos na engenharia de um sistema (cliente, engenheiros e outros especialistas), em uma base de dados (repositório) comum de projeto, uniformizando e formalizando a linguagem na qual os modelos são produzidos.</a:t>
            </a:r>
          </a:p>
        </p:txBody>
      </p:sp>
    </p:spTree>
    <p:extLst>
      <p:ext uri="{BB962C8B-B14F-4D97-AF65-F5344CB8AC3E}">
        <p14:creationId xmlns:p14="http://schemas.microsoft.com/office/powerpoint/2010/main" val="133932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BE4A3-799A-47D5-AB6B-2E81EF93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modelar?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499E79-11BD-4F0D-A886-8AF8E310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0" y="1825625"/>
            <a:ext cx="11282288" cy="4364160"/>
          </a:xfrm>
        </p:spPr>
        <p:txBody>
          <a:bodyPr>
            <a:normAutofit/>
          </a:bodyPr>
          <a:lstStyle/>
          <a:p>
            <a:r>
              <a:rPr lang="pt-BR" altLang="pt-BR" sz="2800" dirty="0"/>
              <a:t>Modelos são construídos para obter, de antemão, melhor entendimento do que será construído depois.</a:t>
            </a:r>
          </a:p>
          <a:p>
            <a:endParaRPr lang="pt-BR" altLang="pt-BR" sz="2800" dirty="0"/>
          </a:p>
          <a:p>
            <a:r>
              <a:rPr lang="pt-BR" altLang="pt-BR" sz="2800" dirty="0"/>
              <a:t>Na construção de algo físico (avião, carros ou outros sistemas artificiais e sociotécnico) pode ser entendido que um modelo é equivalente em forma e conteúdo ao que se deseja construir, porém em outra escala.</a:t>
            </a:r>
          </a:p>
          <a:p>
            <a:pPr lvl="1"/>
            <a:r>
              <a:rPr lang="pt-BR" altLang="pt-BR" dirty="0"/>
              <a:t>Modelo é um ‘sistema equivalente’ ao produto/sistema que se pretende construir</a:t>
            </a:r>
          </a:p>
          <a:p>
            <a:pPr lvl="1"/>
            <a:r>
              <a:rPr lang="pt-BR" altLang="pt-BR" dirty="0"/>
              <a:t>Modelos deste tipo admitem aplicação de simulação, próxima à realidade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691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8B15B-DE28-4E5E-892F-41356127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Para que os modelos são úteis?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2E134F-F2B9-4058-A73E-1FF8417AB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0" y="1825625"/>
            <a:ext cx="11465170" cy="4786190"/>
          </a:xfrm>
        </p:spPr>
        <p:txBody>
          <a:bodyPr>
            <a:normAutofit lnSpcReduction="10000"/>
          </a:bodyPr>
          <a:lstStyle/>
          <a:p>
            <a:pPr marL="201600"/>
            <a:r>
              <a:rPr lang="pt-BR" altLang="pt-BR" dirty="0"/>
              <a:t>Compreender o problema sob seus diversos pontos de vista, e</a:t>
            </a:r>
            <a:r>
              <a:rPr lang="pt-BR" dirty="0"/>
              <a:t>stabelecendo comunicação franca e em linguagem padrão.</a:t>
            </a:r>
          </a:p>
          <a:p>
            <a:pPr marL="201600"/>
            <a:r>
              <a:rPr lang="pt-BR" altLang="pt-BR" dirty="0"/>
              <a:t>Representar o ambiente no qual o sistema deverá se inserir.</a:t>
            </a:r>
          </a:p>
          <a:p>
            <a:pPr marL="201600"/>
            <a:r>
              <a:rPr lang="pt-BR" altLang="pt-BR" dirty="0"/>
              <a:t>Representar os subsistemas que o compõe e suas áreas de especialidade</a:t>
            </a:r>
          </a:p>
          <a:p>
            <a:pPr marL="201600"/>
            <a:r>
              <a:rPr lang="pt-BR" altLang="pt-BR" dirty="0"/>
              <a:t>Estudar, desenvolver e propor soluções para o problema (criatividade + método + técnicas + ferramentas). </a:t>
            </a:r>
          </a:p>
          <a:p>
            <a:pPr marL="201600"/>
            <a:r>
              <a:rPr lang="pt-BR" altLang="pt-BR" dirty="0"/>
              <a:t>Escolher dentre as possíveis soluções, a mais adequada.</a:t>
            </a:r>
          </a:p>
          <a:p>
            <a:pPr marL="201600"/>
            <a:r>
              <a:rPr lang="pt-BR" altLang="pt-BR" dirty="0"/>
              <a:t>Ensaia (testar) e simular a solução escolhida (depuração).</a:t>
            </a:r>
          </a:p>
          <a:p>
            <a:pPr marL="201600"/>
            <a:r>
              <a:rPr lang="pt-BR" altLang="pt-BR" dirty="0"/>
              <a:t>Escolher, registrar e comunicar o projeto para terceiro e para o time (documentação) </a:t>
            </a:r>
          </a:p>
          <a:p>
            <a:pPr marL="201600"/>
            <a:r>
              <a:rPr lang="pt-BR" dirty="0"/>
              <a:t>validação junto ao cliente (específico ou sociedade)</a:t>
            </a:r>
            <a:endParaRPr lang="pt-BR" altLang="pt-BR" dirty="0"/>
          </a:p>
          <a:p>
            <a:pPr marL="201600"/>
            <a:endParaRPr lang="pt-BR" altLang="pt-BR" dirty="0"/>
          </a:p>
          <a:p>
            <a:pPr marL="201600"/>
            <a:endParaRPr lang="pt-BR" altLang="pt-BR" dirty="0"/>
          </a:p>
          <a:p>
            <a:pPr marL="201600"/>
            <a:endParaRPr lang="pt-BR" altLang="pt-BR" dirty="0"/>
          </a:p>
          <a:p>
            <a:pPr marL="201600"/>
            <a:endParaRPr lang="pt-BR" alt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456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>
            <a:extLst>
              <a:ext uri="{FF2B5EF4-FFF2-40B4-BE49-F238E27FC236}">
                <a16:creationId xmlns:a16="http://schemas.microsoft.com/office/drawing/2014/main" id="{625E4B23-6860-407B-A3C3-D5F71AD19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altLang="pt-BR" dirty="0"/>
              <a:t>Princípios da Modelagem</a:t>
            </a:r>
          </a:p>
        </p:txBody>
      </p:sp>
      <p:sp>
        <p:nvSpPr>
          <p:cNvPr id="12291" name="Rectangle 1027">
            <a:extLst>
              <a:ext uri="{FF2B5EF4-FFF2-40B4-BE49-F238E27FC236}">
                <a16:creationId xmlns:a16="http://schemas.microsoft.com/office/drawing/2014/main" id="{08D3728F-DCC1-4667-B0A7-07CF0BD28F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980" y="1690688"/>
            <a:ext cx="10988040" cy="4167188"/>
          </a:xfrm>
        </p:spPr>
        <p:txBody>
          <a:bodyPr/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	1- A escolha do tipo de modelo a ser criado tem uma profunda influência sobre como a solução do problema será enfocada e construída.</a:t>
            </a:r>
          </a:p>
          <a:p>
            <a:pPr algn="just">
              <a:lnSpc>
                <a:spcPct val="12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120000"/>
              </a:lnSpc>
              <a:buFontTx/>
              <a:buNone/>
            </a:pPr>
            <a:r>
              <a:rPr lang="pt-BR" altLang="pt-BR" sz="1800" dirty="0"/>
              <a:t>UML: </a:t>
            </a:r>
            <a:r>
              <a:rPr lang="pt-BR" altLang="pt-BR" sz="1800" dirty="0" err="1"/>
              <a:t>User</a:t>
            </a:r>
            <a:r>
              <a:rPr lang="pt-BR" altLang="pt-BR" sz="1800" dirty="0"/>
              <a:t> </a:t>
            </a:r>
            <a:r>
              <a:rPr lang="pt-BR" altLang="pt-BR" sz="1800" dirty="0" err="1"/>
              <a:t>Guide</a:t>
            </a:r>
            <a:r>
              <a:rPr lang="pt-BR" altLang="pt-BR" sz="1800" dirty="0"/>
              <a:t> - </a:t>
            </a:r>
            <a:r>
              <a:rPr lang="pt-BR" altLang="pt-BR" sz="1800" dirty="0" err="1"/>
              <a:t>Booch</a:t>
            </a:r>
            <a:r>
              <a:rPr lang="pt-BR" altLang="pt-BR" sz="1800" dirty="0"/>
              <a:t>, </a:t>
            </a:r>
            <a:r>
              <a:rPr lang="pt-BR" altLang="pt-BR" sz="1800" dirty="0" err="1"/>
              <a:t>Rumbaugh</a:t>
            </a:r>
            <a:r>
              <a:rPr lang="pt-BR" altLang="pt-BR" sz="1800" dirty="0"/>
              <a:t>, Jacobson</a:t>
            </a:r>
          </a:p>
          <a:p>
            <a:pPr algn="just">
              <a:lnSpc>
                <a:spcPct val="120000"/>
              </a:lnSpc>
              <a:buFontTx/>
              <a:buNone/>
            </a:pPr>
            <a:endParaRPr lang="pt-BR" alt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>
            <a:extLst>
              <a:ext uri="{FF2B5EF4-FFF2-40B4-BE49-F238E27FC236}">
                <a16:creationId xmlns:a16="http://schemas.microsoft.com/office/drawing/2014/main" id="{DEBCA8C4-ACF3-46E6-8B65-40FDE0E50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199" y="111443"/>
            <a:ext cx="10515600" cy="1325563"/>
          </a:xfrm>
        </p:spPr>
        <p:txBody>
          <a:bodyPr/>
          <a:lstStyle/>
          <a:p>
            <a:pPr algn="ctr"/>
            <a:r>
              <a:rPr lang="pt-BR" altLang="pt-BR" dirty="0"/>
              <a:t>Princípios da Modelagem</a:t>
            </a:r>
          </a:p>
        </p:txBody>
      </p:sp>
      <p:sp>
        <p:nvSpPr>
          <p:cNvPr id="13315" name="Rectangle 1027">
            <a:extLst>
              <a:ext uri="{FF2B5EF4-FFF2-40B4-BE49-F238E27FC236}">
                <a16:creationId xmlns:a16="http://schemas.microsoft.com/office/drawing/2014/main" id="{362544C5-AA99-4DB9-800F-31C824773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1631" y="1528446"/>
            <a:ext cx="10128737" cy="1141413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2- Qualquer modelo pode ser expresso em diferentes níveis de precisão.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pt-BR" altLang="pt-BR" dirty="0"/>
              <a:t>	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lang="pt-BR" altLang="pt-BR" dirty="0"/>
              <a:t>.</a:t>
            </a:r>
          </a:p>
        </p:txBody>
      </p:sp>
      <p:pic>
        <p:nvPicPr>
          <p:cNvPr id="13316" name="Picture 2" descr="Resultado de imagem para mapas do metro sp">
            <a:extLst>
              <a:ext uri="{FF2B5EF4-FFF2-40B4-BE49-F238E27FC236}">
                <a16:creationId xmlns:a16="http://schemas.microsoft.com/office/drawing/2014/main" id="{22D09E38-2332-4AF8-BBB9-C6BC58893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2852738"/>
            <a:ext cx="5086351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 descr="Metro São Paulo">
            <a:extLst>
              <a:ext uri="{FF2B5EF4-FFF2-40B4-BE49-F238E27FC236}">
                <a16:creationId xmlns:a16="http://schemas.microsoft.com/office/drawing/2014/main" id="{DC279C4B-97F8-4AA6-A2D6-B75C83D43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6" y="2852738"/>
            <a:ext cx="457517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7">
            <a:extLst>
              <a:ext uri="{FF2B5EF4-FFF2-40B4-BE49-F238E27FC236}">
                <a16:creationId xmlns:a16="http://schemas.microsoft.com/office/drawing/2014/main" id="{349116C4-C663-4B6B-BE34-DFAD2507F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36982"/>
            <a:ext cx="10002129" cy="3978275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	3- Os melhores modelos são “conectados” (aderentes) à realidade.</a:t>
            </a:r>
          </a:p>
          <a:p>
            <a:pPr algn="just">
              <a:lnSpc>
                <a:spcPct val="120000"/>
              </a:lnSpc>
              <a:buFontTx/>
              <a:buNone/>
            </a:pPr>
            <a:endParaRPr lang="pt-BR" altLang="pt-BR" dirty="0"/>
          </a:p>
          <a:p>
            <a:pPr algn="just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dirty="0"/>
          </a:p>
        </p:txBody>
      </p:sp>
      <p:sp>
        <p:nvSpPr>
          <p:cNvPr id="14339" name="Rectangle 1029">
            <a:extLst>
              <a:ext uri="{FF2B5EF4-FFF2-40B4-BE49-F238E27FC236}">
                <a16:creationId xmlns:a16="http://schemas.microsoft.com/office/drawing/2014/main" id="{905AB0B5-A93F-4875-AC7B-1454D618F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68005"/>
            <a:ext cx="10515600" cy="1325563"/>
          </a:xfrm>
          <a:noFill/>
        </p:spPr>
        <p:txBody>
          <a:bodyPr/>
          <a:lstStyle/>
          <a:p>
            <a:pPr algn="ctr"/>
            <a:r>
              <a:rPr lang="pt-BR" altLang="pt-BR" dirty="0"/>
              <a:t>Princípios da Modelagem</a:t>
            </a:r>
          </a:p>
        </p:txBody>
      </p:sp>
      <p:pic>
        <p:nvPicPr>
          <p:cNvPr id="14340" name="Picture 4" descr="https://cmti.portovelho.ro.gov.br/uploads/editor/images/image02.jpg">
            <a:extLst>
              <a:ext uri="{FF2B5EF4-FFF2-40B4-BE49-F238E27FC236}">
                <a16:creationId xmlns:a16="http://schemas.microsoft.com/office/drawing/2014/main" id="{48FC3846-00E4-4EFB-89BD-5F7B411DB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413" y="2667002"/>
            <a:ext cx="6543675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7">
            <a:extLst>
              <a:ext uri="{FF2B5EF4-FFF2-40B4-BE49-F238E27FC236}">
                <a16:creationId xmlns:a16="http://schemas.microsoft.com/office/drawing/2014/main" id="{116E32FA-FE7B-4109-AA79-2523B4626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25748" y="1412875"/>
            <a:ext cx="9186203" cy="481488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sz="3300" dirty="0"/>
              <a:t>4- Um único modelo não é suficiente. Qualquer sistema não trivial é melhor enfocado com um pequeno conjunto de modelos </a:t>
            </a:r>
            <a:r>
              <a:rPr lang="pt-BR" altLang="pt-BR" sz="3300" dirty="0" err="1"/>
              <a:t>semi</a:t>
            </a:r>
            <a:r>
              <a:rPr lang="pt-BR" altLang="pt-BR" sz="3300" dirty="0"/>
              <a:t> independentes.                         </a:t>
            </a:r>
            <a:r>
              <a:rPr lang="pt-BR" altLang="pt-BR" sz="2400" dirty="0"/>
              <a:t>UML: </a:t>
            </a:r>
            <a:r>
              <a:rPr lang="pt-BR" altLang="pt-BR" sz="2400" dirty="0" err="1"/>
              <a:t>User</a:t>
            </a:r>
            <a:r>
              <a:rPr lang="pt-BR" altLang="pt-BR" sz="2400" dirty="0"/>
              <a:t> </a:t>
            </a:r>
            <a:r>
              <a:rPr lang="pt-BR" altLang="pt-BR" sz="2400" dirty="0" err="1"/>
              <a:t>Guide</a:t>
            </a:r>
            <a:r>
              <a:rPr lang="pt-BR" altLang="pt-BR" sz="2400" dirty="0"/>
              <a:t> - </a:t>
            </a:r>
            <a:r>
              <a:rPr lang="pt-BR" altLang="pt-BR" sz="2400" dirty="0" err="1"/>
              <a:t>Booch</a:t>
            </a:r>
            <a:r>
              <a:rPr lang="pt-BR" altLang="pt-BR" sz="2400" dirty="0"/>
              <a:t>, </a:t>
            </a:r>
            <a:r>
              <a:rPr lang="pt-BR" altLang="pt-BR" sz="2400" dirty="0" err="1"/>
              <a:t>Rumbaugh</a:t>
            </a:r>
            <a:r>
              <a:rPr lang="pt-BR" altLang="pt-BR" sz="2400" dirty="0"/>
              <a:t>, Jacobson</a:t>
            </a:r>
          </a:p>
          <a:p>
            <a:pPr algn="just">
              <a:lnSpc>
                <a:spcPct val="120000"/>
              </a:lnSpc>
              <a:buFontTx/>
              <a:buNone/>
            </a:pPr>
            <a:endParaRPr lang="pt-BR" altLang="pt-BR" sz="2400" dirty="0"/>
          </a:p>
          <a:p>
            <a:pPr algn="just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just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just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r">
              <a:lnSpc>
                <a:spcPct val="90000"/>
              </a:lnSpc>
              <a:buFontTx/>
              <a:buNone/>
            </a:pPr>
            <a:endParaRPr lang="pt-BR" altLang="pt-BR" sz="2400" dirty="0"/>
          </a:p>
          <a:p>
            <a:pPr algn="r">
              <a:lnSpc>
                <a:spcPct val="90000"/>
              </a:lnSpc>
              <a:buFontTx/>
              <a:buNone/>
            </a:pPr>
            <a:r>
              <a:rPr lang="pt-BR" altLang="pt-BR" sz="2400" dirty="0"/>
              <a:t>.</a:t>
            </a:r>
          </a:p>
        </p:txBody>
      </p:sp>
      <p:sp>
        <p:nvSpPr>
          <p:cNvPr id="15363" name="Rectangle 1029">
            <a:extLst>
              <a:ext uri="{FF2B5EF4-FFF2-40B4-BE49-F238E27FC236}">
                <a16:creationId xmlns:a16="http://schemas.microsoft.com/office/drawing/2014/main" id="{665E828D-8063-412E-A6CF-77A54F238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pt-BR" altLang="pt-BR" dirty="0"/>
              <a:t>Princípios da Modelagem</a:t>
            </a:r>
          </a:p>
        </p:txBody>
      </p:sp>
      <p:pic>
        <p:nvPicPr>
          <p:cNvPr id="15364" name="Imagem 1">
            <a:extLst>
              <a:ext uri="{FF2B5EF4-FFF2-40B4-BE49-F238E27FC236}">
                <a16:creationId xmlns:a16="http://schemas.microsoft.com/office/drawing/2014/main" id="{877443FB-60AF-4BD0-87BA-01F4A7E2C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563" y="2963862"/>
            <a:ext cx="2916237" cy="389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Imagem 2">
            <a:extLst>
              <a:ext uri="{FF2B5EF4-FFF2-40B4-BE49-F238E27FC236}">
                <a16:creationId xmlns:a16="http://schemas.microsoft.com/office/drawing/2014/main" id="{AD6F0165-4CE6-4A9D-BC85-8A6632D2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52" y="638175"/>
            <a:ext cx="1522194" cy="621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2" descr="MAPA DOS ARREDORES">
            <a:extLst>
              <a:ext uri="{FF2B5EF4-FFF2-40B4-BE49-F238E27FC236}">
                <a16:creationId xmlns:a16="http://schemas.microsoft.com/office/drawing/2014/main" id="{BFB9B3CB-0D1C-4B05-9827-65B7F9840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6" y="3877824"/>
            <a:ext cx="6165134" cy="23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59566-1F75-4873-8498-17EC4293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Sobre existência de vários modelos....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AC3C5-6838-4098-A167-9324A826A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63" y="1690688"/>
            <a:ext cx="11169748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• Modelos diferentes apresentam o sistema a partir de perspectivas diferentes. Exemplos:</a:t>
            </a:r>
          </a:p>
          <a:p>
            <a:pPr marL="0" indent="0">
              <a:buNone/>
            </a:pPr>
            <a:r>
              <a:rPr lang="pt-BR" b="1" dirty="0"/>
              <a:t>Perspectiva externa </a:t>
            </a:r>
          </a:p>
          <a:p>
            <a:pPr marL="457200" lvl="1" indent="0">
              <a:buNone/>
            </a:pPr>
            <a:r>
              <a:rPr lang="pt-BR" dirty="0"/>
              <a:t>• </a:t>
            </a:r>
            <a:r>
              <a:rPr lang="pt-BR" sz="2800" dirty="0"/>
              <a:t>Contexto ou ambiente do sistema </a:t>
            </a:r>
          </a:p>
          <a:p>
            <a:pPr marL="0" indent="0">
              <a:buNone/>
            </a:pPr>
            <a:r>
              <a:rPr lang="pt-BR" b="1" dirty="0"/>
              <a:t> Perspectiva de interação </a:t>
            </a:r>
          </a:p>
          <a:p>
            <a:pPr marL="457200" lvl="1" indent="0">
              <a:buNone/>
            </a:pPr>
            <a:r>
              <a:rPr lang="pt-BR" sz="2800" dirty="0"/>
              <a:t>• Interações entre sistema e ambiente ou entre componentes do sistema </a:t>
            </a:r>
          </a:p>
          <a:p>
            <a:pPr marL="0" indent="0">
              <a:buNone/>
            </a:pPr>
            <a:r>
              <a:rPr lang="pt-BR" b="1" dirty="0"/>
              <a:t>Perspectiva estrutural </a:t>
            </a:r>
          </a:p>
          <a:p>
            <a:pPr marL="457200" lvl="1" indent="0">
              <a:buNone/>
            </a:pPr>
            <a:r>
              <a:rPr lang="pt-BR" sz="2800" dirty="0"/>
              <a:t>• Organização do sistema e a estrutura dos dados/sinais que processa </a:t>
            </a:r>
          </a:p>
          <a:p>
            <a:pPr marL="0" indent="0">
              <a:buNone/>
            </a:pPr>
            <a:r>
              <a:rPr lang="pt-BR" b="1" dirty="0"/>
              <a:t>Perspectiva comportamental </a:t>
            </a:r>
          </a:p>
          <a:p>
            <a:pPr marL="457200" lvl="1" indent="0">
              <a:buNone/>
            </a:pPr>
            <a:r>
              <a:rPr lang="pt-BR" sz="2800" dirty="0"/>
              <a:t>• Comportamento dinâmico do sistema e como ele responde a eventos</a:t>
            </a:r>
          </a:p>
        </p:txBody>
      </p:sp>
    </p:spTree>
    <p:extLst>
      <p:ext uri="{BB962C8B-B14F-4D97-AF65-F5344CB8AC3E}">
        <p14:creationId xmlns:p14="http://schemas.microsoft.com/office/powerpoint/2010/main" val="886231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7">
            <a:extLst>
              <a:ext uri="{FF2B5EF4-FFF2-40B4-BE49-F238E27FC236}">
                <a16:creationId xmlns:a16="http://schemas.microsoft.com/office/drawing/2014/main" id="{F1AF1931-BC32-421F-AB01-3B0BEAD3E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6438" y="1352550"/>
            <a:ext cx="10719580" cy="50292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Modelar é uma maneira de analisarmos conceitualmente um problema do mundo real usando modelos.</a:t>
            </a:r>
          </a:p>
          <a:p>
            <a:pPr algn="r">
              <a:lnSpc>
                <a:spcPct val="120000"/>
              </a:lnSpc>
              <a:buFontTx/>
              <a:buNone/>
            </a:pPr>
            <a:r>
              <a:rPr lang="pt-BR" altLang="pt-BR" sz="1800" dirty="0"/>
              <a:t>Quem define um problema, já o resolveu pela metade.                                                     </a:t>
            </a:r>
          </a:p>
          <a:p>
            <a:pPr algn="r">
              <a:lnSpc>
                <a:spcPct val="120000"/>
              </a:lnSpc>
              <a:buFontTx/>
              <a:buNone/>
            </a:pPr>
            <a:r>
              <a:rPr lang="pt-BR" altLang="pt-BR" sz="1800" dirty="0"/>
              <a:t>Julian Huxley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Nós construímos modelos para entender melhor um sistema que será desenvolvido.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	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pt-BR" altLang="pt-BR" dirty="0"/>
              <a:t>Construímos modelos de sistemas complexos porque não conseguimos entendê-los tal como são, na sua totalidade.</a:t>
            </a:r>
          </a:p>
        </p:txBody>
      </p:sp>
      <p:sp>
        <p:nvSpPr>
          <p:cNvPr id="16387" name="Rectangle 1029">
            <a:extLst>
              <a:ext uri="{FF2B5EF4-FFF2-40B4-BE49-F238E27FC236}">
                <a16:creationId xmlns:a16="http://schemas.microsoft.com/office/drawing/2014/main" id="{2B88E9A3-CC8B-4A8E-BAAE-2F07CE95B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3717" y="44450"/>
            <a:ext cx="8956333" cy="1219200"/>
          </a:xfrm>
          <a:noFill/>
        </p:spPr>
        <p:txBody>
          <a:bodyPr>
            <a:normAutofit/>
          </a:bodyPr>
          <a:lstStyle/>
          <a:p>
            <a:pPr algn="ctr"/>
            <a:r>
              <a:rPr lang="pt-BR" altLang="pt-BR" dirty="0"/>
              <a:t>Mais Reflexões sobre Modelagem....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013B1-9899-4153-A766-1A42737E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34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Linguagens de Modelagem de Sistemas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FA238-D495-430C-843D-00EE3727A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74"/>
            <a:ext cx="10515600" cy="523701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Quando você constrói um modelo, está falando uma língua (não uma língua natural, como Português ou Inglês)</a:t>
            </a:r>
          </a:p>
          <a:p>
            <a:endParaRPr lang="pt-BR" dirty="0"/>
          </a:p>
          <a:p>
            <a:r>
              <a:rPr lang="pt-BR" dirty="0"/>
              <a:t>Ao invés disso, temos uma linguagem de modelagem:</a:t>
            </a:r>
          </a:p>
          <a:p>
            <a:pPr lvl="1"/>
            <a:r>
              <a:rPr lang="pt-BR" dirty="0"/>
              <a:t>Semiformal</a:t>
            </a:r>
          </a:p>
          <a:p>
            <a:pPr lvl="1"/>
            <a:r>
              <a:rPr lang="pt-BR" dirty="0"/>
              <a:t>Define tipos de elementos que você pode colocar em seu modelo</a:t>
            </a:r>
          </a:p>
          <a:p>
            <a:pPr lvl="1"/>
            <a:r>
              <a:rPr lang="pt-BR" dirty="0"/>
              <a:t>Define sintaxe, semântica (significado) destes elementos e como eles se relacionam em um modelo</a:t>
            </a:r>
          </a:p>
          <a:p>
            <a:pPr lvl="1"/>
            <a:r>
              <a:rPr lang="pt-BR" dirty="0"/>
              <a:t>Possuem uma notação padronizada</a:t>
            </a:r>
          </a:p>
          <a:p>
            <a:endParaRPr lang="pt-BR" dirty="0"/>
          </a:p>
          <a:p>
            <a:r>
              <a:rPr lang="pt-BR" dirty="0"/>
              <a:t>Há diversas linguagens de modelagem conhecidas e adotadas</a:t>
            </a:r>
          </a:p>
          <a:p>
            <a:pPr lvl="1"/>
            <a:r>
              <a:rPr lang="pt-BR" dirty="0"/>
              <a:t>BPML – Para modelar processos de negócio</a:t>
            </a:r>
          </a:p>
          <a:p>
            <a:pPr lvl="1"/>
            <a:r>
              <a:rPr lang="pt-BR" dirty="0"/>
              <a:t>UML – Para modelar software</a:t>
            </a:r>
          </a:p>
          <a:p>
            <a:pPr lvl="1"/>
            <a:r>
              <a:rPr lang="pt-BR" dirty="0" err="1"/>
              <a:t>SysML</a:t>
            </a:r>
            <a:r>
              <a:rPr lang="pt-BR" dirty="0"/>
              <a:t> – Para modelar sistemas </a:t>
            </a:r>
          </a:p>
          <a:p>
            <a:pPr lvl="1"/>
            <a:r>
              <a:rPr lang="pt-BR" dirty="0"/>
              <a:t>A prevista a Norma geral do desenho técnico (ABNT/NBR 10647)</a:t>
            </a:r>
          </a:p>
        </p:txBody>
      </p:sp>
    </p:spTree>
    <p:extLst>
      <p:ext uri="{BB962C8B-B14F-4D97-AF65-F5344CB8AC3E}">
        <p14:creationId xmlns:p14="http://schemas.microsoft.com/office/powerpoint/2010/main" val="2438119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CCA9C-7CAB-418D-9B36-86787090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i="1" dirty="0"/>
              <a:t>System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20C5E-6AA4-45EC-896D-10CD4E63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936458" cy="538053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É uma linguagem gráfica de modelagem, que pode ser usada para visualizar e comunicar o </a:t>
            </a:r>
            <a:r>
              <a:rPr lang="pt-BR" b="1" i="1" dirty="0"/>
              <a:t>design</a:t>
            </a:r>
            <a:r>
              <a:rPr lang="pt-BR" dirty="0"/>
              <a:t> de sistemas artificias e sociotécnicos em qualquer escala – que consistam de hardware, software, dados, pessoas e processos. </a:t>
            </a:r>
          </a:p>
          <a:p>
            <a:pPr lvl="1"/>
            <a:r>
              <a:rPr lang="pt-BR" dirty="0"/>
              <a:t>Não explicita como a modelagem deve ser conduzida </a:t>
            </a:r>
          </a:p>
          <a:p>
            <a:pPr lvl="1"/>
            <a:r>
              <a:rPr lang="pt-BR" dirty="0"/>
              <a:t>Permite a modelagem através de diferentes perspectivas</a:t>
            </a:r>
          </a:p>
          <a:p>
            <a:endParaRPr lang="pt-BR" sz="900" dirty="0"/>
          </a:p>
          <a:p>
            <a:pPr>
              <a:defRPr/>
            </a:pPr>
            <a:r>
              <a:rPr lang="pt-BR" altLang="pt-BR" dirty="0"/>
              <a:t>A palavra </a:t>
            </a:r>
            <a:r>
              <a:rPr lang="pt-BR" altLang="pt-BR" b="1" i="1" dirty="0"/>
              <a:t>design</a:t>
            </a:r>
            <a:r>
              <a:rPr lang="pt-BR" altLang="pt-BR" dirty="0"/>
              <a:t> é aplicada sentido de designar, ou seja, dar significado a algo, no nosso caso um sistema, por </a:t>
            </a:r>
            <a:r>
              <a:rPr lang="pt-BR" altLang="pt-BR"/>
              <a:t>meio de modelos. </a:t>
            </a:r>
            <a:endParaRPr lang="pt-BR" altLang="pt-BR" sz="1000" i="1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FontTx/>
              <a:buNone/>
              <a:defRPr/>
            </a:pPr>
            <a:endParaRPr lang="pt-BR" altLang="pt-BR" b="1" i="1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pt-BR" altLang="pt-BR" b="1" i="1" dirty="0">
                <a:solidFill>
                  <a:srgbClr val="222222"/>
                </a:solidFill>
                <a:cs typeface="Arial" panose="020B0604020202020204" pitchFamily="34" charset="0"/>
              </a:rPr>
              <a:t>Design</a:t>
            </a:r>
            <a:r>
              <a:rPr lang="pt-BR" altLang="pt-BR" i="1" dirty="0">
                <a:solidFill>
                  <a:srgbClr val="222222"/>
                </a:solidFill>
                <a:cs typeface="Arial" panose="020B0604020202020204" pitchFamily="34" charset="0"/>
              </a:rPr>
              <a:t>, substantivo masculino</a:t>
            </a:r>
            <a:endParaRPr lang="pt-BR" altLang="pt-BR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1 A concepção de um produto (m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á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quina, utens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lio, mobili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á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rio, embalagem, etc.), esp. no que se refere 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à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 sua forma f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sica e funcionalidade.</a:t>
            </a:r>
          </a:p>
          <a:p>
            <a:pPr marL="0" indent="0">
              <a:spcBef>
                <a:spcPct val="0"/>
              </a:spcBef>
              <a:buFontTx/>
              <a:buAutoNum type="arabicPeriod" startAt="2"/>
              <a:defRPr/>
            </a:pP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 o produto desta concepção</a:t>
            </a:r>
          </a:p>
          <a:p>
            <a:pPr>
              <a:defRPr/>
            </a:pPr>
            <a:endParaRPr lang="pt-BR" altLang="pt-BR" dirty="0"/>
          </a:p>
          <a:p>
            <a:pPr>
              <a:defRPr/>
            </a:pPr>
            <a:r>
              <a:rPr lang="pt-BR" altLang="pt-BR" dirty="0"/>
              <a:t>Não é uma ferramenta, método (ou metodologia). É uma linguagem.</a:t>
            </a:r>
          </a:p>
          <a:p>
            <a:pPr>
              <a:defRPr/>
            </a:pPr>
            <a:endParaRPr lang="pt-BR" alt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1033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CCA9C-7CAB-418D-9B36-86787090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Antes da Modelagem.... O Método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20C5E-6AA4-45EC-896D-10CD4E63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936458" cy="538053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Identificar o sistema, seus limites, ambiente e interações com o meio</a:t>
            </a:r>
          </a:p>
          <a:p>
            <a:pPr marL="514350" indent="-514350">
              <a:buFont typeface="+mj-lt"/>
              <a:buAutoNum type="arabicPeriod"/>
            </a:pPr>
            <a:r>
              <a:rPr lang="pt-BR" altLang="pt-BR" dirty="0"/>
              <a:t>Analisar e identificar os subsistemas, seus limites, interações com os outros subsistemas e com o supersistema e seu meio</a:t>
            </a:r>
          </a:p>
          <a:p>
            <a:pPr marL="514350" indent="-514350">
              <a:buFont typeface="+mj-lt"/>
              <a:buAutoNum type="arabicPeriod"/>
            </a:pPr>
            <a:r>
              <a:rPr lang="pt-BR" altLang="pt-BR" dirty="0"/>
              <a:t>Modelar o sistema e os subsistemas, inicialmente identificando e tipificando os blocos que o compõe</a:t>
            </a:r>
          </a:p>
          <a:p>
            <a:pPr lvl="1">
              <a:defRPr/>
            </a:pPr>
            <a:r>
              <a:rPr lang="pt-BR" altLang="pt-BR" dirty="0"/>
              <a:t>Sistema / Subsistema</a:t>
            </a:r>
          </a:p>
          <a:p>
            <a:pPr lvl="1">
              <a:defRPr/>
            </a:pPr>
            <a:r>
              <a:rPr lang="pt-BR" altLang="pt-BR" dirty="0"/>
              <a:t>Hardware</a:t>
            </a:r>
          </a:p>
          <a:p>
            <a:pPr lvl="1">
              <a:defRPr/>
            </a:pPr>
            <a:r>
              <a:rPr lang="pt-BR" altLang="pt-BR" dirty="0"/>
              <a:t>Software</a:t>
            </a:r>
          </a:p>
          <a:p>
            <a:pPr lvl="1">
              <a:defRPr/>
            </a:pPr>
            <a:r>
              <a:rPr lang="pt-BR" altLang="pt-BR" dirty="0"/>
              <a:t>Instalação (Predial)</a:t>
            </a:r>
          </a:p>
          <a:p>
            <a:pPr lvl="1">
              <a:defRPr/>
            </a:pPr>
            <a:r>
              <a:rPr lang="pt-BR" altLang="pt-BR" dirty="0"/>
              <a:t>Dados</a:t>
            </a:r>
          </a:p>
          <a:p>
            <a:pPr lvl="1">
              <a:defRPr/>
            </a:pPr>
            <a:r>
              <a:rPr lang="pt-BR" altLang="pt-BR" dirty="0"/>
              <a:t>Pessoas</a:t>
            </a:r>
          </a:p>
          <a:p>
            <a:pPr lvl="1">
              <a:defRPr/>
            </a:pPr>
            <a:r>
              <a:rPr lang="pt-BR" altLang="pt-BR" dirty="0"/>
              <a:t>Procedimentos</a:t>
            </a:r>
          </a:p>
          <a:p>
            <a:pPr marL="457200" lvl="1" indent="0">
              <a:buNone/>
              <a:defRPr/>
            </a:pPr>
            <a:r>
              <a:rPr lang="pt-BR" altLang="pt-BR" dirty="0"/>
              <a:t>Ou qualquer parte relevante de um sistema que mereça ser modelado.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6755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5E019-258D-4C53-AB9C-9B507C07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4906"/>
          </a:xfrm>
        </p:spPr>
        <p:txBody>
          <a:bodyPr/>
          <a:lstStyle/>
          <a:p>
            <a:r>
              <a:rPr lang="pt-BR" dirty="0"/>
              <a:t>Atividade (</a:t>
            </a:r>
            <a:r>
              <a:rPr lang="pt-BR"/>
              <a:t>Formativa)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4D0A3-50AC-4EF7-9101-4D9C7D6F2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906"/>
            <a:ext cx="10515600" cy="514877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Vamos modelar uma primeira versão do ambiente, o sistema e os subsistemas nele contidos, usando </a:t>
            </a:r>
            <a:r>
              <a:rPr lang="pt-BR" dirty="0" smtClean="0"/>
              <a:t>uma </a:t>
            </a:r>
            <a:r>
              <a:rPr lang="pt-BR" b="1" dirty="0" smtClean="0"/>
              <a:t>bicicleta como sistema</a:t>
            </a:r>
            <a:r>
              <a:rPr lang="pt-BR" dirty="0" smtClean="0"/>
              <a:t>.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Artefato Entregável: </a:t>
            </a:r>
            <a:r>
              <a:rPr lang="pt-BR" dirty="0"/>
              <a:t>Modelo visual (preparar alguns slides) que representem o ambiente e os subsistemas do problema acima. Se um subsistema for composto por outros subsistemas, modelar isso também.  Elencar os </a:t>
            </a:r>
            <a:r>
              <a:rPr lang="pt-BR" dirty="0" smtClean="0"/>
              <a:t>blocos que </a:t>
            </a:r>
            <a:r>
              <a:rPr lang="pt-BR" dirty="0"/>
              <a:t>compõe </a:t>
            </a:r>
            <a:r>
              <a:rPr lang="pt-BR" dirty="0" smtClean="0"/>
              <a:t>este </a:t>
            </a:r>
            <a:r>
              <a:rPr lang="pt-BR" dirty="0"/>
              <a:t>sistema </a:t>
            </a:r>
            <a:r>
              <a:rPr lang="pt-BR" dirty="0" smtClean="0"/>
              <a:t>em subsistemas e, se estes tiverem seu subsistemas, podem colocar também.</a:t>
            </a:r>
            <a:endParaRPr lang="pt-BR" dirty="0"/>
          </a:p>
          <a:p>
            <a:endParaRPr lang="pt-BR" dirty="0"/>
          </a:p>
          <a:p>
            <a:r>
              <a:rPr lang="pt-BR" dirty="0"/>
              <a:t>Linguagem de Modelagem: Livre, por enquanto.</a:t>
            </a:r>
          </a:p>
          <a:p>
            <a:endParaRPr lang="pt-BR" dirty="0"/>
          </a:p>
          <a:p>
            <a:r>
              <a:rPr lang="pt-BR" dirty="0"/>
              <a:t>Postar no CANVAS, um modelo por equipe.</a:t>
            </a:r>
          </a:p>
        </p:txBody>
      </p:sp>
    </p:spTree>
    <p:extLst>
      <p:ext uri="{BB962C8B-B14F-4D97-AF65-F5344CB8AC3E}">
        <p14:creationId xmlns:p14="http://schemas.microsoft.com/office/powerpoint/2010/main" val="53232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1153</Words>
  <Application>Microsoft Office PowerPoint</Application>
  <PresentationFormat>Widescreen</PresentationFormat>
  <Paragraphs>138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Tema do Office</vt:lpstr>
      <vt:lpstr>Modelagem de Sistemas Introdução</vt:lpstr>
      <vt:lpstr>MBSE – Model-Based System Enginnering</vt:lpstr>
      <vt:lpstr>Pergunta?</vt:lpstr>
      <vt:lpstr>3 Pilares da MBSE</vt:lpstr>
      <vt:lpstr>Qual o papel da modelagem na MBSE?</vt:lpstr>
      <vt:lpstr>Por que modelar?</vt:lpstr>
      <vt:lpstr>Para que os modelos são úteis?</vt:lpstr>
      <vt:lpstr>Princípios da Modelagem</vt:lpstr>
      <vt:lpstr>Princípios da Modelagem</vt:lpstr>
      <vt:lpstr>Princípios da Modelagem</vt:lpstr>
      <vt:lpstr>Princípios da Modelagem</vt:lpstr>
      <vt:lpstr>Sobre existência de vários modelos....</vt:lpstr>
      <vt:lpstr>Mais Reflexões sobre Modelagem....</vt:lpstr>
      <vt:lpstr>Linguagens de Modelagem de Sistemas</vt:lpstr>
      <vt:lpstr>SysML – System Modeling Language</vt:lpstr>
      <vt:lpstr>Antes da Modelagem.... O Método</vt:lpstr>
      <vt:lpstr>Atividade (Formativa)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 TICs nas Empresas</dc:title>
  <dc:creator>coord.ntic</dc:creator>
  <cp:lastModifiedBy>IVAN GRANJA</cp:lastModifiedBy>
  <cp:revision>61</cp:revision>
  <dcterms:created xsi:type="dcterms:W3CDTF">2016-02-26T13:12:04Z</dcterms:created>
  <dcterms:modified xsi:type="dcterms:W3CDTF">2022-08-15T19:58:36Z</dcterms:modified>
</cp:coreProperties>
</file>