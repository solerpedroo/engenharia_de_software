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84" r:id="rId3"/>
    <p:sldId id="385" r:id="rId4"/>
    <p:sldId id="388" r:id="rId5"/>
    <p:sldId id="387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7" r:id="rId14"/>
    <p:sldId id="398" r:id="rId15"/>
    <p:sldId id="379" r:id="rId16"/>
    <p:sldId id="396" r:id="rId17"/>
    <p:sldId id="399" r:id="rId18"/>
    <p:sldId id="401" r:id="rId19"/>
    <p:sldId id="400" r:id="rId20"/>
    <p:sldId id="402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8C234-B863-48AE-BAFA-B6A0C0457429}" v="26" dt="2021-09-15T21:44:06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Granja" userId="d0a12471-25a3-466a-a647-7cb796ed786c" providerId="ADAL" clId="{EC99B1EF-9A40-4196-A075-AC40C06EE471}"/>
    <pc:docChg chg="undo custSel addSld delSld modSld">
      <pc:chgData name="Ivan Granja" userId="d0a12471-25a3-466a-a647-7cb796ed786c" providerId="ADAL" clId="{EC99B1EF-9A40-4196-A075-AC40C06EE471}" dt="2021-08-12T22:08:08.918" v="1083" actId="20577"/>
      <pc:docMkLst>
        <pc:docMk/>
      </pc:docMkLst>
      <pc:sldChg chg="modSp mod">
        <pc:chgData name="Ivan Granja" userId="d0a12471-25a3-466a-a647-7cb796ed786c" providerId="ADAL" clId="{EC99B1EF-9A40-4196-A075-AC40C06EE471}" dt="2021-08-12T11:50:01.867" v="1073" actId="20577"/>
        <pc:sldMkLst>
          <pc:docMk/>
          <pc:sldMk cId="2438119696" sldId="342"/>
        </pc:sldMkLst>
        <pc:spChg chg="mod">
          <ac:chgData name="Ivan Granja" userId="d0a12471-25a3-466a-a647-7cb796ed786c" providerId="ADAL" clId="{EC99B1EF-9A40-4196-A075-AC40C06EE471}" dt="2021-08-12T11:50:01.867" v="1073" actId="20577"/>
          <ac:spMkLst>
            <pc:docMk/>
            <pc:sldMk cId="2438119696" sldId="342"/>
            <ac:spMk id="3" creationId="{D3AFA238-D495-430C-843D-00EE3727ADA2}"/>
          </ac:spMkLst>
        </pc:spChg>
      </pc:sldChg>
      <pc:sldChg chg="modSp mod">
        <pc:chgData name="Ivan Granja" userId="d0a12471-25a3-466a-a647-7cb796ed786c" providerId="ADAL" clId="{EC99B1EF-9A40-4196-A075-AC40C06EE471}" dt="2021-08-12T11:38:51.895" v="1071" actId="20577"/>
        <pc:sldMkLst>
          <pc:docMk/>
          <pc:sldMk cId="886231306" sldId="343"/>
        </pc:sldMkLst>
        <pc:spChg chg="mod">
          <ac:chgData name="Ivan Granja" userId="d0a12471-25a3-466a-a647-7cb796ed786c" providerId="ADAL" clId="{EC99B1EF-9A40-4196-A075-AC40C06EE471}" dt="2021-08-12T11:38:51.895" v="1071" actId="20577"/>
          <ac:spMkLst>
            <pc:docMk/>
            <pc:sldMk cId="886231306" sldId="343"/>
            <ac:spMk id="3" creationId="{D6BAC3C5-6838-4098-A167-9324A826A3B7}"/>
          </ac:spMkLst>
        </pc:spChg>
      </pc:sldChg>
      <pc:sldChg chg="modSp mod">
        <pc:chgData name="Ivan Granja" userId="d0a12471-25a3-466a-a647-7cb796ed786c" providerId="ADAL" clId="{EC99B1EF-9A40-4196-A075-AC40C06EE471}" dt="2021-08-12T11:55:03.475" v="1082" actId="20577"/>
        <pc:sldMkLst>
          <pc:docMk/>
          <pc:sldMk cId="2421033290" sldId="344"/>
        </pc:sldMkLst>
        <pc:spChg chg="mod">
          <ac:chgData name="Ivan Granja" userId="d0a12471-25a3-466a-a647-7cb796ed786c" providerId="ADAL" clId="{EC99B1EF-9A40-4196-A075-AC40C06EE471}" dt="2021-08-12T11:55:03.475" v="1082" actId="20577"/>
          <ac:spMkLst>
            <pc:docMk/>
            <pc:sldMk cId="2421033290" sldId="344"/>
            <ac:spMk id="3" creationId="{E1A20C5E-6AA4-45EC-896D-10CD4E63E40B}"/>
          </ac:spMkLst>
        </pc:spChg>
      </pc:sldChg>
      <pc:sldChg chg="modSp mod">
        <pc:chgData name="Ivan Granja" userId="d0a12471-25a3-466a-a647-7cb796ed786c" providerId="ADAL" clId="{EC99B1EF-9A40-4196-A075-AC40C06EE471}" dt="2021-08-12T11:16:19.354" v="1068" actId="20577"/>
        <pc:sldMkLst>
          <pc:docMk/>
          <pc:sldMk cId="1758867312" sldId="345"/>
        </pc:sldMkLst>
        <pc:spChg chg="mod">
          <ac:chgData name="Ivan Granja" userId="d0a12471-25a3-466a-a647-7cb796ed786c" providerId="ADAL" clId="{EC99B1EF-9A40-4196-A075-AC40C06EE471}" dt="2021-08-12T11:16:19.354" v="1068" actId="20577"/>
          <ac:spMkLst>
            <pc:docMk/>
            <pc:sldMk cId="1758867312" sldId="345"/>
            <ac:spMk id="3" creationId="{38C0B961-7BC8-487C-92A4-730F0F309565}"/>
          </ac:spMkLst>
        </pc:spChg>
      </pc:sldChg>
      <pc:sldChg chg="modSp mod">
        <pc:chgData name="Ivan Granja" userId="d0a12471-25a3-466a-a647-7cb796ed786c" providerId="ADAL" clId="{EC99B1EF-9A40-4196-A075-AC40C06EE471}" dt="2021-08-12T22:08:08.918" v="1083" actId="20577"/>
        <pc:sldMkLst>
          <pc:docMk/>
          <pc:sldMk cId="53232798" sldId="346"/>
        </pc:sldMkLst>
        <pc:spChg chg="mod">
          <ac:chgData name="Ivan Granja" userId="d0a12471-25a3-466a-a647-7cb796ed786c" providerId="ADAL" clId="{EC99B1EF-9A40-4196-A075-AC40C06EE471}" dt="2021-08-12T22:08:08.918" v="1083" actId="20577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EC99B1EF-9A40-4196-A075-AC40C06EE471}" dt="2021-08-12T11:03:09.497" v="903" actId="20577"/>
          <ac:spMkLst>
            <pc:docMk/>
            <pc:sldMk cId="53232798" sldId="346"/>
            <ac:spMk id="3" creationId="{11E4D0A3-50AC-4EF7-9101-4D9C7D6F2639}"/>
          </ac:spMkLst>
        </pc:spChg>
      </pc:sldChg>
      <pc:sldChg chg="new del">
        <pc:chgData name="Ivan Granja" userId="d0a12471-25a3-466a-a647-7cb796ed786c" providerId="ADAL" clId="{EC99B1EF-9A40-4196-A075-AC40C06EE471}" dt="2021-08-12T11:04:46.811" v="1065" actId="47"/>
        <pc:sldMkLst>
          <pc:docMk/>
          <pc:sldMk cId="2647709395" sldId="347"/>
        </pc:sldMkLst>
      </pc:sldChg>
      <pc:sldChg chg="modSp add mod">
        <pc:chgData name="Ivan Granja" userId="d0a12471-25a3-466a-a647-7cb796ed786c" providerId="ADAL" clId="{EC99B1EF-9A40-4196-A075-AC40C06EE471}" dt="2021-08-12T11:04:49.260" v="1066" actId="313"/>
        <pc:sldMkLst>
          <pc:docMk/>
          <pc:sldMk cId="1916755633" sldId="348"/>
        </pc:sldMkLst>
        <pc:spChg chg="mod">
          <ac:chgData name="Ivan Granja" userId="d0a12471-25a3-466a-a647-7cb796ed786c" providerId="ADAL" clId="{EC99B1EF-9A40-4196-A075-AC40C06EE471}" dt="2021-08-12T10:52:31.474" v="277" actId="20577"/>
          <ac:spMkLst>
            <pc:docMk/>
            <pc:sldMk cId="1916755633" sldId="348"/>
            <ac:spMk id="2" creationId="{330CCA9C-7CAB-418D-9B36-86787090A1FB}"/>
          </ac:spMkLst>
        </pc:spChg>
        <pc:spChg chg="mod">
          <ac:chgData name="Ivan Granja" userId="d0a12471-25a3-466a-a647-7cb796ed786c" providerId="ADAL" clId="{EC99B1EF-9A40-4196-A075-AC40C06EE471}" dt="2021-08-12T11:04:49.260" v="1066" actId="313"/>
          <ac:spMkLst>
            <pc:docMk/>
            <pc:sldMk cId="1916755633" sldId="348"/>
            <ac:spMk id="3" creationId="{E1A20C5E-6AA4-45EC-896D-10CD4E63E40B}"/>
          </ac:spMkLst>
        </pc:spChg>
      </pc:sldChg>
    </pc:docChg>
  </pc:docChgLst>
  <pc:docChgLst>
    <pc:chgData name="Ivan Granja" userId="d0a12471-25a3-466a-a647-7cb796ed786c" providerId="ADAL" clId="{6586C5D0-C902-4A7C-B7F5-B531F8453E81}"/>
    <pc:docChg chg="undo redo custSel addSld delSld modSld sldOrd">
      <pc:chgData name="Ivan Granja" userId="d0a12471-25a3-466a-a647-7cb796ed786c" providerId="ADAL" clId="{6586C5D0-C902-4A7C-B7F5-B531F8453E81}" dt="2021-08-19T11:43:28.777" v="12233" actId="20577"/>
      <pc:docMkLst>
        <pc:docMk/>
      </pc:docMkLst>
      <pc:sldChg chg="modSp mod">
        <pc:chgData name="Ivan Granja" userId="d0a12471-25a3-466a-a647-7cb796ed786c" providerId="ADAL" clId="{6586C5D0-C902-4A7C-B7F5-B531F8453E81}" dt="2021-08-19T11:43:28.777" v="12233" actId="20577"/>
        <pc:sldMkLst>
          <pc:docMk/>
          <pc:sldMk cId="1201363542" sldId="256"/>
        </pc:sldMkLst>
        <pc:spChg chg="mod">
          <ac:chgData name="Ivan Granja" userId="d0a12471-25a3-466a-a647-7cb796ed786c" providerId="ADAL" clId="{6586C5D0-C902-4A7C-B7F5-B531F8453E81}" dt="2021-08-19T11:43:28.777" v="12233" actId="20577"/>
          <ac:spMkLst>
            <pc:docMk/>
            <pc:sldMk cId="1201363542" sldId="256"/>
            <ac:spMk id="2" creationId="{00000000-0000-0000-0000-000000000000}"/>
          </ac:spMkLst>
        </pc:spChg>
      </pc:sldChg>
      <pc:sldChg chg="del">
        <pc:chgData name="Ivan Granja" userId="d0a12471-25a3-466a-a647-7cb796ed786c" providerId="ADAL" clId="{6586C5D0-C902-4A7C-B7F5-B531F8453E81}" dt="2021-08-18T18:31:01.571" v="0" actId="47"/>
        <pc:sldMkLst>
          <pc:docMk/>
          <pc:sldMk cId="3398296660" sldId="258"/>
        </pc:sldMkLst>
      </pc:sldChg>
      <pc:sldChg chg="del">
        <pc:chgData name="Ivan Granja" userId="d0a12471-25a3-466a-a647-7cb796ed786c" providerId="ADAL" clId="{6586C5D0-C902-4A7C-B7F5-B531F8453E81}" dt="2021-08-18T18:31:02.211" v="2" actId="47"/>
        <pc:sldMkLst>
          <pc:docMk/>
          <pc:sldMk cId="1339328808" sldId="259"/>
        </pc:sldMkLst>
      </pc:sldChg>
      <pc:sldChg chg="del">
        <pc:chgData name="Ivan Granja" userId="d0a12471-25a3-466a-a647-7cb796ed786c" providerId="ADAL" clId="{6586C5D0-C902-4A7C-B7F5-B531F8453E81}" dt="2021-08-18T18:31:02.486" v="3" actId="47"/>
        <pc:sldMkLst>
          <pc:docMk/>
          <pc:sldMk cId="866914733" sldId="260"/>
        </pc:sldMkLst>
      </pc:sldChg>
      <pc:sldChg chg="del">
        <pc:chgData name="Ivan Granja" userId="d0a12471-25a3-466a-a647-7cb796ed786c" providerId="ADAL" clId="{6586C5D0-C902-4A7C-B7F5-B531F8453E81}" dt="2021-08-18T18:31:03.027" v="4" actId="47"/>
        <pc:sldMkLst>
          <pc:docMk/>
          <pc:sldMk cId="2604560124" sldId="261"/>
        </pc:sldMkLst>
      </pc:sldChg>
      <pc:sldChg chg="del">
        <pc:chgData name="Ivan Granja" userId="d0a12471-25a3-466a-a647-7cb796ed786c" providerId="ADAL" clId="{6586C5D0-C902-4A7C-B7F5-B531F8453E81}" dt="2021-08-18T18:31:04.347" v="7" actId="47"/>
        <pc:sldMkLst>
          <pc:docMk/>
          <pc:sldMk cId="0" sldId="335"/>
        </pc:sldMkLst>
      </pc:sldChg>
      <pc:sldChg chg="del">
        <pc:chgData name="Ivan Granja" userId="d0a12471-25a3-466a-a647-7cb796ed786c" providerId="ADAL" clId="{6586C5D0-C902-4A7C-B7F5-B531F8453E81}" dt="2021-08-18T18:31:06.260" v="10" actId="47"/>
        <pc:sldMkLst>
          <pc:docMk/>
          <pc:sldMk cId="0" sldId="336"/>
        </pc:sldMkLst>
      </pc:sldChg>
      <pc:sldChg chg="del">
        <pc:chgData name="Ivan Granja" userId="d0a12471-25a3-466a-a647-7cb796ed786c" providerId="ADAL" clId="{6586C5D0-C902-4A7C-B7F5-B531F8453E81}" dt="2021-08-18T18:31:03.911" v="6" actId="47"/>
        <pc:sldMkLst>
          <pc:docMk/>
          <pc:sldMk cId="0" sldId="337"/>
        </pc:sldMkLst>
      </pc:sldChg>
      <pc:sldChg chg="del">
        <pc:chgData name="Ivan Granja" userId="d0a12471-25a3-466a-a647-7cb796ed786c" providerId="ADAL" clId="{6586C5D0-C902-4A7C-B7F5-B531F8453E81}" dt="2021-08-18T18:31:05.134" v="8" actId="47"/>
        <pc:sldMkLst>
          <pc:docMk/>
          <pc:sldMk cId="0" sldId="340"/>
        </pc:sldMkLst>
      </pc:sldChg>
      <pc:sldChg chg="del">
        <pc:chgData name="Ivan Granja" userId="d0a12471-25a3-466a-a647-7cb796ed786c" providerId="ADAL" clId="{6586C5D0-C902-4A7C-B7F5-B531F8453E81}" dt="2021-08-18T18:31:03.499" v="5" actId="47"/>
        <pc:sldMkLst>
          <pc:docMk/>
          <pc:sldMk cId="0" sldId="341"/>
        </pc:sldMkLst>
      </pc:sldChg>
      <pc:sldChg chg="add del">
        <pc:chgData name="Ivan Granja" userId="d0a12471-25a3-466a-a647-7cb796ed786c" providerId="ADAL" clId="{6586C5D0-C902-4A7C-B7F5-B531F8453E81}" dt="2021-08-18T18:31:21.156" v="13" actId="47"/>
        <pc:sldMkLst>
          <pc:docMk/>
          <pc:sldMk cId="2438119696" sldId="342"/>
        </pc:sldMkLst>
      </pc:sldChg>
      <pc:sldChg chg="del">
        <pc:chgData name="Ivan Granja" userId="d0a12471-25a3-466a-a647-7cb796ed786c" providerId="ADAL" clId="{6586C5D0-C902-4A7C-B7F5-B531F8453E81}" dt="2021-08-18T18:31:05.584" v="9" actId="47"/>
        <pc:sldMkLst>
          <pc:docMk/>
          <pc:sldMk cId="886231306" sldId="343"/>
        </pc:sldMkLst>
      </pc:sldChg>
      <pc:sldChg chg="ord">
        <pc:chgData name="Ivan Granja" userId="d0a12471-25a3-466a-a647-7cb796ed786c" providerId="ADAL" clId="{6586C5D0-C902-4A7C-B7F5-B531F8453E81}" dt="2021-08-18T19:01:30.192" v="1391"/>
        <pc:sldMkLst>
          <pc:docMk/>
          <pc:sldMk cId="2421033290" sldId="344"/>
        </pc:sldMkLst>
      </pc:sldChg>
      <pc:sldChg chg="del">
        <pc:chgData name="Ivan Granja" userId="d0a12471-25a3-466a-a647-7cb796ed786c" providerId="ADAL" clId="{6586C5D0-C902-4A7C-B7F5-B531F8453E81}" dt="2021-08-18T18:31:01.956" v="1" actId="47"/>
        <pc:sldMkLst>
          <pc:docMk/>
          <pc:sldMk cId="1758867312" sldId="345"/>
        </pc:sldMkLst>
      </pc:sldChg>
      <pc:sldChg chg="modSp add del mod">
        <pc:chgData name="Ivan Granja" userId="d0a12471-25a3-466a-a647-7cb796ed786c" providerId="ADAL" clId="{6586C5D0-C902-4A7C-B7F5-B531F8453E81}" dt="2021-08-19T02:56:05.482" v="10953" actId="113"/>
        <pc:sldMkLst>
          <pc:docMk/>
          <pc:sldMk cId="53232798" sldId="346"/>
        </pc:sldMkLst>
        <pc:spChg chg="mod">
          <ac:chgData name="Ivan Granja" userId="d0a12471-25a3-466a-a647-7cb796ed786c" providerId="ADAL" clId="{6586C5D0-C902-4A7C-B7F5-B531F8453E81}" dt="2021-08-19T02:51:34.291" v="10609" actId="20577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6586C5D0-C902-4A7C-B7F5-B531F8453E81}" dt="2021-08-19T02:56:05.482" v="10953" actId="113"/>
          <ac:spMkLst>
            <pc:docMk/>
            <pc:sldMk cId="53232798" sldId="346"/>
            <ac:spMk id="3" creationId="{11E4D0A3-50AC-4EF7-9101-4D9C7D6F2639}"/>
          </ac:spMkLst>
        </pc:spChg>
      </pc:sldChg>
      <pc:sldChg chg="modSp mod">
        <pc:chgData name="Ivan Granja" userId="d0a12471-25a3-466a-a647-7cb796ed786c" providerId="ADAL" clId="{6586C5D0-C902-4A7C-B7F5-B531F8453E81}" dt="2021-08-18T19:01:57.793" v="1463" actId="20577"/>
        <pc:sldMkLst>
          <pc:docMk/>
          <pc:sldMk cId="1916755633" sldId="348"/>
        </pc:sldMkLst>
        <pc:spChg chg="mod">
          <ac:chgData name="Ivan Granja" userId="d0a12471-25a3-466a-a647-7cb796ed786c" providerId="ADAL" clId="{6586C5D0-C902-4A7C-B7F5-B531F8453E81}" dt="2021-08-18T19:01:57.793" v="1463" actId="20577"/>
          <ac:spMkLst>
            <pc:docMk/>
            <pc:sldMk cId="1916755633" sldId="348"/>
            <ac:spMk id="3" creationId="{E1A20C5E-6AA4-45EC-896D-10CD4E63E40B}"/>
          </ac:spMkLst>
        </pc:spChg>
      </pc:sldChg>
      <pc:sldChg chg="addSp delSp modSp new mod ord">
        <pc:chgData name="Ivan Granja" userId="d0a12471-25a3-466a-a647-7cb796ed786c" providerId="ADAL" clId="{6586C5D0-C902-4A7C-B7F5-B531F8453E81}" dt="2021-08-18T19:01:24.022" v="1387"/>
        <pc:sldMkLst>
          <pc:docMk/>
          <pc:sldMk cId="4153904024" sldId="349"/>
        </pc:sldMkLst>
        <pc:spChg chg="mod">
          <ac:chgData name="Ivan Granja" userId="d0a12471-25a3-466a-a647-7cb796ed786c" providerId="ADAL" clId="{6586C5D0-C902-4A7C-B7F5-B531F8453E81}" dt="2021-08-18T18:45:44.621" v="96" actId="1076"/>
          <ac:spMkLst>
            <pc:docMk/>
            <pc:sldMk cId="4153904024" sldId="349"/>
            <ac:spMk id="2" creationId="{3F7ABD09-FC8C-419C-AA7B-CAD8E65F0365}"/>
          </ac:spMkLst>
        </pc:spChg>
        <pc:spChg chg="mod">
          <ac:chgData name="Ivan Granja" userId="d0a12471-25a3-466a-a647-7cb796ed786c" providerId="ADAL" clId="{6586C5D0-C902-4A7C-B7F5-B531F8453E81}" dt="2021-08-18T18:57:53.288" v="1242" actId="113"/>
          <ac:spMkLst>
            <pc:docMk/>
            <pc:sldMk cId="4153904024" sldId="349"/>
            <ac:spMk id="3" creationId="{A8828B52-59A7-4A14-9118-9B1AF4A6C7A7}"/>
          </ac:spMkLst>
        </pc:spChg>
        <pc:picChg chg="add del mod">
          <ac:chgData name="Ivan Granja" userId="d0a12471-25a3-466a-a647-7cb796ed786c" providerId="ADAL" clId="{6586C5D0-C902-4A7C-B7F5-B531F8453E81}" dt="2021-08-18T18:48:12.335" v="315" actId="478"/>
          <ac:picMkLst>
            <pc:docMk/>
            <pc:sldMk cId="4153904024" sldId="349"/>
            <ac:picMk id="5" creationId="{F4676ECB-4EEA-406D-8688-6BD5B2821268}"/>
          </ac:picMkLst>
        </pc:picChg>
      </pc:sldChg>
      <pc:sldChg chg="modSp add mod ord">
        <pc:chgData name="Ivan Granja" userId="d0a12471-25a3-466a-a647-7cb796ed786c" providerId="ADAL" clId="{6586C5D0-C902-4A7C-B7F5-B531F8453E81}" dt="2021-08-18T19:01:26.179" v="1389"/>
        <pc:sldMkLst>
          <pc:docMk/>
          <pc:sldMk cId="4048364366" sldId="350"/>
        </pc:sldMkLst>
        <pc:spChg chg="mod">
          <ac:chgData name="Ivan Granja" userId="d0a12471-25a3-466a-a647-7cb796ed786c" providerId="ADAL" clId="{6586C5D0-C902-4A7C-B7F5-B531F8453E81}" dt="2021-08-18T18:59:44.360" v="1367" actId="20577"/>
          <ac:spMkLst>
            <pc:docMk/>
            <pc:sldMk cId="4048364366" sldId="350"/>
            <ac:spMk id="3" creationId="{A8828B52-59A7-4A14-9118-9B1AF4A6C7A7}"/>
          </ac:spMkLst>
        </pc:spChg>
        <pc:picChg chg="mod">
          <ac:chgData name="Ivan Granja" userId="d0a12471-25a3-466a-a647-7cb796ed786c" providerId="ADAL" clId="{6586C5D0-C902-4A7C-B7F5-B531F8453E81}" dt="2021-08-18T18:59:53.152" v="1372" actId="1037"/>
          <ac:picMkLst>
            <pc:docMk/>
            <pc:sldMk cId="4048364366" sldId="350"/>
            <ac:picMk id="5" creationId="{F4676ECB-4EEA-406D-8688-6BD5B2821268}"/>
          </ac:picMkLst>
        </pc:picChg>
      </pc:sldChg>
      <pc:sldChg chg="addSp delSp modSp new mod chgLayout">
        <pc:chgData name="Ivan Granja" userId="d0a12471-25a3-466a-a647-7cb796ed786c" providerId="ADAL" clId="{6586C5D0-C902-4A7C-B7F5-B531F8453E81}" dt="2021-08-18T19:07:58.176" v="1831" actId="20577"/>
        <pc:sldMkLst>
          <pc:docMk/>
          <pc:sldMk cId="1024084533" sldId="351"/>
        </pc:sldMkLst>
        <pc:spChg chg="mod ord">
          <ac:chgData name="Ivan Granja" userId="d0a12471-25a3-466a-a647-7cb796ed786c" providerId="ADAL" clId="{6586C5D0-C902-4A7C-B7F5-B531F8453E81}" dt="2021-08-18T19:04:53.118" v="1588" actId="1076"/>
          <ac:spMkLst>
            <pc:docMk/>
            <pc:sldMk cId="1024084533" sldId="351"/>
            <ac:spMk id="2" creationId="{26389253-6FBD-4A4F-9188-00A2858B991A}"/>
          </ac:spMkLst>
        </pc:spChg>
        <pc:spChg chg="del">
          <ac:chgData name="Ivan Granja" userId="d0a12471-25a3-466a-a647-7cb796ed786c" providerId="ADAL" clId="{6586C5D0-C902-4A7C-B7F5-B531F8453E81}" dt="2021-08-18T19:04:18.408" v="1576" actId="22"/>
          <ac:spMkLst>
            <pc:docMk/>
            <pc:sldMk cId="1024084533" sldId="351"/>
            <ac:spMk id="3" creationId="{E91F63B1-935A-45AB-BD82-B4B0F15E3C28}"/>
          </ac:spMkLst>
        </pc:spChg>
        <pc:spChg chg="add mod">
          <ac:chgData name="Ivan Granja" userId="d0a12471-25a3-466a-a647-7cb796ed786c" providerId="ADAL" clId="{6586C5D0-C902-4A7C-B7F5-B531F8453E81}" dt="2021-08-18T19:07:58.176" v="1831" actId="20577"/>
          <ac:spMkLst>
            <pc:docMk/>
            <pc:sldMk cId="1024084533" sldId="351"/>
            <ac:spMk id="7" creationId="{04718715-8674-4700-B8A9-E94F2180CC10}"/>
          </ac:spMkLst>
        </pc:spChg>
        <pc:picChg chg="add del mod ord">
          <ac:chgData name="Ivan Granja" userId="d0a12471-25a3-466a-a647-7cb796ed786c" providerId="ADAL" clId="{6586C5D0-C902-4A7C-B7F5-B531F8453E81}" dt="2021-08-18T19:04:42.830" v="1584" actId="21"/>
          <ac:picMkLst>
            <pc:docMk/>
            <pc:sldMk cId="1024084533" sldId="351"/>
            <ac:picMk id="5" creationId="{8791B417-83B2-4F67-B1F7-80A2698FFA8A}"/>
          </ac:picMkLst>
        </pc:picChg>
        <pc:picChg chg="add mod ord">
          <ac:chgData name="Ivan Granja" userId="d0a12471-25a3-466a-a647-7cb796ed786c" providerId="ADAL" clId="{6586C5D0-C902-4A7C-B7F5-B531F8453E81}" dt="2021-08-18T19:07:35.265" v="1806" actId="1076"/>
          <ac:picMkLst>
            <pc:docMk/>
            <pc:sldMk cId="1024084533" sldId="351"/>
            <ac:picMk id="8" creationId="{3A00E3F8-6F55-42BA-9EBE-CEB1388D63E3}"/>
          </ac:picMkLst>
        </pc:picChg>
      </pc:sldChg>
      <pc:sldChg chg="addSp delSp modSp add mod">
        <pc:chgData name="Ivan Granja" userId="d0a12471-25a3-466a-a647-7cb796ed786c" providerId="ADAL" clId="{6586C5D0-C902-4A7C-B7F5-B531F8453E81}" dt="2021-08-18T19:11:22.620" v="1980"/>
        <pc:sldMkLst>
          <pc:docMk/>
          <pc:sldMk cId="2106278574" sldId="352"/>
        </pc:sldMkLst>
        <pc:spChg chg="add del mod">
          <ac:chgData name="Ivan Granja" userId="d0a12471-25a3-466a-a647-7cb796ed786c" providerId="ADAL" clId="{6586C5D0-C902-4A7C-B7F5-B531F8453E81}" dt="2021-08-18T19:11:22.620" v="1980"/>
          <ac:spMkLst>
            <pc:docMk/>
            <pc:sldMk cId="2106278574" sldId="352"/>
            <ac:spMk id="3" creationId="{3E375C61-FA53-4EC1-8493-CCFEA1B85CA8}"/>
          </ac:spMkLst>
        </pc:spChg>
        <pc:spChg chg="add del mod">
          <ac:chgData name="Ivan Granja" userId="d0a12471-25a3-466a-a647-7cb796ed786c" providerId="ADAL" clId="{6586C5D0-C902-4A7C-B7F5-B531F8453E81}" dt="2021-08-18T19:09:42.786" v="1850" actId="478"/>
          <ac:spMkLst>
            <pc:docMk/>
            <pc:sldMk cId="2106278574" sldId="352"/>
            <ac:spMk id="5" creationId="{D8BEA620-3762-48C2-8AFE-388DA7F32A74}"/>
          </ac:spMkLst>
        </pc:spChg>
        <pc:spChg chg="add del mod">
          <ac:chgData name="Ivan Granja" userId="d0a12471-25a3-466a-a647-7cb796ed786c" providerId="ADAL" clId="{6586C5D0-C902-4A7C-B7F5-B531F8453E81}" dt="2021-08-18T19:09:42.786" v="1850" actId="478"/>
          <ac:spMkLst>
            <pc:docMk/>
            <pc:sldMk cId="2106278574" sldId="352"/>
            <ac:spMk id="7" creationId="{04718715-8674-4700-B8A9-E94F2180CC10}"/>
          </ac:spMkLst>
        </pc:spChg>
      </pc:sldChg>
      <pc:sldChg chg="addSp modSp new mod">
        <pc:chgData name="Ivan Granja" userId="d0a12471-25a3-466a-a647-7cb796ed786c" providerId="ADAL" clId="{6586C5D0-C902-4A7C-B7F5-B531F8453E81}" dt="2021-08-18T21:53:29.328" v="5793" actId="14100"/>
        <pc:sldMkLst>
          <pc:docMk/>
          <pc:sldMk cId="2828806490" sldId="353"/>
        </pc:sldMkLst>
        <pc:spChg chg="mod">
          <ac:chgData name="Ivan Granja" userId="d0a12471-25a3-466a-a647-7cb796ed786c" providerId="ADAL" clId="{6586C5D0-C902-4A7C-B7F5-B531F8453E81}" dt="2021-08-18T21:51:38.248" v="5740" actId="6549"/>
          <ac:spMkLst>
            <pc:docMk/>
            <pc:sldMk cId="2828806490" sldId="353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8T21:53:20.163" v="5791" actId="255"/>
          <ac:spMkLst>
            <pc:docMk/>
            <pc:sldMk cId="2828806490" sldId="353"/>
            <ac:spMk id="3" creationId="{4335CA13-95EE-48EC-A02B-8519D23C058B}"/>
          </ac:spMkLst>
        </pc:spChg>
        <pc:picChg chg="add mod">
          <ac:chgData name="Ivan Granja" userId="d0a12471-25a3-466a-a647-7cb796ed786c" providerId="ADAL" clId="{6586C5D0-C902-4A7C-B7F5-B531F8453E81}" dt="2021-08-18T21:53:29.328" v="5793" actId="14100"/>
          <ac:picMkLst>
            <pc:docMk/>
            <pc:sldMk cId="2828806490" sldId="353"/>
            <ac:picMk id="5" creationId="{6EF2507F-3406-4C0F-86FE-CD2B66EEC918}"/>
          </ac:picMkLst>
        </pc:picChg>
      </pc:sldChg>
      <pc:sldChg chg="addSp delSp modSp new mod modClrScheme chgLayout">
        <pc:chgData name="Ivan Granja" userId="d0a12471-25a3-466a-a647-7cb796ed786c" providerId="ADAL" clId="{6586C5D0-C902-4A7C-B7F5-B531F8453E81}" dt="2021-08-19T01:21:07.291" v="7479" actId="255"/>
        <pc:sldMkLst>
          <pc:docMk/>
          <pc:sldMk cId="4064283793" sldId="354"/>
        </pc:sldMkLst>
        <pc:spChg chg="mod ord">
          <ac:chgData name="Ivan Granja" userId="d0a12471-25a3-466a-a647-7cb796ed786c" providerId="ADAL" clId="{6586C5D0-C902-4A7C-B7F5-B531F8453E81}" dt="2021-08-18T21:43:20.292" v="5462" actId="1076"/>
          <ac:spMkLst>
            <pc:docMk/>
            <pc:sldMk cId="4064283793" sldId="354"/>
            <ac:spMk id="2" creationId="{08A1B36E-847E-41ED-8FD2-3AE6E9D92B15}"/>
          </ac:spMkLst>
        </pc:spChg>
        <pc:spChg chg="del">
          <ac:chgData name="Ivan Granja" userId="d0a12471-25a3-466a-a647-7cb796ed786c" providerId="ADAL" clId="{6586C5D0-C902-4A7C-B7F5-B531F8453E81}" dt="2021-08-18T21:41:42.447" v="5447" actId="478"/>
          <ac:spMkLst>
            <pc:docMk/>
            <pc:sldMk cId="4064283793" sldId="354"/>
            <ac:spMk id="3" creationId="{262A4101-963F-4F2F-BCEB-7D88E202E481}"/>
          </ac:spMkLst>
        </pc:spChg>
        <pc:spChg chg="add del mod ord">
          <ac:chgData name="Ivan Granja" userId="d0a12471-25a3-466a-a647-7cb796ed786c" providerId="ADAL" clId="{6586C5D0-C902-4A7C-B7F5-B531F8453E81}" dt="2021-08-18T21:43:34.015" v="5465" actId="478"/>
          <ac:spMkLst>
            <pc:docMk/>
            <pc:sldMk cId="4064283793" sldId="354"/>
            <ac:spMk id="8" creationId="{7A9EAB4E-88A8-47EF-BF8A-35880511386B}"/>
          </ac:spMkLst>
        </pc:spChg>
        <pc:spChg chg="add del mod ord">
          <ac:chgData name="Ivan Granja" userId="d0a12471-25a3-466a-a647-7cb796ed786c" providerId="ADAL" clId="{6586C5D0-C902-4A7C-B7F5-B531F8453E81}" dt="2021-08-18T21:43:39.901" v="5467" actId="478"/>
          <ac:spMkLst>
            <pc:docMk/>
            <pc:sldMk cId="4064283793" sldId="354"/>
            <ac:spMk id="9" creationId="{3BFBE24D-F9D1-4F3B-A2FD-613AB8231817}"/>
          </ac:spMkLst>
        </pc:spChg>
        <pc:spChg chg="add del mod ord">
          <ac:chgData name="Ivan Granja" userId="d0a12471-25a3-466a-a647-7cb796ed786c" providerId="ADAL" clId="{6586C5D0-C902-4A7C-B7F5-B531F8453E81}" dt="2021-08-18T21:43:41.084" v="5468" actId="478"/>
          <ac:spMkLst>
            <pc:docMk/>
            <pc:sldMk cId="4064283793" sldId="354"/>
            <ac:spMk id="10" creationId="{FF64B60D-0C52-4B90-AF7E-BFBABDF030EB}"/>
          </ac:spMkLst>
        </pc:spChg>
        <pc:spChg chg="add del mod ord">
          <ac:chgData name="Ivan Granja" userId="d0a12471-25a3-466a-a647-7cb796ed786c" providerId="ADAL" clId="{6586C5D0-C902-4A7C-B7F5-B531F8453E81}" dt="2021-08-18T21:50:38.018" v="5697" actId="478"/>
          <ac:spMkLst>
            <pc:docMk/>
            <pc:sldMk cId="4064283793" sldId="354"/>
            <ac:spMk id="11" creationId="{D5F03521-56FB-4A87-B3D6-30A409F3EAA3}"/>
          </ac:spMkLst>
        </pc:spChg>
        <pc:spChg chg="add mod">
          <ac:chgData name="Ivan Granja" userId="d0a12471-25a3-466a-a647-7cb796ed786c" providerId="ADAL" clId="{6586C5D0-C902-4A7C-B7F5-B531F8453E81}" dt="2021-08-19T01:21:07.291" v="7479" actId="255"/>
          <ac:spMkLst>
            <pc:docMk/>
            <pc:sldMk cId="4064283793" sldId="354"/>
            <ac:spMk id="15" creationId="{36E4499C-BC97-4246-8B70-89E9CCB014D1}"/>
          </ac:spMkLst>
        </pc:spChg>
        <pc:picChg chg="add del mod">
          <ac:chgData name="Ivan Granja" userId="d0a12471-25a3-466a-a647-7cb796ed786c" providerId="ADAL" clId="{6586C5D0-C902-4A7C-B7F5-B531F8453E81}" dt="2021-08-18T21:42:37.041" v="5456" actId="22"/>
          <ac:picMkLst>
            <pc:docMk/>
            <pc:sldMk cId="4064283793" sldId="354"/>
            <ac:picMk id="5" creationId="{FF4F49A4-2176-4767-84A4-0E890567DFB3}"/>
          </ac:picMkLst>
        </pc:picChg>
        <pc:picChg chg="add del mod">
          <ac:chgData name="Ivan Granja" userId="d0a12471-25a3-466a-a647-7cb796ed786c" providerId="ADAL" clId="{6586C5D0-C902-4A7C-B7F5-B531F8453E81}" dt="2021-08-18T21:43:35.735" v="5466" actId="478"/>
          <ac:picMkLst>
            <pc:docMk/>
            <pc:sldMk cId="4064283793" sldId="354"/>
            <ac:picMk id="7" creationId="{D7A7A64E-E127-403B-AB1A-248832C14E6D}"/>
          </ac:picMkLst>
        </pc:picChg>
        <pc:picChg chg="add mod">
          <ac:chgData name="Ivan Granja" userId="d0a12471-25a3-466a-a647-7cb796ed786c" providerId="ADAL" clId="{6586C5D0-C902-4A7C-B7F5-B531F8453E81}" dt="2021-08-18T21:46:26.701" v="5477" actId="1076"/>
          <ac:picMkLst>
            <pc:docMk/>
            <pc:sldMk cId="4064283793" sldId="354"/>
            <ac:picMk id="13" creationId="{634C9592-3476-451E-B414-D35FC898E852}"/>
          </ac:picMkLst>
        </pc:picChg>
      </pc:sldChg>
      <pc:sldChg chg="addSp delSp modSp add mod">
        <pc:chgData name="Ivan Granja" userId="d0a12471-25a3-466a-a647-7cb796ed786c" providerId="ADAL" clId="{6586C5D0-C902-4A7C-B7F5-B531F8453E81}" dt="2021-08-18T21:40:42.408" v="5413" actId="2161"/>
        <pc:sldMkLst>
          <pc:docMk/>
          <pc:sldMk cId="903331955" sldId="355"/>
        </pc:sldMkLst>
        <pc:spChg chg="mod">
          <ac:chgData name="Ivan Granja" userId="d0a12471-25a3-466a-a647-7cb796ed786c" providerId="ADAL" clId="{6586C5D0-C902-4A7C-B7F5-B531F8453E81}" dt="2021-08-18T21:22:27.094" v="4933" actId="1076"/>
          <ac:spMkLst>
            <pc:docMk/>
            <pc:sldMk cId="903331955" sldId="355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8T21:39:03.993" v="5407" actId="20577"/>
          <ac:spMkLst>
            <pc:docMk/>
            <pc:sldMk cId="903331955" sldId="355"/>
            <ac:spMk id="3" creationId="{4335CA13-95EE-48EC-A02B-8519D23C058B}"/>
          </ac:spMkLst>
        </pc:spChg>
        <pc:graphicFrameChg chg="add mod modGraphic">
          <ac:chgData name="Ivan Granja" userId="d0a12471-25a3-466a-a647-7cb796ed786c" providerId="ADAL" clId="{6586C5D0-C902-4A7C-B7F5-B531F8453E81}" dt="2021-08-18T21:40:42.408" v="5413" actId="2161"/>
          <ac:graphicFrameMkLst>
            <pc:docMk/>
            <pc:sldMk cId="903331955" sldId="355"/>
            <ac:graphicFrameMk id="4" creationId="{50BE8009-E62E-4415-BF93-5A1DD638BF7D}"/>
          </ac:graphicFrameMkLst>
        </pc:graphicFrameChg>
        <pc:graphicFrameChg chg="add del mod modGraphic">
          <ac:chgData name="Ivan Granja" userId="d0a12471-25a3-466a-a647-7cb796ed786c" providerId="ADAL" clId="{6586C5D0-C902-4A7C-B7F5-B531F8453E81}" dt="2021-08-18T20:56:14.904" v="3262" actId="478"/>
          <ac:graphicFrameMkLst>
            <pc:docMk/>
            <pc:sldMk cId="903331955" sldId="355"/>
            <ac:graphicFrameMk id="5" creationId="{BABF7AAB-1739-4515-BAD3-DA2353969937}"/>
          </ac:graphicFrameMkLst>
        </pc:graphicFrameChg>
      </pc:sldChg>
      <pc:sldChg chg="addSp delSp modSp add mod">
        <pc:chgData name="Ivan Granja" userId="d0a12471-25a3-466a-a647-7cb796ed786c" providerId="ADAL" clId="{6586C5D0-C902-4A7C-B7F5-B531F8453E81}" dt="2021-08-18T21:41:04.848" v="5414" actId="20577"/>
        <pc:sldMkLst>
          <pc:docMk/>
          <pc:sldMk cId="2236075006" sldId="356"/>
        </pc:sldMkLst>
        <pc:spChg chg="mod">
          <ac:chgData name="Ivan Granja" userId="d0a12471-25a3-466a-a647-7cb796ed786c" providerId="ADAL" clId="{6586C5D0-C902-4A7C-B7F5-B531F8453E81}" dt="2021-08-18T21:22:21.747" v="4932" actId="1076"/>
          <ac:spMkLst>
            <pc:docMk/>
            <pc:sldMk cId="2236075006" sldId="356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8T21:38:34.099" v="5401" actId="20577"/>
          <ac:spMkLst>
            <pc:docMk/>
            <pc:sldMk cId="2236075006" sldId="356"/>
            <ac:spMk id="3" creationId="{4335CA13-95EE-48EC-A02B-8519D23C058B}"/>
          </ac:spMkLst>
        </pc:spChg>
        <pc:graphicFrameChg chg="del">
          <ac:chgData name="Ivan Granja" userId="d0a12471-25a3-466a-a647-7cb796ed786c" providerId="ADAL" clId="{6586C5D0-C902-4A7C-B7F5-B531F8453E81}" dt="2021-08-18T21:06:27.094" v="3995" actId="478"/>
          <ac:graphicFrameMkLst>
            <pc:docMk/>
            <pc:sldMk cId="2236075006" sldId="356"/>
            <ac:graphicFrameMk id="4" creationId="{50BE8009-E62E-4415-BF93-5A1DD638BF7D}"/>
          </ac:graphicFrameMkLst>
        </pc:graphicFrameChg>
        <pc:graphicFrameChg chg="del mod modGraphic">
          <ac:chgData name="Ivan Granja" userId="d0a12471-25a3-466a-a647-7cb796ed786c" providerId="ADAL" clId="{6586C5D0-C902-4A7C-B7F5-B531F8453E81}" dt="2021-08-18T21:18:33.971" v="4718" actId="478"/>
          <ac:graphicFrameMkLst>
            <pc:docMk/>
            <pc:sldMk cId="2236075006" sldId="356"/>
            <ac:graphicFrameMk id="5" creationId="{BABF7AAB-1739-4515-BAD3-DA2353969937}"/>
          </ac:graphicFrameMkLst>
        </pc:graphicFrameChg>
        <pc:graphicFrameChg chg="add mod modGraphic">
          <ac:chgData name="Ivan Granja" userId="d0a12471-25a3-466a-a647-7cb796ed786c" providerId="ADAL" clId="{6586C5D0-C902-4A7C-B7F5-B531F8453E81}" dt="2021-08-18T21:41:04.848" v="5414" actId="20577"/>
          <ac:graphicFrameMkLst>
            <pc:docMk/>
            <pc:sldMk cId="2236075006" sldId="356"/>
            <ac:graphicFrameMk id="6" creationId="{C7A7E7B4-2704-4D6F-A43E-597A6B7DD870}"/>
          </ac:graphicFrameMkLst>
        </pc:graphicFrameChg>
      </pc:sldChg>
      <pc:sldChg chg="addSp modSp add mod">
        <pc:chgData name="Ivan Granja" userId="d0a12471-25a3-466a-a647-7cb796ed786c" providerId="ADAL" clId="{6586C5D0-C902-4A7C-B7F5-B531F8453E81}" dt="2021-08-19T02:40:27.260" v="10138" actId="113"/>
        <pc:sldMkLst>
          <pc:docMk/>
          <pc:sldMk cId="2178888682" sldId="357"/>
        </pc:sldMkLst>
        <pc:spChg chg="mod">
          <ac:chgData name="Ivan Granja" userId="d0a12471-25a3-466a-a647-7cb796ed786c" providerId="ADAL" clId="{6586C5D0-C902-4A7C-B7F5-B531F8453E81}" dt="2021-08-18T21:22:30.697" v="4934" actId="1076"/>
          <ac:spMkLst>
            <pc:docMk/>
            <pc:sldMk cId="2178888682" sldId="357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9T02:40:27.260" v="10138" actId="113"/>
          <ac:spMkLst>
            <pc:docMk/>
            <pc:sldMk cId="2178888682" sldId="357"/>
            <ac:spMk id="3" creationId="{4335CA13-95EE-48EC-A02B-8519D23C058B}"/>
          </ac:spMkLst>
        </pc:spChg>
        <pc:graphicFrameChg chg="add mod modGraphic">
          <ac:chgData name="Ivan Granja" userId="d0a12471-25a3-466a-a647-7cb796ed786c" providerId="ADAL" clId="{6586C5D0-C902-4A7C-B7F5-B531F8453E81}" dt="2021-08-18T21:22:58.002" v="4937" actId="1076"/>
          <ac:graphicFrameMkLst>
            <pc:docMk/>
            <pc:sldMk cId="2178888682" sldId="357"/>
            <ac:graphicFrameMk id="4" creationId="{F4BF3FD9-363F-4D64-BEC0-A76F05F93E30}"/>
          </ac:graphicFrameMkLst>
        </pc:graphicFrameChg>
      </pc:sldChg>
      <pc:sldChg chg="addSp delSp modSp add mod">
        <pc:chgData name="Ivan Granja" userId="d0a12471-25a3-466a-a647-7cb796ed786c" providerId="ADAL" clId="{6586C5D0-C902-4A7C-B7F5-B531F8453E81}" dt="2021-08-19T01:07:15.259" v="6532" actId="1076"/>
        <pc:sldMkLst>
          <pc:docMk/>
          <pc:sldMk cId="2584121849" sldId="358"/>
        </pc:sldMkLst>
        <pc:spChg chg="add mod">
          <ac:chgData name="Ivan Granja" userId="d0a12471-25a3-466a-a647-7cb796ed786c" providerId="ADAL" clId="{6586C5D0-C902-4A7C-B7F5-B531F8453E81}" dt="2021-08-19T01:07:15.259" v="6532" actId="1076"/>
          <ac:spMkLst>
            <pc:docMk/>
            <pc:sldMk cId="2584121849" sldId="358"/>
            <ac:spMk id="9" creationId="{C55903EE-3C96-4999-9222-0CAA96C06D85}"/>
          </ac:spMkLst>
        </pc:spChg>
        <pc:spChg chg="mod">
          <ac:chgData name="Ivan Granja" userId="d0a12471-25a3-466a-a647-7cb796ed786c" providerId="ADAL" clId="{6586C5D0-C902-4A7C-B7F5-B531F8453E81}" dt="2021-08-19T01:07:03.016" v="6530" actId="20577"/>
          <ac:spMkLst>
            <pc:docMk/>
            <pc:sldMk cId="2584121849" sldId="358"/>
            <ac:spMk id="11" creationId="{D5F03521-56FB-4A87-B3D6-30A409F3EAA3}"/>
          </ac:spMkLst>
        </pc:spChg>
        <pc:spChg chg="add mod">
          <ac:chgData name="Ivan Granja" userId="d0a12471-25a3-466a-a647-7cb796ed786c" providerId="ADAL" clId="{6586C5D0-C902-4A7C-B7F5-B531F8453E81}" dt="2021-08-19T01:07:10.912" v="6531" actId="1076"/>
          <ac:spMkLst>
            <pc:docMk/>
            <pc:sldMk cId="2584121849" sldId="358"/>
            <ac:spMk id="14" creationId="{A3960A3D-1BC4-4D8D-B43E-AB594038472D}"/>
          </ac:spMkLst>
        </pc:spChg>
        <pc:cxnChg chg="add del">
          <ac:chgData name="Ivan Granja" userId="d0a12471-25a3-466a-a647-7cb796ed786c" providerId="ADAL" clId="{6586C5D0-C902-4A7C-B7F5-B531F8453E81}" dt="2021-08-18T21:48:42.418" v="5628" actId="478"/>
          <ac:cxnSpMkLst>
            <pc:docMk/>
            <pc:sldMk cId="2584121849" sldId="358"/>
            <ac:cxnSpMk id="4" creationId="{7C9E74D2-F603-4F0F-BEED-8483ECEA5D6E}"/>
          </ac:cxnSpMkLst>
        </pc:cxnChg>
        <pc:cxnChg chg="add mod">
          <ac:chgData name="Ivan Granja" userId="d0a12471-25a3-466a-a647-7cb796ed786c" providerId="ADAL" clId="{6586C5D0-C902-4A7C-B7F5-B531F8453E81}" dt="2021-08-19T01:02:08.309" v="6119" actId="14100"/>
          <ac:cxnSpMkLst>
            <pc:docMk/>
            <pc:sldMk cId="2584121849" sldId="358"/>
            <ac:cxnSpMk id="6" creationId="{75372E71-E940-482B-8FF2-FCBEACD1F5E9}"/>
          </ac:cxnSpMkLst>
        </pc:cxnChg>
        <pc:cxnChg chg="add mod">
          <ac:chgData name="Ivan Granja" userId="d0a12471-25a3-466a-a647-7cb796ed786c" providerId="ADAL" clId="{6586C5D0-C902-4A7C-B7F5-B531F8453E81}" dt="2021-08-18T21:49:35.745" v="5678" actId="14100"/>
          <ac:cxnSpMkLst>
            <pc:docMk/>
            <pc:sldMk cId="2584121849" sldId="358"/>
            <ac:cxnSpMk id="10" creationId="{74C2C605-6C99-4CC1-A82B-F6B0356F0306}"/>
          </ac:cxnSpMkLst>
        </pc:cxnChg>
      </pc:sldChg>
      <pc:sldChg chg="addSp delSp modSp add mod ord">
        <pc:chgData name="Ivan Granja" userId="d0a12471-25a3-466a-a647-7cb796ed786c" providerId="ADAL" clId="{6586C5D0-C902-4A7C-B7F5-B531F8453E81}" dt="2021-08-19T02:11:02.403" v="9876" actId="22"/>
        <pc:sldMkLst>
          <pc:docMk/>
          <pc:sldMk cId="3852499954" sldId="359"/>
        </pc:sldMkLst>
        <pc:spChg chg="add mod">
          <ac:chgData name="Ivan Granja" userId="d0a12471-25a3-466a-a647-7cb796ed786c" providerId="ADAL" clId="{6586C5D0-C902-4A7C-B7F5-B531F8453E81}" dt="2021-08-19T01:04:43.394" v="6358" actId="14100"/>
          <ac:spMkLst>
            <pc:docMk/>
            <pc:sldMk cId="3852499954" sldId="359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22:31.971" v="7523" actId="20577"/>
          <ac:spMkLst>
            <pc:docMk/>
            <pc:sldMk cId="3852499954" sldId="359"/>
            <ac:spMk id="15" creationId="{36E4499C-BC97-4246-8B70-89E9CCB014D1}"/>
          </ac:spMkLst>
        </pc:spChg>
        <pc:picChg chg="add del mod">
          <ac:chgData name="Ivan Granja" userId="d0a12471-25a3-466a-a647-7cb796ed786c" providerId="ADAL" clId="{6586C5D0-C902-4A7C-B7F5-B531F8453E81}" dt="2021-08-19T02:11:02.403" v="9876" actId="22"/>
          <ac:picMkLst>
            <pc:docMk/>
            <pc:sldMk cId="3852499954" sldId="359"/>
            <ac:picMk id="5" creationId="{4554C23D-C2CB-480A-9399-DF3A32B746FC}"/>
          </ac:picMkLst>
        </pc:picChg>
      </pc:sldChg>
      <pc:sldChg chg="modSp add mod">
        <pc:chgData name="Ivan Granja" userId="d0a12471-25a3-466a-a647-7cb796ed786c" providerId="ADAL" clId="{6586C5D0-C902-4A7C-B7F5-B531F8453E81}" dt="2021-08-19T01:27:18.414" v="7754" actId="113"/>
        <pc:sldMkLst>
          <pc:docMk/>
          <pc:sldMk cId="803428099" sldId="360"/>
        </pc:sldMkLst>
        <pc:spChg chg="mod">
          <ac:chgData name="Ivan Granja" userId="d0a12471-25a3-466a-a647-7cb796ed786c" providerId="ADAL" clId="{6586C5D0-C902-4A7C-B7F5-B531F8453E81}" dt="2021-08-19T01:27:18.414" v="7754" actId="113"/>
          <ac:spMkLst>
            <pc:docMk/>
            <pc:sldMk cId="803428099" sldId="360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05:22.479" v="6387" actId="14100"/>
          <ac:spMkLst>
            <pc:docMk/>
            <pc:sldMk cId="803428099" sldId="360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25:11.933" v="7675" actId="20577"/>
          <ac:spMkLst>
            <pc:docMk/>
            <pc:sldMk cId="803428099" sldId="360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1:27:19.541" v="7755" actId="113"/>
        <pc:sldMkLst>
          <pc:docMk/>
          <pc:sldMk cId="1025269918" sldId="361"/>
        </pc:sldMkLst>
        <pc:spChg chg="mod">
          <ac:chgData name="Ivan Granja" userId="d0a12471-25a3-466a-a647-7cb796ed786c" providerId="ADAL" clId="{6586C5D0-C902-4A7C-B7F5-B531F8453E81}" dt="2021-08-19T01:27:19.541" v="7755" actId="113"/>
          <ac:spMkLst>
            <pc:docMk/>
            <pc:sldMk cId="1025269918" sldId="361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17:36.860" v="7180" actId="14100"/>
          <ac:spMkLst>
            <pc:docMk/>
            <pc:sldMk cId="1025269918" sldId="361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26:10.240" v="7717" actId="20577"/>
          <ac:spMkLst>
            <pc:docMk/>
            <pc:sldMk cId="1025269918" sldId="361"/>
            <ac:spMk id="15" creationId="{36E4499C-BC97-4246-8B70-89E9CCB014D1}"/>
          </ac:spMkLst>
        </pc:spChg>
      </pc:sldChg>
      <pc:sldChg chg="modSp add mod ord">
        <pc:chgData name="Ivan Granja" userId="d0a12471-25a3-466a-a647-7cb796ed786c" providerId="ADAL" clId="{6586C5D0-C902-4A7C-B7F5-B531F8453E81}" dt="2021-08-19T02:44:01.305" v="10155" actId="20577"/>
        <pc:sldMkLst>
          <pc:docMk/>
          <pc:sldMk cId="1049685603" sldId="362"/>
        </pc:sldMkLst>
        <pc:spChg chg="mod">
          <ac:chgData name="Ivan Granja" userId="d0a12471-25a3-466a-a647-7cb796ed786c" providerId="ADAL" clId="{6586C5D0-C902-4A7C-B7F5-B531F8453E81}" dt="2021-08-19T01:27:20.635" v="7756" actId="113"/>
          <ac:spMkLst>
            <pc:docMk/>
            <pc:sldMk cId="1049685603" sldId="362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27:05.451" v="7742" actId="14100"/>
          <ac:spMkLst>
            <pc:docMk/>
            <pc:sldMk cId="1049685603" sldId="362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2:44:01.305" v="10155" actId="20577"/>
          <ac:spMkLst>
            <pc:docMk/>
            <pc:sldMk cId="1049685603" sldId="362"/>
            <ac:spMk id="15" creationId="{36E4499C-BC97-4246-8B70-89E9CCB014D1}"/>
          </ac:spMkLst>
        </pc:spChg>
      </pc:sldChg>
      <pc:sldChg chg="modSp add mod ord">
        <pc:chgData name="Ivan Granja" userId="d0a12471-25a3-466a-a647-7cb796ed786c" providerId="ADAL" clId="{6586C5D0-C902-4A7C-B7F5-B531F8453E81}" dt="2021-08-19T01:42:47.404" v="8529" actId="20577"/>
        <pc:sldMkLst>
          <pc:docMk/>
          <pc:sldMk cId="490091377" sldId="363"/>
        </pc:sldMkLst>
        <pc:spChg chg="mod">
          <ac:chgData name="Ivan Granja" userId="d0a12471-25a3-466a-a647-7cb796ed786c" providerId="ADAL" clId="{6586C5D0-C902-4A7C-B7F5-B531F8453E81}" dt="2021-08-19T01:33:38.073" v="8380" actId="20577"/>
          <ac:spMkLst>
            <pc:docMk/>
            <pc:sldMk cId="490091377" sldId="363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32:12.923" v="8134" actId="1076"/>
          <ac:spMkLst>
            <pc:docMk/>
            <pc:sldMk cId="490091377" sldId="363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42:47.404" v="8529" actId="20577"/>
          <ac:spMkLst>
            <pc:docMk/>
            <pc:sldMk cId="490091377" sldId="363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1:51:08.565" v="8982" actId="20577"/>
        <pc:sldMkLst>
          <pc:docMk/>
          <pc:sldMk cId="959409244" sldId="364"/>
        </pc:sldMkLst>
        <pc:spChg chg="mod">
          <ac:chgData name="Ivan Granja" userId="d0a12471-25a3-466a-a647-7cb796ed786c" providerId="ADAL" clId="{6586C5D0-C902-4A7C-B7F5-B531F8453E81}" dt="2021-08-19T01:44:30.266" v="8541" actId="20577"/>
          <ac:spMkLst>
            <pc:docMk/>
            <pc:sldMk cId="959409244" sldId="364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43:09.325" v="8531" actId="1076"/>
          <ac:spMkLst>
            <pc:docMk/>
            <pc:sldMk cId="959409244" sldId="364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51:08.565" v="8982" actId="20577"/>
          <ac:spMkLst>
            <pc:docMk/>
            <pc:sldMk cId="959409244" sldId="364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1:58:18.946" v="9208" actId="1036"/>
        <pc:sldMkLst>
          <pc:docMk/>
          <pc:sldMk cId="3437745298" sldId="365"/>
        </pc:sldMkLst>
        <pc:spChg chg="mod">
          <ac:chgData name="Ivan Granja" userId="d0a12471-25a3-466a-a647-7cb796ed786c" providerId="ADAL" clId="{6586C5D0-C902-4A7C-B7F5-B531F8453E81}" dt="2021-08-19T01:53:24.681" v="8993" actId="20577"/>
          <ac:spMkLst>
            <pc:docMk/>
            <pc:sldMk cId="3437745298" sldId="365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58:18.946" v="9208" actId="1036"/>
          <ac:spMkLst>
            <pc:docMk/>
            <pc:sldMk cId="3437745298" sldId="365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57:44.495" v="9195" actId="14100"/>
          <ac:spMkLst>
            <pc:docMk/>
            <pc:sldMk cId="3437745298" sldId="365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2:04:41.040" v="9861" actId="20577"/>
        <pc:sldMkLst>
          <pc:docMk/>
          <pc:sldMk cId="426682629" sldId="366"/>
        </pc:sldMkLst>
        <pc:spChg chg="mod">
          <ac:chgData name="Ivan Granja" userId="d0a12471-25a3-466a-a647-7cb796ed786c" providerId="ADAL" clId="{6586C5D0-C902-4A7C-B7F5-B531F8453E81}" dt="2021-08-19T01:58:07.179" v="9201" actId="20577"/>
          <ac:spMkLst>
            <pc:docMk/>
            <pc:sldMk cId="426682629" sldId="366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58:32.428" v="9212" actId="14100"/>
          <ac:spMkLst>
            <pc:docMk/>
            <pc:sldMk cId="426682629" sldId="366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2:04:41.040" v="9861" actId="20577"/>
          <ac:spMkLst>
            <pc:docMk/>
            <pc:sldMk cId="426682629" sldId="366"/>
            <ac:spMk id="15" creationId="{36E4499C-BC97-4246-8B70-89E9CCB014D1}"/>
          </ac:spMkLst>
        </pc:spChg>
      </pc:sldChg>
      <pc:sldChg chg="addSp delSp modSp new mod ord modClrScheme chgLayout">
        <pc:chgData name="Ivan Granja" userId="d0a12471-25a3-466a-a647-7cb796ed786c" providerId="ADAL" clId="{6586C5D0-C902-4A7C-B7F5-B531F8453E81}" dt="2021-08-19T02:12:22.808" v="9895"/>
        <pc:sldMkLst>
          <pc:docMk/>
          <pc:sldMk cId="2770177070" sldId="367"/>
        </pc:sldMkLst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2" creationId="{96F3B8FB-7451-4BF2-B10E-41C3E633B745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3" creationId="{9EDBE64F-2B83-4164-8E7C-1368DCE11C39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4" creationId="{106AA6B0-00BE-4A5D-BF12-86597E3C3FC8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5" creationId="{C5C8E1F7-6980-42A0-A534-BF79FC7E9630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6" creationId="{88DACF83-CAA7-4588-AEC4-BD990A0BCA2D}"/>
          </ac:spMkLst>
        </pc:spChg>
        <pc:spChg chg="add del mod">
          <ac:chgData name="Ivan Granja" userId="d0a12471-25a3-466a-a647-7cb796ed786c" providerId="ADAL" clId="{6586C5D0-C902-4A7C-B7F5-B531F8453E81}" dt="2021-08-19T02:10:14.352" v="9865"/>
          <ac:spMkLst>
            <pc:docMk/>
            <pc:sldMk cId="2770177070" sldId="367"/>
            <ac:spMk id="8" creationId="{A68C998B-5A87-4D34-89CF-053363EE7C15}"/>
          </ac:spMkLst>
        </pc:spChg>
        <pc:graphicFrameChg chg="add del mod">
          <ac:chgData name="Ivan Granja" userId="d0a12471-25a3-466a-a647-7cb796ed786c" providerId="ADAL" clId="{6586C5D0-C902-4A7C-B7F5-B531F8453E81}" dt="2021-08-19T02:10:14.352" v="9865"/>
          <ac:graphicFrameMkLst>
            <pc:docMk/>
            <pc:sldMk cId="2770177070" sldId="367"/>
            <ac:graphicFrameMk id="7" creationId="{E59AC38F-6A7D-4AEC-969C-5228CC981604}"/>
          </ac:graphicFrameMkLst>
        </pc:graphicFrameChg>
        <pc:picChg chg="add mod">
          <ac:chgData name="Ivan Granja" userId="d0a12471-25a3-466a-a647-7cb796ed786c" providerId="ADAL" clId="{6586C5D0-C902-4A7C-B7F5-B531F8453E81}" dt="2021-08-19T02:10:45.172" v="9872" actId="1076"/>
          <ac:picMkLst>
            <pc:docMk/>
            <pc:sldMk cId="2770177070" sldId="367"/>
            <ac:picMk id="10" creationId="{9798AC27-D7EC-4F04-90AC-AF4972CE0EBF}"/>
          </ac:picMkLst>
        </pc:picChg>
      </pc:sldChg>
      <pc:sldChg chg="delSp add del mod ord">
        <pc:chgData name="Ivan Granja" userId="d0a12471-25a3-466a-a647-7cb796ed786c" providerId="ADAL" clId="{6586C5D0-C902-4A7C-B7F5-B531F8453E81}" dt="2021-08-19T02:12:37.537" v="9896" actId="47"/>
        <pc:sldMkLst>
          <pc:docMk/>
          <pc:sldMk cId="4113512591" sldId="368"/>
        </pc:sldMkLst>
        <pc:picChg chg="del">
          <ac:chgData name="Ivan Granja" userId="d0a12471-25a3-466a-a647-7cb796ed786c" providerId="ADAL" clId="{6586C5D0-C902-4A7C-B7F5-B531F8453E81}" dt="2021-08-19T02:11:11.059" v="9880" actId="478"/>
          <ac:picMkLst>
            <pc:docMk/>
            <pc:sldMk cId="4113512591" sldId="368"/>
            <ac:picMk id="10" creationId="{9798AC27-D7EC-4F04-90AC-AF4972CE0EBF}"/>
          </ac:picMkLst>
        </pc:picChg>
      </pc:sldChg>
      <pc:sldChg chg="add del">
        <pc:chgData name="Ivan Granja" userId="d0a12471-25a3-466a-a647-7cb796ed786c" providerId="ADAL" clId="{6586C5D0-C902-4A7C-B7F5-B531F8453E81}" dt="2021-08-19T02:12:06.800" v="9893" actId="47"/>
        <pc:sldMkLst>
          <pc:docMk/>
          <pc:sldMk cId="1691984434" sldId="369"/>
        </pc:sldMkLst>
      </pc:sldChg>
      <pc:sldChg chg="addSp modSp add mod ord">
        <pc:chgData name="Ivan Granja" userId="d0a12471-25a3-466a-a647-7cb796ed786c" providerId="ADAL" clId="{6586C5D0-C902-4A7C-B7F5-B531F8453E81}" dt="2021-08-19T02:36:58.903" v="10018" actId="14100"/>
        <pc:sldMkLst>
          <pc:docMk/>
          <pc:sldMk cId="2741076645" sldId="370"/>
        </pc:sldMkLst>
        <pc:spChg chg="add mod">
          <ac:chgData name="Ivan Granja" userId="d0a12471-25a3-466a-a647-7cb796ed786c" providerId="ADAL" clId="{6586C5D0-C902-4A7C-B7F5-B531F8453E81}" dt="2021-08-19T02:36:58.903" v="10018" actId="14100"/>
          <ac:spMkLst>
            <pc:docMk/>
            <pc:sldMk cId="2741076645" sldId="370"/>
            <ac:spMk id="4" creationId="{BEA61EE4-11B9-4239-86F0-20E28D01F47C}"/>
          </ac:spMkLst>
        </pc:spChg>
        <pc:picChg chg="add mod">
          <ac:chgData name="Ivan Granja" userId="d0a12471-25a3-466a-a647-7cb796ed786c" providerId="ADAL" clId="{6586C5D0-C902-4A7C-B7F5-B531F8453E81}" dt="2021-08-19T02:36:39.024" v="10013" actId="14100"/>
          <ac:picMkLst>
            <pc:docMk/>
            <pc:sldMk cId="2741076645" sldId="370"/>
            <ac:picMk id="3" creationId="{0FE57739-027F-4DE0-8026-07F4C0DE3A42}"/>
          </ac:picMkLst>
        </pc:picChg>
      </pc:sldChg>
      <pc:sldChg chg="addSp modSp add mod ord">
        <pc:chgData name="Ivan Granja" userId="d0a12471-25a3-466a-a647-7cb796ed786c" providerId="ADAL" clId="{6586C5D0-C902-4A7C-B7F5-B531F8453E81}" dt="2021-08-19T02:35:14.759" v="10008" actId="14100"/>
        <pc:sldMkLst>
          <pc:docMk/>
          <pc:sldMk cId="1007371293" sldId="371"/>
        </pc:sldMkLst>
        <pc:spChg chg="add mod">
          <ac:chgData name="Ivan Granja" userId="d0a12471-25a3-466a-a647-7cb796ed786c" providerId="ADAL" clId="{6586C5D0-C902-4A7C-B7F5-B531F8453E81}" dt="2021-08-19T02:35:14.759" v="10008" actId="14100"/>
          <ac:spMkLst>
            <pc:docMk/>
            <pc:sldMk cId="1007371293" sldId="371"/>
            <ac:spMk id="4" creationId="{DA5BF6E2-4E95-4209-BCF1-CB66098CA4A2}"/>
          </ac:spMkLst>
        </pc:spChg>
        <pc:picChg chg="add mod">
          <ac:chgData name="Ivan Granja" userId="d0a12471-25a3-466a-a647-7cb796ed786c" providerId="ADAL" clId="{6586C5D0-C902-4A7C-B7F5-B531F8453E81}" dt="2021-08-19T02:34:34.906" v="10000" actId="1076"/>
          <ac:picMkLst>
            <pc:docMk/>
            <pc:sldMk cId="1007371293" sldId="371"/>
            <ac:picMk id="3" creationId="{93B73DF7-31BF-4A10-B9F3-BAA216924356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3:25.170" v="9994" actId="1038"/>
        <pc:sldMkLst>
          <pc:docMk/>
          <pc:sldMk cId="2530384390" sldId="372"/>
        </pc:sldMkLst>
        <pc:spChg chg="add mod">
          <ac:chgData name="Ivan Granja" userId="d0a12471-25a3-466a-a647-7cb796ed786c" providerId="ADAL" clId="{6586C5D0-C902-4A7C-B7F5-B531F8453E81}" dt="2021-08-19T02:33:25.170" v="9994" actId="1038"/>
          <ac:spMkLst>
            <pc:docMk/>
            <pc:sldMk cId="2530384390" sldId="372"/>
            <ac:spMk id="4" creationId="{0B8DC59C-3907-417C-AD04-61069264B156}"/>
          </ac:spMkLst>
        </pc:spChg>
        <pc:picChg chg="add mod">
          <ac:chgData name="Ivan Granja" userId="d0a12471-25a3-466a-a647-7cb796ed786c" providerId="ADAL" clId="{6586C5D0-C902-4A7C-B7F5-B531F8453E81}" dt="2021-08-19T02:33:25.170" v="9994" actId="1038"/>
          <ac:picMkLst>
            <pc:docMk/>
            <pc:sldMk cId="2530384390" sldId="372"/>
            <ac:picMk id="3" creationId="{317FBE5C-C7C2-47D8-9D3C-B645A99E1368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2:09.838" v="9973" actId="1037"/>
        <pc:sldMkLst>
          <pc:docMk/>
          <pc:sldMk cId="883389488" sldId="373"/>
        </pc:sldMkLst>
        <pc:spChg chg="add mod">
          <ac:chgData name="Ivan Granja" userId="d0a12471-25a3-466a-a647-7cb796ed786c" providerId="ADAL" clId="{6586C5D0-C902-4A7C-B7F5-B531F8453E81}" dt="2021-08-19T02:32:09.838" v="9973" actId="1037"/>
          <ac:spMkLst>
            <pc:docMk/>
            <pc:sldMk cId="883389488" sldId="373"/>
            <ac:spMk id="4" creationId="{AD569EFB-7BC9-4F32-B2AC-9095B56CF1C7}"/>
          </ac:spMkLst>
        </pc:spChg>
        <pc:picChg chg="add mod">
          <ac:chgData name="Ivan Granja" userId="d0a12471-25a3-466a-a647-7cb796ed786c" providerId="ADAL" clId="{6586C5D0-C902-4A7C-B7F5-B531F8453E81}" dt="2021-08-19T02:32:02.713" v="9969" actId="14100"/>
          <ac:picMkLst>
            <pc:docMk/>
            <pc:sldMk cId="883389488" sldId="373"/>
            <ac:picMk id="3" creationId="{E1B91DC7-A91E-45F8-B626-F56263605641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0:37.133" v="9911" actId="14100"/>
        <pc:sldMkLst>
          <pc:docMk/>
          <pc:sldMk cId="3069445016" sldId="374"/>
        </pc:sldMkLst>
        <pc:spChg chg="add mod">
          <ac:chgData name="Ivan Granja" userId="d0a12471-25a3-466a-a647-7cb796ed786c" providerId="ADAL" clId="{6586C5D0-C902-4A7C-B7F5-B531F8453E81}" dt="2021-08-19T02:30:37.133" v="9911" actId="14100"/>
          <ac:spMkLst>
            <pc:docMk/>
            <pc:sldMk cId="3069445016" sldId="374"/>
            <ac:spMk id="4" creationId="{BB06815E-3FD6-48A6-8679-7BAF24D445FB}"/>
          </ac:spMkLst>
        </pc:spChg>
        <pc:picChg chg="add mod">
          <ac:chgData name="Ivan Granja" userId="d0a12471-25a3-466a-a647-7cb796ed786c" providerId="ADAL" clId="{6586C5D0-C902-4A7C-B7F5-B531F8453E81}" dt="2021-08-19T02:30:08.777" v="9906" actId="1076"/>
          <ac:picMkLst>
            <pc:docMk/>
            <pc:sldMk cId="3069445016" sldId="374"/>
            <ac:picMk id="3" creationId="{F985E99E-6372-417E-ABB2-7F343146D6E0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1:05.847" v="9961" actId="1036"/>
        <pc:sldMkLst>
          <pc:docMk/>
          <pc:sldMk cId="2677440230" sldId="375"/>
        </pc:sldMkLst>
        <pc:spChg chg="add mod">
          <ac:chgData name="Ivan Granja" userId="d0a12471-25a3-466a-a647-7cb796ed786c" providerId="ADAL" clId="{6586C5D0-C902-4A7C-B7F5-B531F8453E81}" dt="2021-08-19T02:31:05.847" v="9961" actId="1036"/>
          <ac:spMkLst>
            <pc:docMk/>
            <pc:sldMk cId="2677440230" sldId="375"/>
            <ac:spMk id="4" creationId="{F13DC704-EF4B-40D7-B572-0BCBD6FD53EC}"/>
          </ac:spMkLst>
        </pc:spChg>
        <pc:picChg chg="add mod">
          <ac:chgData name="Ivan Granja" userId="d0a12471-25a3-466a-a647-7cb796ed786c" providerId="ADAL" clId="{6586C5D0-C902-4A7C-B7F5-B531F8453E81}" dt="2021-08-19T02:30:54.408" v="9957" actId="1037"/>
          <ac:picMkLst>
            <pc:docMk/>
            <pc:sldMk cId="2677440230" sldId="375"/>
            <ac:picMk id="3" creationId="{30864B90-6219-4680-ABC5-0ECC27D84D1C}"/>
          </ac:picMkLst>
        </pc:picChg>
      </pc:sldChg>
      <pc:sldChg chg="add del">
        <pc:chgData name="Ivan Granja" userId="d0a12471-25a3-466a-a647-7cb796ed786c" providerId="ADAL" clId="{6586C5D0-C902-4A7C-B7F5-B531F8453E81}" dt="2021-08-19T02:38:22.272" v="10028" actId="2696"/>
        <pc:sldMkLst>
          <pc:docMk/>
          <pc:sldMk cId="3497501182" sldId="376"/>
        </pc:sldMkLst>
      </pc:sldChg>
      <pc:sldChg chg="addSp modSp add mod">
        <pc:chgData name="Ivan Granja" userId="d0a12471-25a3-466a-a647-7cb796ed786c" providerId="ADAL" clId="{6586C5D0-C902-4A7C-B7F5-B531F8453E81}" dt="2021-08-19T02:39:23.416" v="10118" actId="14100"/>
        <pc:sldMkLst>
          <pc:docMk/>
          <pc:sldMk cId="2476567583" sldId="377"/>
        </pc:sldMkLst>
        <pc:spChg chg="mod">
          <ac:chgData name="Ivan Granja" userId="d0a12471-25a3-466a-a647-7cb796ed786c" providerId="ADAL" clId="{6586C5D0-C902-4A7C-B7F5-B531F8453E81}" dt="2021-08-19T02:37:33.024" v="10027" actId="14100"/>
          <ac:spMkLst>
            <pc:docMk/>
            <pc:sldMk cId="2476567583" sldId="377"/>
            <ac:spMk id="4" creationId="{F13DC704-EF4B-40D7-B572-0BCBD6FD53EC}"/>
          </ac:spMkLst>
        </pc:spChg>
        <pc:spChg chg="add mod">
          <ac:chgData name="Ivan Granja" userId="d0a12471-25a3-466a-a647-7cb796ed786c" providerId="ADAL" clId="{6586C5D0-C902-4A7C-B7F5-B531F8453E81}" dt="2021-08-19T02:39:23.416" v="10118" actId="14100"/>
          <ac:spMkLst>
            <pc:docMk/>
            <pc:sldMk cId="2476567583" sldId="377"/>
            <ac:spMk id="5" creationId="{F95D5272-D498-4186-9185-8AAF3071F27E}"/>
          </ac:spMkLst>
        </pc:spChg>
      </pc:sldChg>
      <pc:sldChg chg="modSp new mod">
        <pc:chgData name="Ivan Granja" userId="d0a12471-25a3-466a-a647-7cb796ed786c" providerId="ADAL" clId="{6586C5D0-C902-4A7C-B7F5-B531F8453E81}" dt="2021-08-19T03:07:22.744" v="12219" actId="20577"/>
        <pc:sldMkLst>
          <pc:docMk/>
          <pc:sldMk cId="3241564579" sldId="378"/>
        </pc:sldMkLst>
        <pc:spChg chg="mod">
          <ac:chgData name="Ivan Granja" userId="d0a12471-25a3-466a-a647-7cb796ed786c" providerId="ADAL" clId="{6586C5D0-C902-4A7C-B7F5-B531F8453E81}" dt="2021-08-19T03:06:02.001" v="12194" actId="20577"/>
          <ac:spMkLst>
            <pc:docMk/>
            <pc:sldMk cId="3241564579" sldId="378"/>
            <ac:spMk id="2" creationId="{D062D56C-3C0D-4154-A638-D2F7D6AACFFC}"/>
          </ac:spMkLst>
        </pc:spChg>
        <pc:spChg chg="mod">
          <ac:chgData name="Ivan Granja" userId="d0a12471-25a3-466a-a647-7cb796ed786c" providerId="ADAL" clId="{6586C5D0-C902-4A7C-B7F5-B531F8453E81}" dt="2021-08-19T03:07:22.744" v="12219" actId="20577"/>
          <ac:spMkLst>
            <pc:docMk/>
            <pc:sldMk cId="3241564579" sldId="378"/>
            <ac:spMk id="3" creationId="{05046415-5E2D-443B-A7C3-C3A3742FB7E4}"/>
          </ac:spMkLst>
        </pc:spChg>
      </pc:sldChg>
      <pc:sldChg chg="addSp modSp new del mod modClrScheme chgLayout">
        <pc:chgData name="Ivan Granja" userId="d0a12471-25a3-466a-a647-7cb796ed786c" providerId="ADAL" clId="{6586C5D0-C902-4A7C-B7F5-B531F8453E81}" dt="2021-08-19T02:46:42.814" v="10195" actId="47"/>
        <pc:sldMkLst>
          <pc:docMk/>
          <pc:sldMk cId="3258311666" sldId="378"/>
        </pc:sldMkLst>
        <pc:spChg chg="add mod">
          <ac:chgData name="Ivan Granja" userId="d0a12471-25a3-466a-a647-7cb796ed786c" providerId="ADAL" clId="{6586C5D0-C902-4A7C-B7F5-B531F8453E81}" dt="2021-08-19T02:45:14.913" v="10184" actId="20577"/>
          <ac:spMkLst>
            <pc:docMk/>
            <pc:sldMk cId="3258311666" sldId="378"/>
            <ac:spMk id="2" creationId="{FA595B7B-BF46-4105-8573-59DED45B0D57}"/>
          </ac:spMkLst>
        </pc:spChg>
        <pc:spChg chg="add mod">
          <ac:chgData name="Ivan Granja" userId="d0a12471-25a3-466a-a647-7cb796ed786c" providerId="ADAL" clId="{6586C5D0-C902-4A7C-B7F5-B531F8453E81}" dt="2021-08-19T02:45:19.385" v="10192" actId="20577"/>
          <ac:spMkLst>
            <pc:docMk/>
            <pc:sldMk cId="3258311666" sldId="378"/>
            <ac:spMk id="3" creationId="{00C77327-E22C-4A84-9E13-5CEF88EB1511}"/>
          </ac:spMkLst>
        </pc:spChg>
      </pc:sldChg>
    </pc:docChg>
  </pc:docChgLst>
  <pc:docChgLst>
    <pc:chgData name="Ivan Granja" userId="d0a12471-25a3-466a-a647-7cb796ed786c" providerId="ADAL" clId="{22582235-09F7-45E3-98C0-97562D418BF3}"/>
    <pc:docChg chg="undo custSel addSld delSld modSld sldOrd">
      <pc:chgData name="Ivan Granja" userId="d0a12471-25a3-466a-a647-7cb796ed786c" providerId="ADAL" clId="{22582235-09F7-45E3-98C0-97562D418BF3}" dt="2021-08-11T21:11:15.393" v="6400" actId="1076"/>
      <pc:docMkLst>
        <pc:docMk/>
      </pc:docMkLst>
      <pc:sldChg chg="modSp add del mod">
        <pc:chgData name="Ivan Granja" userId="d0a12471-25a3-466a-a647-7cb796ed786c" providerId="ADAL" clId="{22582235-09F7-45E3-98C0-97562D418BF3}" dt="2021-08-11T19:23:53.612" v="20" actId="47"/>
        <pc:sldMkLst>
          <pc:docMk/>
          <pc:sldMk cId="1201363542" sldId="256"/>
        </pc:sldMkLst>
        <pc:spChg chg="mod">
          <ac:chgData name="Ivan Granja" userId="d0a12471-25a3-466a-a647-7cb796ed786c" providerId="ADAL" clId="{22582235-09F7-45E3-98C0-97562D418BF3}" dt="2021-08-11T19:23:46.134" v="8" actId="20577"/>
          <ac:spMkLst>
            <pc:docMk/>
            <pc:sldMk cId="1201363542" sldId="256"/>
            <ac:spMk id="2" creationId="{00000000-0000-0000-0000-000000000000}"/>
          </ac:spMkLst>
        </pc:spChg>
      </pc:sldChg>
      <pc:sldChg chg="modSp new mod">
        <pc:chgData name="Ivan Granja" userId="d0a12471-25a3-466a-a647-7cb796ed786c" providerId="ADAL" clId="{22582235-09F7-45E3-98C0-97562D418BF3}" dt="2021-08-11T19:36:45.909" v="633" actId="113"/>
        <pc:sldMkLst>
          <pc:docMk/>
          <pc:sldMk cId="26368949" sldId="257"/>
        </pc:sldMkLst>
        <pc:spChg chg="mod">
          <ac:chgData name="Ivan Granja" userId="d0a12471-25a3-466a-a647-7cb796ed786c" providerId="ADAL" clId="{22582235-09F7-45E3-98C0-97562D418BF3}" dt="2021-08-11T19:28:52.660" v="67" actId="20577"/>
          <ac:spMkLst>
            <pc:docMk/>
            <pc:sldMk cId="26368949" sldId="257"/>
            <ac:spMk id="2" creationId="{204F0022-2298-4516-8CFE-000A7C027548}"/>
          </ac:spMkLst>
        </pc:spChg>
        <pc:spChg chg="mod">
          <ac:chgData name="Ivan Granja" userId="d0a12471-25a3-466a-a647-7cb796ed786c" providerId="ADAL" clId="{22582235-09F7-45E3-98C0-97562D418BF3}" dt="2021-08-11T19:36:45.909" v="633" actId="113"/>
          <ac:spMkLst>
            <pc:docMk/>
            <pc:sldMk cId="26368949" sldId="257"/>
            <ac:spMk id="3" creationId="{38C0B961-7BC8-487C-92A4-730F0F309565}"/>
          </ac:spMkLst>
        </pc:spChg>
      </pc:sldChg>
      <pc:sldChg chg="modSp new mod">
        <pc:chgData name="Ivan Granja" userId="d0a12471-25a3-466a-a647-7cb796ed786c" providerId="ADAL" clId="{22582235-09F7-45E3-98C0-97562D418BF3}" dt="2021-08-11T19:50:53.025" v="1712" actId="20577"/>
        <pc:sldMkLst>
          <pc:docMk/>
          <pc:sldMk cId="3398296660" sldId="258"/>
        </pc:sldMkLst>
        <pc:spChg chg="mod">
          <ac:chgData name="Ivan Granja" userId="d0a12471-25a3-466a-a647-7cb796ed786c" providerId="ADAL" clId="{22582235-09F7-45E3-98C0-97562D418BF3}" dt="2021-08-11T19:39:13.900" v="653" actId="20577"/>
          <ac:spMkLst>
            <pc:docMk/>
            <pc:sldMk cId="3398296660" sldId="258"/>
            <ac:spMk id="2" creationId="{BB59A946-2012-48BD-B233-273C831B6679}"/>
          </ac:spMkLst>
        </pc:spChg>
        <pc:spChg chg="mod">
          <ac:chgData name="Ivan Granja" userId="d0a12471-25a3-466a-a647-7cb796ed786c" providerId="ADAL" clId="{22582235-09F7-45E3-98C0-97562D418BF3}" dt="2021-08-11T19:50:53.025" v="1712" actId="20577"/>
          <ac:spMkLst>
            <pc:docMk/>
            <pc:sldMk cId="3398296660" sldId="258"/>
            <ac:spMk id="3" creationId="{0E594540-3749-4D8F-803D-5F3576DEDC21}"/>
          </ac:spMkLst>
        </pc:spChg>
      </pc:sldChg>
      <pc:sldChg chg="modSp new mod">
        <pc:chgData name="Ivan Granja" userId="d0a12471-25a3-466a-a647-7cb796ed786c" providerId="ADAL" clId="{22582235-09F7-45E3-98C0-97562D418BF3}" dt="2021-08-11T20:57:32.304" v="5605" actId="20577"/>
        <pc:sldMkLst>
          <pc:docMk/>
          <pc:sldMk cId="1339328808" sldId="259"/>
        </pc:sldMkLst>
        <pc:spChg chg="mod">
          <ac:chgData name="Ivan Granja" userId="d0a12471-25a3-466a-a647-7cb796ed786c" providerId="ADAL" clId="{22582235-09F7-45E3-98C0-97562D418BF3}" dt="2021-08-11T20:57:32.304" v="5605" actId="20577"/>
          <ac:spMkLst>
            <pc:docMk/>
            <pc:sldMk cId="1339328808" sldId="259"/>
            <ac:spMk id="2" creationId="{2303B06E-B4BE-4E45-BCD8-FE7F6DE9EE59}"/>
          </ac:spMkLst>
        </pc:spChg>
        <pc:spChg chg="mod">
          <ac:chgData name="Ivan Granja" userId="d0a12471-25a3-466a-a647-7cb796ed786c" providerId="ADAL" clId="{22582235-09F7-45E3-98C0-97562D418BF3}" dt="2021-08-11T20:05:10.392" v="2824" actId="14100"/>
          <ac:spMkLst>
            <pc:docMk/>
            <pc:sldMk cId="1339328808" sldId="259"/>
            <ac:spMk id="3" creationId="{7463E89D-F9C2-46A3-B5B3-EE2EB990A5D9}"/>
          </ac:spMkLst>
        </pc:spChg>
      </pc:sldChg>
      <pc:sldChg chg="del">
        <pc:chgData name="Ivan Granja" userId="d0a12471-25a3-466a-a647-7cb796ed786c" providerId="ADAL" clId="{22582235-09F7-45E3-98C0-97562D418BF3}" dt="2021-08-11T19:23:49.865" v="9" actId="47"/>
        <pc:sldMkLst>
          <pc:docMk/>
          <pc:sldMk cId="3830582881" sldId="259"/>
        </pc:sldMkLst>
      </pc:sldChg>
      <pc:sldChg chg="modSp new mod">
        <pc:chgData name="Ivan Granja" userId="d0a12471-25a3-466a-a647-7cb796ed786c" providerId="ADAL" clId="{22582235-09F7-45E3-98C0-97562D418BF3}" dt="2021-08-11T20:52:35.338" v="5145" actId="14100"/>
        <pc:sldMkLst>
          <pc:docMk/>
          <pc:sldMk cId="866914733" sldId="260"/>
        </pc:sldMkLst>
        <pc:spChg chg="mod">
          <ac:chgData name="Ivan Granja" userId="d0a12471-25a3-466a-a647-7cb796ed786c" providerId="ADAL" clId="{22582235-09F7-45E3-98C0-97562D418BF3}" dt="2021-08-11T20:05:18.703" v="2841" actId="20577"/>
          <ac:spMkLst>
            <pc:docMk/>
            <pc:sldMk cId="866914733" sldId="260"/>
            <ac:spMk id="2" creationId="{CA8BE4A3-799A-47D5-AB6B-2E81EF936D61}"/>
          </ac:spMkLst>
        </pc:spChg>
        <pc:spChg chg="mod">
          <ac:chgData name="Ivan Granja" userId="d0a12471-25a3-466a-a647-7cb796ed786c" providerId="ADAL" clId="{22582235-09F7-45E3-98C0-97562D418BF3}" dt="2021-08-11T20:52:35.338" v="5145" actId="14100"/>
          <ac:spMkLst>
            <pc:docMk/>
            <pc:sldMk cId="866914733" sldId="260"/>
            <ac:spMk id="3" creationId="{DD499E79-11BD-4F0D-A886-8AF8E31063D7}"/>
          </ac:spMkLst>
        </pc:spChg>
      </pc:sldChg>
      <pc:sldChg chg="modSp new mod">
        <pc:chgData name="Ivan Granja" userId="d0a12471-25a3-466a-a647-7cb796ed786c" providerId="ADAL" clId="{22582235-09F7-45E3-98C0-97562D418BF3}" dt="2021-08-11T20:54:39.285" v="5243" actId="14100"/>
        <pc:sldMkLst>
          <pc:docMk/>
          <pc:sldMk cId="2604560124" sldId="261"/>
        </pc:sldMkLst>
        <pc:spChg chg="mod">
          <ac:chgData name="Ivan Granja" userId="d0a12471-25a3-466a-a647-7cb796ed786c" providerId="ADAL" clId="{22582235-09F7-45E3-98C0-97562D418BF3}" dt="2021-08-11T20:24:25.070" v="3611" actId="20577"/>
          <ac:spMkLst>
            <pc:docMk/>
            <pc:sldMk cId="2604560124" sldId="261"/>
            <ac:spMk id="2" creationId="{3AE8B15B-DE28-4E5E-892F-4135612798B9}"/>
          </ac:spMkLst>
        </pc:spChg>
        <pc:spChg chg="mod">
          <ac:chgData name="Ivan Granja" userId="d0a12471-25a3-466a-a647-7cb796ed786c" providerId="ADAL" clId="{22582235-09F7-45E3-98C0-97562D418BF3}" dt="2021-08-11T20:54:39.285" v="5243" actId="14100"/>
          <ac:spMkLst>
            <pc:docMk/>
            <pc:sldMk cId="2604560124" sldId="261"/>
            <ac:spMk id="3" creationId="{6B2E134F-F2B9-4058-A73E-1FF8417AB404}"/>
          </ac:spMkLst>
        </pc:spChg>
      </pc:sldChg>
      <pc:sldChg chg="del">
        <pc:chgData name="Ivan Granja" userId="d0a12471-25a3-466a-a647-7cb796ed786c" providerId="ADAL" clId="{22582235-09F7-45E3-98C0-97562D418BF3}" dt="2021-08-11T19:23:50.346" v="10" actId="47"/>
        <pc:sldMkLst>
          <pc:docMk/>
          <pc:sldMk cId="234818704" sldId="276"/>
        </pc:sldMkLst>
      </pc:sldChg>
      <pc:sldChg chg="del">
        <pc:chgData name="Ivan Granja" userId="d0a12471-25a3-466a-a647-7cb796ed786c" providerId="ADAL" clId="{22582235-09F7-45E3-98C0-97562D418BF3}" dt="2021-08-11T19:23:51.353" v="15" actId="47"/>
        <pc:sldMkLst>
          <pc:docMk/>
          <pc:sldMk cId="268673754" sldId="277"/>
        </pc:sldMkLst>
      </pc:sldChg>
      <pc:sldChg chg="del">
        <pc:chgData name="Ivan Granja" userId="d0a12471-25a3-466a-a647-7cb796ed786c" providerId="ADAL" clId="{22582235-09F7-45E3-98C0-97562D418BF3}" dt="2021-08-11T19:23:50.893" v="13" actId="47"/>
        <pc:sldMkLst>
          <pc:docMk/>
          <pc:sldMk cId="3945787129" sldId="278"/>
        </pc:sldMkLst>
      </pc:sldChg>
      <pc:sldChg chg="del">
        <pc:chgData name="Ivan Granja" userId="d0a12471-25a3-466a-a647-7cb796ed786c" providerId="ADAL" clId="{22582235-09F7-45E3-98C0-97562D418BF3}" dt="2021-08-11T19:23:51.529" v="16" actId="47"/>
        <pc:sldMkLst>
          <pc:docMk/>
          <pc:sldMk cId="2873310479" sldId="288"/>
        </pc:sldMkLst>
      </pc:sldChg>
      <pc:sldChg chg="del">
        <pc:chgData name="Ivan Granja" userId="d0a12471-25a3-466a-a647-7cb796ed786c" providerId="ADAL" clId="{22582235-09F7-45E3-98C0-97562D418BF3}" dt="2021-08-11T19:23:50.701" v="12" actId="47"/>
        <pc:sldMkLst>
          <pc:docMk/>
          <pc:sldMk cId="1011473818" sldId="292"/>
        </pc:sldMkLst>
      </pc:sldChg>
      <pc:sldChg chg="del">
        <pc:chgData name="Ivan Granja" userId="d0a12471-25a3-466a-a647-7cb796ed786c" providerId="ADAL" clId="{22582235-09F7-45E3-98C0-97562D418BF3}" dt="2021-08-11T19:23:50.534" v="11" actId="47"/>
        <pc:sldMkLst>
          <pc:docMk/>
          <pc:sldMk cId="3699569609" sldId="294"/>
        </pc:sldMkLst>
      </pc:sldChg>
      <pc:sldChg chg="del">
        <pc:chgData name="Ivan Granja" userId="d0a12471-25a3-466a-a647-7cb796ed786c" providerId="ADAL" clId="{22582235-09F7-45E3-98C0-97562D418BF3}" dt="2021-08-11T19:23:51.704" v="17" actId="47"/>
        <pc:sldMkLst>
          <pc:docMk/>
          <pc:sldMk cId="515359538" sldId="295"/>
        </pc:sldMkLst>
      </pc:sldChg>
      <pc:sldChg chg="del">
        <pc:chgData name="Ivan Granja" userId="d0a12471-25a3-466a-a647-7cb796ed786c" providerId="ADAL" clId="{22582235-09F7-45E3-98C0-97562D418BF3}" dt="2021-08-11T19:23:51.888" v="18" actId="47"/>
        <pc:sldMkLst>
          <pc:docMk/>
          <pc:sldMk cId="119354715" sldId="296"/>
        </pc:sldMkLst>
      </pc:sldChg>
      <pc:sldChg chg="del">
        <pc:chgData name="Ivan Granja" userId="d0a12471-25a3-466a-a647-7cb796ed786c" providerId="ADAL" clId="{22582235-09F7-45E3-98C0-97562D418BF3}" dt="2021-08-11T19:23:51.155" v="14" actId="47"/>
        <pc:sldMkLst>
          <pc:docMk/>
          <pc:sldMk cId="3452476024" sldId="297"/>
        </pc:sldMkLst>
      </pc:sldChg>
      <pc:sldChg chg="modSp del mod">
        <pc:chgData name="Ivan Granja" userId="d0a12471-25a3-466a-a647-7cb796ed786c" providerId="ADAL" clId="{22582235-09F7-45E3-98C0-97562D418BF3}" dt="2021-08-11T20:23:06.226" v="3579" actId="47"/>
        <pc:sldMkLst>
          <pc:docMk/>
          <pc:sldMk cId="0" sldId="334"/>
        </pc:sldMkLst>
        <pc:spChg chg="mod">
          <ac:chgData name="Ivan Granja" userId="d0a12471-25a3-466a-a647-7cb796ed786c" providerId="ADAL" clId="{22582235-09F7-45E3-98C0-97562D418BF3}" dt="2021-08-11T20:18:54.336" v="3497" actId="27636"/>
          <ac:spMkLst>
            <pc:docMk/>
            <pc:sldMk cId="0" sldId="334"/>
            <ac:spMk id="17410" creationId="{6F392C07-5277-4D70-AA87-077045A43424}"/>
          </ac:spMkLst>
        </pc:spChg>
      </pc:sldChg>
      <pc:sldChg chg="modSp mod">
        <pc:chgData name="Ivan Granja" userId="d0a12471-25a3-466a-a647-7cb796ed786c" providerId="ADAL" clId="{22582235-09F7-45E3-98C0-97562D418BF3}" dt="2021-08-11T20:24:07.826" v="3607" actId="1076"/>
        <pc:sldMkLst>
          <pc:docMk/>
          <pc:sldMk cId="0" sldId="335"/>
        </pc:sldMkLst>
        <pc:spChg chg="mod">
          <ac:chgData name="Ivan Granja" userId="d0a12471-25a3-466a-a647-7cb796ed786c" providerId="ADAL" clId="{22582235-09F7-45E3-98C0-97562D418BF3}" dt="2021-08-11T20:22:36.924" v="3578" actId="1076"/>
          <ac:spMkLst>
            <pc:docMk/>
            <pc:sldMk cId="0" sldId="335"/>
            <ac:spMk id="14338" creationId="{349116C4-C663-4B6B-BE34-DFAD2507FD03}"/>
          </ac:spMkLst>
        </pc:spChg>
        <pc:spChg chg="mod">
          <ac:chgData name="Ivan Granja" userId="d0a12471-25a3-466a-a647-7cb796ed786c" providerId="ADAL" clId="{22582235-09F7-45E3-98C0-97562D418BF3}" dt="2021-08-11T20:24:07.826" v="3607" actId="1076"/>
          <ac:spMkLst>
            <pc:docMk/>
            <pc:sldMk cId="0" sldId="335"/>
            <ac:spMk id="14339" creationId="{905AB0B5-A93F-4875-AC7B-1454D618FC8C}"/>
          </ac:spMkLst>
        </pc:spChg>
        <pc:picChg chg="mod">
          <ac:chgData name="Ivan Granja" userId="d0a12471-25a3-466a-a647-7cb796ed786c" providerId="ADAL" clId="{22582235-09F7-45E3-98C0-97562D418BF3}" dt="2021-08-11T20:20:35.615" v="3519" actId="1076"/>
          <ac:picMkLst>
            <pc:docMk/>
            <pc:sldMk cId="0" sldId="335"/>
            <ac:picMk id="14340" creationId="{48FC3846-00E4-4EFB-89BD-5F7B411DB34D}"/>
          </ac:picMkLst>
        </pc:picChg>
      </pc:sldChg>
      <pc:sldChg chg="modSp mod">
        <pc:chgData name="Ivan Granja" userId="d0a12471-25a3-466a-a647-7cb796ed786c" providerId="ADAL" clId="{22582235-09F7-45E3-98C0-97562D418BF3}" dt="2021-08-11T20:43:08.426" v="4446" actId="20577"/>
        <pc:sldMkLst>
          <pc:docMk/>
          <pc:sldMk cId="0" sldId="336"/>
        </pc:sldMkLst>
        <pc:spChg chg="mod">
          <ac:chgData name="Ivan Granja" userId="d0a12471-25a3-466a-a647-7cb796ed786c" providerId="ADAL" clId="{22582235-09F7-45E3-98C0-97562D418BF3}" dt="2021-08-11T20:23:55.986" v="3606" actId="20577"/>
          <ac:spMkLst>
            <pc:docMk/>
            <pc:sldMk cId="0" sldId="336"/>
            <ac:spMk id="16386" creationId="{F1AF1931-BC32-421F-AB01-3B0BEAD3EA66}"/>
          </ac:spMkLst>
        </pc:spChg>
        <pc:spChg chg="mod">
          <ac:chgData name="Ivan Granja" userId="d0a12471-25a3-466a-a647-7cb796ed786c" providerId="ADAL" clId="{22582235-09F7-45E3-98C0-97562D418BF3}" dt="2021-08-11T20:43:08.426" v="4446" actId="20577"/>
          <ac:spMkLst>
            <pc:docMk/>
            <pc:sldMk cId="0" sldId="336"/>
            <ac:spMk id="16387" creationId="{2B88E9A3-CC8B-4A8E-BAAE-2F07CE95B8B1}"/>
          </ac:spMkLst>
        </pc:spChg>
      </pc:sldChg>
      <pc:sldChg chg="modSp mod">
        <pc:chgData name="Ivan Granja" userId="d0a12471-25a3-466a-a647-7cb796ed786c" providerId="ADAL" clId="{22582235-09F7-45E3-98C0-97562D418BF3}" dt="2021-08-11T20:24:11.999" v="3608" actId="1076"/>
        <pc:sldMkLst>
          <pc:docMk/>
          <pc:sldMk cId="0" sldId="337"/>
        </pc:sldMkLst>
        <pc:spChg chg="mod">
          <ac:chgData name="Ivan Granja" userId="d0a12471-25a3-466a-a647-7cb796ed786c" providerId="ADAL" clId="{22582235-09F7-45E3-98C0-97562D418BF3}" dt="2021-08-11T20:24:11.999" v="3608" actId="1076"/>
          <ac:spMkLst>
            <pc:docMk/>
            <pc:sldMk cId="0" sldId="337"/>
            <ac:spMk id="13314" creationId="{DEBCA8C4-ACF3-46E6-8B65-40FDE0E50AFE}"/>
          </ac:spMkLst>
        </pc:spChg>
        <pc:spChg chg="mod">
          <ac:chgData name="Ivan Granja" userId="d0a12471-25a3-466a-a647-7cb796ed786c" providerId="ADAL" clId="{22582235-09F7-45E3-98C0-97562D418BF3}" dt="2021-08-11T20:20:02.714" v="3511" actId="1076"/>
          <ac:spMkLst>
            <pc:docMk/>
            <pc:sldMk cId="0" sldId="337"/>
            <ac:spMk id="13315" creationId="{362544C5-AA99-4DB9-800F-31C824773556}"/>
          </ac:spMkLst>
        </pc:spChg>
      </pc:sldChg>
      <pc:sldChg chg="modSp mod">
        <pc:chgData name="Ivan Granja" userId="d0a12471-25a3-466a-a647-7cb796ed786c" providerId="ADAL" clId="{22582235-09F7-45E3-98C0-97562D418BF3}" dt="2021-08-11T20:22:32.238" v="3577" actId="20577"/>
        <pc:sldMkLst>
          <pc:docMk/>
          <pc:sldMk cId="0" sldId="340"/>
        </pc:sldMkLst>
        <pc:spChg chg="mod">
          <ac:chgData name="Ivan Granja" userId="d0a12471-25a3-466a-a647-7cb796ed786c" providerId="ADAL" clId="{22582235-09F7-45E3-98C0-97562D418BF3}" dt="2021-08-11T20:22:32.238" v="3577" actId="20577"/>
          <ac:spMkLst>
            <pc:docMk/>
            <pc:sldMk cId="0" sldId="340"/>
            <ac:spMk id="15362" creationId="{116E32FA-FE7B-4109-AA79-2523B4626E12}"/>
          </ac:spMkLst>
        </pc:spChg>
        <pc:spChg chg="mod">
          <ac:chgData name="Ivan Granja" userId="d0a12471-25a3-466a-a647-7cb796ed786c" providerId="ADAL" clId="{22582235-09F7-45E3-98C0-97562D418BF3}" dt="2021-08-11T20:21:00.689" v="3525" actId="122"/>
          <ac:spMkLst>
            <pc:docMk/>
            <pc:sldMk cId="0" sldId="340"/>
            <ac:spMk id="15363" creationId="{665E828D-8063-412E-A6CF-77A54F2389DA}"/>
          </ac:spMkLst>
        </pc:spChg>
        <pc:picChg chg="mod">
          <ac:chgData name="Ivan Granja" userId="d0a12471-25a3-466a-a647-7cb796ed786c" providerId="ADAL" clId="{22582235-09F7-45E3-98C0-97562D418BF3}" dt="2021-08-11T20:21:47.395" v="3542" actId="1076"/>
          <ac:picMkLst>
            <pc:docMk/>
            <pc:sldMk cId="0" sldId="340"/>
            <ac:picMk id="15364" creationId="{877443FB-60AF-4BD0-87BA-01F4A7E2C607}"/>
          </ac:picMkLst>
        </pc:picChg>
        <pc:picChg chg="mod">
          <ac:chgData name="Ivan Granja" userId="d0a12471-25a3-466a-a647-7cb796ed786c" providerId="ADAL" clId="{22582235-09F7-45E3-98C0-97562D418BF3}" dt="2021-08-11T20:22:17.100" v="3575" actId="1076"/>
          <ac:picMkLst>
            <pc:docMk/>
            <pc:sldMk cId="0" sldId="340"/>
            <ac:picMk id="15365" creationId="{AD6F0165-4CE6-4A9D-BC85-8A6632D217C1}"/>
          </ac:picMkLst>
        </pc:picChg>
        <pc:picChg chg="mod">
          <ac:chgData name="Ivan Granja" userId="d0a12471-25a3-466a-a647-7cb796ed786c" providerId="ADAL" clId="{22582235-09F7-45E3-98C0-97562D418BF3}" dt="2021-08-11T20:22:13.361" v="3573" actId="1076"/>
          <ac:picMkLst>
            <pc:docMk/>
            <pc:sldMk cId="0" sldId="340"/>
            <ac:picMk id="15366" creationId="{BFB9B3CB-0D1C-4B05-9827-65B7F98407B4}"/>
          </ac:picMkLst>
        </pc:picChg>
      </pc:sldChg>
      <pc:sldChg chg="modSp mod">
        <pc:chgData name="Ivan Granja" userId="d0a12471-25a3-466a-a647-7cb796ed786c" providerId="ADAL" clId="{22582235-09F7-45E3-98C0-97562D418BF3}" dt="2021-08-11T20:24:15.164" v="3609" actId="1076"/>
        <pc:sldMkLst>
          <pc:docMk/>
          <pc:sldMk cId="0" sldId="341"/>
        </pc:sldMkLst>
        <pc:spChg chg="mod">
          <ac:chgData name="Ivan Granja" userId="d0a12471-25a3-466a-a647-7cb796ed786c" providerId="ADAL" clId="{22582235-09F7-45E3-98C0-97562D418BF3}" dt="2021-08-11T20:24:15.164" v="3609" actId="1076"/>
          <ac:spMkLst>
            <pc:docMk/>
            <pc:sldMk cId="0" sldId="341"/>
            <ac:spMk id="12290" creationId="{625E4B23-6860-407B-A3C3-D5F71AD19AA6}"/>
          </ac:spMkLst>
        </pc:spChg>
        <pc:spChg chg="mod">
          <ac:chgData name="Ivan Granja" userId="d0a12471-25a3-466a-a647-7cb796ed786c" providerId="ADAL" clId="{22582235-09F7-45E3-98C0-97562D418BF3}" dt="2021-08-11T20:19:16.585" v="3502" actId="1076"/>
          <ac:spMkLst>
            <pc:docMk/>
            <pc:sldMk cId="0" sldId="341"/>
            <ac:spMk id="12291" creationId="{08D3728F-DCC1-4667-B0A7-07CF0BD28F0B}"/>
          </ac:spMkLst>
        </pc:spChg>
      </pc:sldChg>
      <pc:sldChg chg="modSp new mod">
        <pc:chgData name="Ivan Granja" userId="d0a12471-25a3-466a-a647-7cb796ed786c" providerId="ADAL" clId="{22582235-09F7-45E3-98C0-97562D418BF3}" dt="2021-08-11T21:11:15.393" v="6400" actId="1076"/>
        <pc:sldMkLst>
          <pc:docMk/>
          <pc:sldMk cId="2438119696" sldId="342"/>
        </pc:sldMkLst>
        <pc:spChg chg="mod">
          <ac:chgData name="Ivan Granja" userId="d0a12471-25a3-466a-a647-7cb796ed786c" providerId="ADAL" clId="{22582235-09F7-45E3-98C0-97562D418BF3}" dt="2021-08-11T21:11:15.393" v="6400" actId="1076"/>
          <ac:spMkLst>
            <pc:docMk/>
            <pc:sldMk cId="2438119696" sldId="342"/>
            <ac:spMk id="2" creationId="{0AA013B1-9899-4153-A766-1A42737EF9F1}"/>
          </ac:spMkLst>
        </pc:spChg>
        <pc:spChg chg="mod">
          <ac:chgData name="Ivan Granja" userId="d0a12471-25a3-466a-a647-7cb796ed786c" providerId="ADAL" clId="{22582235-09F7-45E3-98C0-97562D418BF3}" dt="2021-08-11T21:11:09.356" v="6399" actId="14100"/>
          <ac:spMkLst>
            <pc:docMk/>
            <pc:sldMk cId="2438119696" sldId="342"/>
            <ac:spMk id="3" creationId="{D3AFA238-D495-430C-843D-00EE3727ADA2}"/>
          </ac:spMkLst>
        </pc:spChg>
      </pc:sldChg>
      <pc:sldChg chg="modSp new mod">
        <pc:chgData name="Ivan Granja" userId="d0a12471-25a3-466a-a647-7cb796ed786c" providerId="ADAL" clId="{22582235-09F7-45E3-98C0-97562D418BF3}" dt="2021-08-11T20:57:57.515" v="5610" actId="20577"/>
        <pc:sldMkLst>
          <pc:docMk/>
          <pc:sldMk cId="886231306" sldId="343"/>
        </pc:sldMkLst>
        <pc:spChg chg="mod">
          <ac:chgData name="Ivan Granja" userId="d0a12471-25a3-466a-a647-7cb796ed786c" providerId="ADAL" clId="{22582235-09F7-45E3-98C0-97562D418BF3}" dt="2021-08-11T20:57:57.515" v="5610" actId="20577"/>
          <ac:spMkLst>
            <pc:docMk/>
            <pc:sldMk cId="886231306" sldId="343"/>
            <ac:spMk id="2" creationId="{A7159566-1F75-4873-8498-17EC42935995}"/>
          </ac:spMkLst>
        </pc:spChg>
        <pc:spChg chg="mod">
          <ac:chgData name="Ivan Granja" userId="d0a12471-25a3-466a-a647-7cb796ed786c" providerId="ADAL" clId="{22582235-09F7-45E3-98C0-97562D418BF3}" dt="2021-08-11T20:42:53.047" v="4431" actId="20577"/>
          <ac:spMkLst>
            <pc:docMk/>
            <pc:sldMk cId="886231306" sldId="343"/>
            <ac:spMk id="3" creationId="{D6BAC3C5-6838-4098-A167-9324A826A3B7}"/>
          </ac:spMkLst>
        </pc:spChg>
      </pc:sldChg>
      <pc:sldChg chg="modSp new mod">
        <pc:chgData name="Ivan Granja" userId="d0a12471-25a3-466a-a647-7cb796ed786c" providerId="ADAL" clId="{22582235-09F7-45E3-98C0-97562D418BF3}" dt="2021-08-11T21:09:19.454" v="6355" actId="313"/>
        <pc:sldMkLst>
          <pc:docMk/>
          <pc:sldMk cId="2421033290" sldId="344"/>
        </pc:sldMkLst>
        <pc:spChg chg="mod">
          <ac:chgData name="Ivan Granja" userId="d0a12471-25a3-466a-a647-7cb796ed786c" providerId="ADAL" clId="{22582235-09F7-45E3-98C0-97562D418BF3}" dt="2021-08-11T20:58:13.778" v="5612" actId="1076"/>
          <ac:spMkLst>
            <pc:docMk/>
            <pc:sldMk cId="2421033290" sldId="344"/>
            <ac:spMk id="2" creationId="{330CCA9C-7CAB-418D-9B36-86787090A1FB}"/>
          </ac:spMkLst>
        </pc:spChg>
        <pc:spChg chg="mod">
          <ac:chgData name="Ivan Granja" userId="d0a12471-25a3-466a-a647-7cb796ed786c" providerId="ADAL" clId="{22582235-09F7-45E3-98C0-97562D418BF3}" dt="2021-08-11T21:09:19.454" v="6355" actId="313"/>
          <ac:spMkLst>
            <pc:docMk/>
            <pc:sldMk cId="2421033290" sldId="344"/>
            <ac:spMk id="3" creationId="{E1A20C5E-6AA4-45EC-896D-10CD4E63E40B}"/>
          </ac:spMkLst>
        </pc:spChg>
      </pc:sldChg>
      <pc:sldChg chg="new del">
        <pc:chgData name="Ivan Granja" userId="d0a12471-25a3-466a-a647-7cb796ed786c" providerId="ADAL" clId="{22582235-09F7-45E3-98C0-97562D418BF3}" dt="2021-08-11T20:55:05.551" v="5245" actId="680"/>
        <pc:sldMkLst>
          <pc:docMk/>
          <pc:sldMk cId="1359231142" sldId="345"/>
        </pc:sldMkLst>
      </pc:sldChg>
      <pc:sldChg chg="modSp add mod ord">
        <pc:chgData name="Ivan Granja" userId="d0a12471-25a3-466a-a647-7cb796ed786c" providerId="ADAL" clId="{22582235-09F7-45E3-98C0-97562D418BF3}" dt="2021-08-11T20:59:09.023" v="5680" actId="20577"/>
        <pc:sldMkLst>
          <pc:docMk/>
          <pc:sldMk cId="1758867312" sldId="345"/>
        </pc:sldMkLst>
        <pc:spChg chg="mod">
          <ac:chgData name="Ivan Granja" userId="d0a12471-25a3-466a-a647-7cb796ed786c" providerId="ADAL" clId="{22582235-09F7-45E3-98C0-97562D418BF3}" dt="2021-08-11T20:55:18.896" v="5262" actId="20577"/>
          <ac:spMkLst>
            <pc:docMk/>
            <pc:sldMk cId="1758867312" sldId="345"/>
            <ac:spMk id="2" creationId="{204F0022-2298-4516-8CFE-000A7C027548}"/>
          </ac:spMkLst>
        </pc:spChg>
        <pc:spChg chg="mod">
          <ac:chgData name="Ivan Granja" userId="d0a12471-25a3-466a-a647-7cb796ed786c" providerId="ADAL" clId="{22582235-09F7-45E3-98C0-97562D418BF3}" dt="2021-08-11T20:59:09.023" v="5680" actId="20577"/>
          <ac:spMkLst>
            <pc:docMk/>
            <pc:sldMk cId="1758867312" sldId="345"/>
            <ac:spMk id="3" creationId="{38C0B961-7BC8-487C-92A4-730F0F309565}"/>
          </ac:spMkLst>
        </pc:spChg>
      </pc:sldChg>
      <pc:sldChg chg="modSp new mod">
        <pc:chgData name="Ivan Granja" userId="d0a12471-25a3-466a-a647-7cb796ed786c" providerId="ADAL" clId="{22582235-09F7-45E3-98C0-97562D418BF3}" dt="2021-08-11T21:06:53.727" v="6224" actId="313"/>
        <pc:sldMkLst>
          <pc:docMk/>
          <pc:sldMk cId="53232798" sldId="346"/>
        </pc:sldMkLst>
        <pc:spChg chg="mod">
          <ac:chgData name="Ivan Granja" userId="d0a12471-25a3-466a-a647-7cb796ed786c" providerId="ADAL" clId="{22582235-09F7-45E3-98C0-97562D418BF3}" dt="2021-08-11T21:06:53.727" v="6224" actId="313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22582235-09F7-45E3-98C0-97562D418BF3}" dt="2021-08-11T21:02:33.875" v="6223" actId="20577"/>
          <ac:spMkLst>
            <pc:docMk/>
            <pc:sldMk cId="53232798" sldId="346"/>
            <ac:spMk id="3" creationId="{11E4D0A3-50AC-4EF7-9101-4D9C7D6F2639}"/>
          </ac:spMkLst>
        </pc:spChg>
      </pc:sldChg>
    </pc:docChg>
  </pc:docChgLst>
  <pc:docChgLst>
    <pc:chgData name="Ivan Granja" userId="d0a12471-25a3-466a-a647-7cb796ed786c" providerId="ADAL" clId="{0FE8C234-B863-48AE-BAFA-B6A0C0457429}"/>
    <pc:docChg chg="undo custSel addSld delSld modSld sldOrd">
      <pc:chgData name="Ivan Granja" userId="d0a12471-25a3-466a-a647-7cb796ed786c" providerId="ADAL" clId="{0FE8C234-B863-48AE-BAFA-B6A0C0457429}" dt="2021-09-16T14:25:52.043" v="10700" actId="1076"/>
      <pc:docMkLst>
        <pc:docMk/>
      </pc:docMkLst>
      <pc:sldChg chg="modSp mod">
        <pc:chgData name="Ivan Granja" userId="d0a12471-25a3-466a-a647-7cb796ed786c" providerId="ADAL" clId="{0FE8C234-B863-48AE-BAFA-B6A0C0457429}" dt="2021-09-09T09:07:49.575" v="105" actId="20577"/>
        <pc:sldMkLst>
          <pc:docMk/>
          <pc:sldMk cId="1201363542" sldId="256"/>
        </pc:sldMkLst>
        <pc:spChg chg="mod">
          <ac:chgData name="Ivan Granja" userId="d0a12471-25a3-466a-a647-7cb796ed786c" providerId="ADAL" clId="{0FE8C234-B863-48AE-BAFA-B6A0C0457429}" dt="2021-09-09T09:07:49.575" v="105" actId="20577"/>
          <ac:spMkLst>
            <pc:docMk/>
            <pc:sldMk cId="1201363542" sldId="256"/>
            <ac:spMk id="2" creationId="{00000000-0000-0000-0000-000000000000}"/>
          </ac:spMkLst>
        </pc:spChg>
      </pc:sldChg>
      <pc:sldChg chg="add del">
        <pc:chgData name="Ivan Granja" userId="d0a12471-25a3-466a-a647-7cb796ed786c" providerId="ADAL" clId="{0FE8C234-B863-48AE-BAFA-B6A0C0457429}" dt="2021-09-09T10:46:07.475" v="5006" actId="47"/>
        <pc:sldMkLst>
          <pc:docMk/>
          <pc:sldMk cId="959409244" sldId="364"/>
        </pc:sldMkLst>
      </pc:sldChg>
      <pc:sldChg chg="add del">
        <pc:chgData name="Ivan Granja" userId="d0a12471-25a3-466a-a647-7cb796ed786c" providerId="ADAL" clId="{0FE8C234-B863-48AE-BAFA-B6A0C0457429}" dt="2021-09-09T10:46:08.308" v="5007" actId="47"/>
        <pc:sldMkLst>
          <pc:docMk/>
          <pc:sldMk cId="3437745298" sldId="365"/>
        </pc:sldMkLst>
      </pc:sldChg>
      <pc:sldChg chg="del">
        <pc:chgData name="Ivan Granja" userId="d0a12471-25a3-466a-a647-7cb796ed786c" providerId="ADAL" clId="{0FE8C234-B863-48AE-BAFA-B6A0C0457429}" dt="2021-09-09T09:06:57.095" v="81" actId="47"/>
        <pc:sldMkLst>
          <pc:docMk/>
          <pc:sldMk cId="426682629" sldId="366"/>
        </pc:sldMkLst>
      </pc:sldChg>
      <pc:sldChg chg="del">
        <pc:chgData name="Ivan Granja" userId="d0a12471-25a3-466a-a647-7cb796ed786c" providerId="ADAL" clId="{0FE8C234-B863-48AE-BAFA-B6A0C0457429}" dt="2021-09-09T09:06:57.599" v="82" actId="47"/>
        <pc:sldMkLst>
          <pc:docMk/>
          <pc:sldMk cId="2476567583" sldId="377"/>
        </pc:sldMkLst>
      </pc:sldChg>
      <pc:sldChg chg="del">
        <pc:chgData name="Ivan Granja" userId="d0a12471-25a3-466a-a647-7cb796ed786c" providerId="ADAL" clId="{0FE8C234-B863-48AE-BAFA-B6A0C0457429}" dt="2021-09-09T09:06:57.970" v="83" actId="47"/>
        <pc:sldMkLst>
          <pc:docMk/>
          <pc:sldMk cId="1013968516" sldId="378"/>
        </pc:sldMkLst>
      </pc:sldChg>
      <pc:sldChg chg="addSp modSp mod modClrScheme chgLayout">
        <pc:chgData name="Ivan Granja" userId="d0a12471-25a3-466a-a647-7cb796ed786c" providerId="ADAL" clId="{0FE8C234-B863-48AE-BAFA-B6A0C0457429}" dt="2021-09-16T11:34:48.740" v="10682" actId="20577"/>
        <pc:sldMkLst>
          <pc:docMk/>
          <pc:sldMk cId="3547498289" sldId="379"/>
        </pc:sldMkLst>
        <pc:spChg chg="add mod">
          <ac:chgData name="Ivan Granja" userId="d0a12471-25a3-466a-a647-7cb796ed786c" providerId="ADAL" clId="{0FE8C234-B863-48AE-BAFA-B6A0C0457429}" dt="2021-09-16T11:34:48.740" v="10682" actId="20577"/>
          <ac:spMkLst>
            <pc:docMk/>
            <pc:sldMk cId="3547498289" sldId="379"/>
            <ac:spMk id="2" creationId="{3309E388-ED70-4039-A6DF-961E63F9B6A2}"/>
          </ac:spMkLst>
        </pc:spChg>
        <pc:spChg chg="add mod">
          <ac:chgData name="Ivan Granja" userId="d0a12471-25a3-466a-a647-7cb796ed786c" providerId="ADAL" clId="{0FE8C234-B863-48AE-BAFA-B6A0C0457429}" dt="2021-09-10T12:44:40.875" v="6338" actId="700"/>
          <ac:spMkLst>
            <pc:docMk/>
            <pc:sldMk cId="3547498289" sldId="379"/>
            <ac:spMk id="3" creationId="{9AD1DC25-2F66-4800-BC77-FEC7FEAF7728}"/>
          </ac:spMkLst>
        </pc:spChg>
      </pc:sldChg>
      <pc:sldChg chg="del">
        <pc:chgData name="Ivan Granja" userId="d0a12471-25a3-466a-a647-7cb796ed786c" providerId="ADAL" clId="{0FE8C234-B863-48AE-BAFA-B6A0C0457429}" dt="2021-09-09T09:06:58.239" v="84" actId="47"/>
        <pc:sldMkLst>
          <pc:docMk/>
          <pc:sldMk cId="3232100054" sldId="380"/>
        </pc:sldMkLst>
      </pc:sldChg>
      <pc:sldChg chg="del">
        <pc:chgData name="Ivan Granja" userId="d0a12471-25a3-466a-a647-7cb796ed786c" providerId="ADAL" clId="{0FE8C234-B863-48AE-BAFA-B6A0C0457429}" dt="2021-09-09T09:06:58.513" v="85" actId="47"/>
        <pc:sldMkLst>
          <pc:docMk/>
          <pc:sldMk cId="3579648448" sldId="381"/>
        </pc:sldMkLst>
      </pc:sldChg>
      <pc:sldChg chg="delSp add del mod">
        <pc:chgData name="Ivan Granja" userId="d0a12471-25a3-466a-a647-7cb796ed786c" providerId="ADAL" clId="{0FE8C234-B863-48AE-BAFA-B6A0C0457429}" dt="2021-09-10T12:44:29.316" v="6337" actId="47"/>
        <pc:sldMkLst>
          <pc:docMk/>
          <pc:sldMk cId="2775011683" sldId="382"/>
        </pc:sldMkLst>
        <pc:spChg chg="del">
          <ac:chgData name="Ivan Granja" userId="d0a12471-25a3-466a-a647-7cb796ed786c" providerId="ADAL" clId="{0FE8C234-B863-48AE-BAFA-B6A0C0457429}" dt="2021-09-09T10:45:06.768" v="5000" actId="478"/>
          <ac:spMkLst>
            <pc:docMk/>
            <pc:sldMk cId="2775011683" sldId="382"/>
            <ac:spMk id="2" creationId="{41B7F912-5114-4228-A481-9A3403F62E07}"/>
          </ac:spMkLst>
        </pc:spChg>
        <pc:spChg chg="del">
          <ac:chgData name="Ivan Granja" userId="d0a12471-25a3-466a-a647-7cb796ed786c" providerId="ADAL" clId="{0FE8C234-B863-48AE-BAFA-B6A0C0457429}" dt="2021-09-09T10:45:21.124" v="5002" actId="478"/>
          <ac:spMkLst>
            <pc:docMk/>
            <pc:sldMk cId="2775011683" sldId="382"/>
            <ac:spMk id="11" creationId="{59B17EAF-7D85-44AF-8331-C29E705DBEE3}"/>
          </ac:spMkLst>
        </pc:spChg>
        <pc:spChg chg="del">
          <ac:chgData name="Ivan Granja" userId="d0a12471-25a3-466a-a647-7cb796ed786c" providerId="ADAL" clId="{0FE8C234-B863-48AE-BAFA-B6A0C0457429}" dt="2021-09-09T10:45:28.037" v="5004" actId="478"/>
          <ac:spMkLst>
            <pc:docMk/>
            <pc:sldMk cId="2775011683" sldId="382"/>
            <ac:spMk id="12" creationId="{FE9CAE8B-D587-4005-977E-AFF5A4798A93}"/>
          </ac:spMkLst>
        </pc:spChg>
        <pc:spChg chg="del">
          <ac:chgData name="Ivan Granja" userId="d0a12471-25a3-466a-a647-7cb796ed786c" providerId="ADAL" clId="{0FE8C234-B863-48AE-BAFA-B6A0C0457429}" dt="2021-09-09T10:45:19.430" v="5001" actId="478"/>
          <ac:spMkLst>
            <pc:docMk/>
            <pc:sldMk cId="2775011683" sldId="382"/>
            <ac:spMk id="15" creationId="{44683A52-E109-479B-B607-2A3FA815D696}"/>
          </ac:spMkLst>
        </pc:spChg>
        <pc:picChg chg="del">
          <ac:chgData name="Ivan Granja" userId="d0a12471-25a3-466a-a647-7cb796ed786c" providerId="ADAL" clId="{0FE8C234-B863-48AE-BAFA-B6A0C0457429}" dt="2021-09-09T10:45:22.036" v="5003" actId="478"/>
          <ac:picMkLst>
            <pc:docMk/>
            <pc:sldMk cId="2775011683" sldId="382"/>
            <ac:picMk id="5" creationId="{BFA974D8-CCC5-4F8C-A561-2D06770F6B31}"/>
          </ac:picMkLst>
        </pc:picChg>
      </pc:sldChg>
      <pc:sldChg chg="add del">
        <pc:chgData name="Ivan Granja" userId="d0a12471-25a3-466a-a647-7cb796ed786c" providerId="ADAL" clId="{0FE8C234-B863-48AE-BAFA-B6A0C0457429}" dt="2021-09-09T10:46:06.430" v="5005" actId="47"/>
        <pc:sldMkLst>
          <pc:docMk/>
          <pc:sldMk cId="1149960185" sldId="383"/>
        </pc:sldMkLst>
      </pc:sldChg>
      <pc:sldChg chg="modSp new mod">
        <pc:chgData name="Ivan Granja" userId="d0a12471-25a3-466a-a647-7cb796ed786c" providerId="ADAL" clId="{0FE8C234-B863-48AE-BAFA-B6A0C0457429}" dt="2021-09-09T10:30:30.838" v="4119" actId="20577"/>
        <pc:sldMkLst>
          <pc:docMk/>
          <pc:sldMk cId="2310120202" sldId="384"/>
        </pc:sldMkLst>
        <pc:spChg chg="mod">
          <ac:chgData name="Ivan Granja" userId="d0a12471-25a3-466a-a647-7cb796ed786c" providerId="ADAL" clId="{0FE8C234-B863-48AE-BAFA-B6A0C0457429}" dt="2021-09-09T09:09:03.699" v="126" actId="20577"/>
          <ac:spMkLst>
            <pc:docMk/>
            <pc:sldMk cId="2310120202" sldId="384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10:30:30.838" v="4119" actId="20577"/>
          <ac:spMkLst>
            <pc:docMk/>
            <pc:sldMk cId="2310120202" sldId="384"/>
            <ac:spMk id="3" creationId="{9CB25DEC-E4D9-4939-9018-3304B2B968CB}"/>
          </ac:spMkLst>
        </pc:spChg>
      </pc:sldChg>
      <pc:sldChg chg="addSp delSp modSp add mod ord">
        <pc:chgData name="Ivan Granja" userId="d0a12471-25a3-466a-a647-7cb796ed786c" providerId="ADAL" clId="{0FE8C234-B863-48AE-BAFA-B6A0C0457429}" dt="2021-09-09T12:14:56.095" v="6335" actId="20577"/>
        <pc:sldMkLst>
          <pc:docMk/>
          <pc:sldMk cId="1989821524" sldId="385"/>
        </pc:sldMkLst>
        <pc:spChg chg="mod">
          <ac:chgData name="Ivan Granja" userId="d0a12471-25a3-466a-a647-7cb796ed786c" providerId="ADAL" clId="{0FE8C234-B863-48AE-BAFA-B6A0C0457429}" dt="2021-09-09T10:23:01.384" v="3273" actId="20577"/>
          <ac:spMkLst>
            <pc:docMk/>
            <pc:sldMk cId="1989821524" sldId="385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10:29:52.287" v="4104" actId="114"/>
          <ac:spMkLst>
            <pc:docMk/>
            <pc:sldMk cId="1989821524" sldId="385"/>
            <ac:spMk id="3" creationId="{9CB25DEC-E4D9-4939-9018-3304B2B968CB}"/>
          </ac:spMkLst>
        </pc:spChg>
        <pc:spChg chg="add del mod">
          <ac:chgData name="Ivan Granja" userId="d0a12471-25a3-466a-a647-7cb796ed786c" providerId="ADAL" clId="{0FE8C234-B863-48AE-BAFA-B6A0C0457429}" dt="2021-09-09T09:37:09.353" v="1622" actId="1076"/>
          <ac:spMkLst>
            <pc:docMk/>
            <pc:sldMk cId="1989821524" sldId="385"/>
            <ac:spMk id="5" creationId="{8FFD8933-5DC5-4D73-9FD7-10370B76102E}"/>
          </ac:spMkLst>
        </pc:spChg>
        <pc:spChg chg="add del mod">
          <ac:chgData name="Ivan Granja" userId="d0a12471-25a3-466a-a647-7cb796ed786c" providerId="ADAL" clId="{0FE8C234-B863-48AE-BAFA-B6A0C0457429}" dt="2021-09-09T09:37:12.104" v="1628"/>
          <ac:spMkLst>
            <pc:docMk/>
            <pc:sldMk cId="1989821524" sldId="385"/>
            <ac:spMk id="6" creationId="{748D256A-18CA-47DF-A64E-395325B942B7}"/>
          </ac:spMkLst>
        </pc:spChg>
        <pc:spChg chg="add mod">
          <ac:chgData name="Ivan Granja" userId="d0a12471-25a3-466a-a647-7cb796ed786c" providerId="ADAL" clId="{0FE8C234-B863-48AE-BAFA-B6A0C0457429}" dt="2021-09-09T09:37:51.868" v="1647" actId="14100"/>
          <ac:spMkLst>
            <pc:docMk/>
            <pc:sldMk cId="1989821524" sldId="385"/>
            <ac:spMk id="7" creationId="{84B425B3-84A4-4861-B0DA-6C1FA6EB0EC5}"/>
          </ac:spMkLst>
        </pc:spChg>
        <pc:spChg chg="add mod">
          <ac:chgData name="Ivan Granja" userId="d0a12471-25a3-466a-a647-7cb796ed786c" providerId="ADAL" clId="{0FE8C234-B863-48AE-BAFA-B6A0C0457429}" dt="2021-09-09T12:14:56.095" v="6335" actId="20577"/>
          <ac:spMkLst>
            <pc:docMk/>
            <pc:sldMk cId="1989821524" sldId="385"/>
            <ac:spMk id="8" creationId="{54B6AF71-7699-4FB1-9877-F5962C86953A}"/>
          </ac:spMkLst>
        </pc:spChg>
        <pc:picChg chg="add mod">
          <ac:chgData name="Ivan Granja" userId="d0a12471-25a3-466a-a647-7cb796ed786c" providerId="ADAL" clId="{0FE8C234-B863-48AE-BAFA-B6A0C0457429}" dt="2021-09-09T09:35:16.166" v="1584" actId="1076"/>
          <ac:picMkLst>
            <pc:docMk/>
            <pc:sldMk cId="1989821524" sldId="385"/>
            <ac:picMk id="4" creationId="{CB13CCE4-7528-40B3-AD20-4C1E6B93C17D}"/>
          </ac:picMkLst>
        </pc:picChg>
      </pc:sldChg>
      <pc:sldChg chg="addSp modSp add del mod">
        <pc:chgData name="Ivan Granja" userId="d0a12471-25a3-466a-a647-7cb796ed786c" providerId="ADAL" clId="{0FE8C234-B863-48AE-BAFA-B6A0C0457429}" dt="2021-09-09T10:21:47.360" v="3231" actId="47"/>
        <pc:sldMkLst>
          <pc:docMk/>
          <pc:sldMk cId="414997249" sldId="386"/>
        </pc:sldMkLst>
        <pc:spChg chg="mod">
          <ac:chgData name="Ivan Granja" userId="d0a12471-25a3-466a-a647-7cb796ed786c" providerId="ADAL" clId="{0FE8C234-B863-48AE-BAFA-B6A0C0457429}" dt="2021-09-09T09:39:01.196" v="1676"/>
          <ac:spMkLst>
            <pc:docMk/>
            <pc:sldMk cId="414997249" sldId="386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09:56:13.781" v="3000" actId="21"/>
          <ac:spMkLst>
            <pc:docMk/>
            <pc:sldMk cId="414997249" sldId="386"/>
            <ac:spMk id="3" creationId="{9CB25DEC-E4D9-4939-9018-3304B2B968CB}"/>
          </ac:spMkLst>
        </pc:spChg>
        <pc:picChg chg="add mod">
          <ac:chgData name="Ivan Granja" userId="d0a12471-25a3-466a-a647-7cb796ed786c" providerId="ADAL" clId="{0FE8C234-B863-48AE-BAFA-B6A0C0457429}" dt="2021-09-09T09:54:47.989" v="2981" actId="1076"/>
          <ac:picMkLst>
            <pc:docMk/>
            <pc:sldMk cId="414997249" sldId="386"/>
            <ac:picMk id="5" creationId="{2CD0B846-83C1-4F31-924C-A3CCB8330D81}"/>
          </ac:picMkLst>
        </pc:picChg>
        <pc:picChg chg="add mod">
          <ac:chgData name="Ivan Granja" userId="d0a12471-25a3-466a-a647-7cb796ed786c" providerId="ADAL" clId="{0FE8C234-B863-48AE-BAFA-B6A0C0457429}" dt="2021-09-09T09:55:25.100" v="2983" actId="1076"/>
          <ac:picMkLst>
            <pc:docMk/>
            <pc:sldMk cId="414997249" sldId="386"/>
            <ac:picMk id="7" creationId="{F9CC6556-F26C-486B-B79D-28ADF9BF055F}"/>
          </ac:picMkLst>
        </pc:picChg>
      </pc:sldChg>
      <pc:sldChg chg="addSp modSp add mod">
        <pc:chgData name="Ivan Granja" userId="d0a12471-25a3-466a-a647-7cb796ed786c" providerId="ADAL" clId="{0FE8C234-B863-48AE-BAFA-B6A0C0457429}" dt="2021-09-09T10:23:06.501" v="3277" actId="20577"/>
        <pc:sldMkLst>
          <pc:docMk/>
          <pc:sldMk cId="621214873" sldId="387"/>
        </pc:sldMkLst>
        <pc:spChg chg="mod">
          <ac:chgData name="Ivan Granja" userId="d0a12471-25a3-466a-a647-7cb796ed786c" providerId="ADAL" clId="{0FE8C234-B863-48AE-BAFA-B6A0C0457429}" dt="2021-09-09T10:23:06.501" v="3277" actId="20577"/>
          <ac:spMkLst>
            <pc:docMk/>
            <pc:sldMk cId="621214873" sldId="387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10:02:52.969" v="3115" actId="20577"/>
          <ac:spMkLst>
            <pc:docMk/>
            <pc:sldMk cId="621214873" sldId="387"/>
            <ac:spMk id="3" creationId="{9CB25DEC-E4D9-4939-9018-3304B2B968CB}"/>
          </ac:spMkLst>
        </pc:spChg>
        <pc:picChg chg="add mod ord">
          <ac:chgData name="Ivan Granja" userId="d0a12471-25a3-466a-a647-7cb796ed786c" providerId="ADAL" clId="{0FE8C234-B863-48AE-BAFA-B6A0C0457429}" dt="2021-09-09T10:03:49.567" v="3119" actId="167"/>
          <ac:picMkLst>
            <pc:docMk/>
            <pc:sldMk cId="621214873" sldId="387"/>
            <ac:picMk id="5" creationId="{4F925943-5163-4B10-82C0-50D0E51956F2}"/>
          </ac:picMkLst>
        </pc:picChg>
      </pc:sldChg>
      <pc:sldChg chg="addSp delSp modSp add mod">
        <pc:chgData name="Ivan Granja" userId="d0a12471-25a3-466a-a647-7cb796ed786c" providerId="ADAL" clId="{0FE8C234-B863-48AE-BAFA-B6A0C0457429}" dt="2021-09-09T10:23:03.568" v="3275" actId="20577"/>
        <pc:sldMkLst>
          <pc:docMk/>
          <pc:sldMk cId="628800643" sldId="388"/>
        </pc:sldMkLst>
        <pc:spChg chg="mod">
          <ac:chgData name="Ivan Granja" userId="d0a12471-25a3-466a-a647-7cb796ed786c" providerId="ADAL" clId="{0FE8C234-B863-48AE-BAFA-B6A0C0457429}" dt="2021-09-09T10:23:03.568" v="3275" actId="20577"/>
          <ac:spMkLst>
            <pc:docMk/>
            <pc:sldMk cId="628800643" sldId="388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09:55:43.832" v="2986" actId="14100"/>
          <ac:spMkLst>
            <pc:docMk/>
            <pc:sldMk cId="628800643" sldId="388"/>
            <ac:spMk id="3" creationId="{9CB25DEC-E4D9-4939-9018-3304B2B968CB}"/>
          </ac:spMkLst>
        </pc:spChg>
        <pc:spChg chg="add mod">
          <ac:chgData name="Ivan Granja" userId="d0a12471-25a3-466a-a647-7cb796ed786c" providerId="ADAL" clId="{0FE8C234-B863-48AE-BAFA-B6A0C0457429}" dt="2021-09-09T09:56:27.186" v="3005" actId="14100"/>
          <ac:spMkLst>
            <pc:docMk/>
            <pc:sldMk cId="628800643" sldId="388"/>
            <ac:spMk id="6" creationId="{FC840469-46B0-43B8-88D4-F710B6CCDE77}"/>
          </ac:spMkLst>
        </pc:spChg>
        <pc:spChg chg="mod">
          <ac:chgData name="Ivan Granja" userId="d0a12471-25a3-466a-a647-7cb796ed786c" providerId="ADAL" clId="{0FE8C234-B863-48AE-BAFA-B6A0C0457429}" dt="2021-09-09T09:59:13.404" v="3023"/>
          <ac:spMkLst>
            <pc:docMk/>
            <pc:sldMk cId="628800643" sldId="388"/>
            <ac:spMk id="14" creationId="{80949273-1B62-4323-A069-06B9D187D092}"/>
          </ac:spMkLst>
        </pc:spChg>
        <pc:spChg chg="mod">
          <ac:chgData name="Ivan Granja" userId="d0a12471-25a3-466a-a647-7cb796ed786c" providerId="ADAL" clId="{0FE8C234-B863-48AE-BAFA-B6A0C0457429}" dt="2021-09-09T09:59:13.404" v="3023"/>
          <ac:spMkLst>
            <pc:docMk/>
            <pc:sldMk cId="628800643" sldId="388"/>
            <ac:spMk id="15" creationId="{190C4984-5A0C-41C1-B2C4-3A8E00134300}"/>
          </ac:spMkLst>
        </pc:spChg>
        <pc:grpChg chg="add del mod">
          <ac:chgData name="Ivan Granja" userId="d0a12471-25a3-466a-a647-7cb796ed786c" providerId="ADAL" clId="{0FE8C234-B863-48AE-BAFA-B6A0C0457429}" dt="2021-09-09T09:59:31.506" v="3032"/>
          <ac:grpSpMkLst>
            <pc:docMk/>
            <pc:sldMk cId="628800643" sldId="388"/>
            <ac:grpSpMk id="11" creationId="{1AFC4B82-203C-40E8-ABA3-7ADD53A1657A}"/>
          </ac:grpSpMkLst>
        </pc:grpChg>
        <pc:picChg chg="del mod">
          <ac:chgData name="Ivan Granja" userId="d0a12471-25a3-466a-a647-7cb796ed786c" providerId="ADAL" clId="{0FE8C234-B863-48AE-BAFA-B6A0C0457429}" dt="2021-09-09T09:58:02.915" v="3015" actId="478"/>
          <ac:picMkLst>
            <pc:docMk/>
            <pc:sldMk cId="628800643" sldId="388"/>
            <ac:picMk id="5" creationId="{2CD0B846-83C1-4F31-924C-A3CCB8330D81}"/>
          </ac:picMkLst>
        </pc:picChg>
        <pc:picChg chg="del mod">
          <ac:chgData name="Ivan Granja" userId="d0a12471-25a3-466a-a647-7cb796ed786c" providerId="ADAL" clId="{0FE8C234-B863-48AE-BAFA-B6A0C0457429}" dt="2021-09-09T09:57:51.600" v="3010" actId="478"/>
          <ac:picMkLst>
            <pc:docMk/>
            <pc:sldMk cId="628800643" sldId="388"/>
            <ac:picMk id="7" creationId="{F9CC6556-F26C-486B-B79D-28ADF9BF055F}"/>
          </ac:picMkLst>
        </pc:picChg>
        <pc:picChg chg="add mod">
          <ac:chgData name="Ivan Granja" userId="d0a12471-25a3-466a-a647-7cb796ed786c" providerId="ADAL" clId="{0FE8C234-B863-48AE-BAFA-B6A0C0457429}" dt="2021-09-09T10:00:20.274" v="3039" actId="1076"/>
          <ac:picMkLst>
            <pc:docMk/>
            <pc:sldMk cId="628800643" sldId="388"/>
            <ac:picMk id="8" creationId="{2067102F-0748-4E62-863B-DC021A6CCC96}"/>
          </ac:picMkLst>
        </pc:picChg>
        <pc:picChg chg="add mod">
          <ac:chgData name="Ivan Granja" userId="d0a12471-25a3-466a-a647-7cb796ed786c" providerId="ADAL" clId="{0FE8C234-B863-48AE-BAFA-B6A0C0457429}" dt="2021-09-09T10:00:22.116" v="3040" actId="1076"/>
          <ac:picMkLst>
            <pc:docMk/>
            <pc:sldMk cId="628800643" sldId="388"/>
            <ac:picMk id="10" creationId="{C3617D15-6B58-4685-BAF1-3EBA396A88A7}"/>
          </ac:picMkLst>
        </pc:picChg>
        <pc:picChg chg="mod">
          <ac:chgData name="Ivan Granja" userId="d0a12471-25a3-466a-a647-7cb796ed786c" providerId="ADAL" clId="{0FE8C234-B863-48AE-BAFA-B6A0C0457429}" dt="2021-09-09T09:59:13.404" v="3023"/>
          <ac:picMkLst>
            <pc:docMk/>
            <pc:sldMk cId="628800643" sldId="388"/>
            <ac:picMk id="12" creationId="{7373E6AC-9040-41FB-BAF1-4463E5F7266F}"/>
          </ac:picMkLst>
        </pc:picChg>
        <pc:picChg chg="add del mod">
          <ac:chgData name="Ivan Granja" userId="d0a12471-25a3-466a-a647-7cb796ed786c" providerId="ADAL" clId="{0FE8C234-B863-48AE-BAFA-B6A0C0457429}" dt="2021-09-09T10:00:11.779" v="3037" actId="478"/>
          <ac:picMkLst>
            <pc:docMk/>
            <pc:sldMk cId="628800643" sldId="388"/>
            <ac:picMk id="17" creationId="{00496425-7B5D-4937-8BE6-1AE360A1D49E}"/>
          </ac:picMkLst>
        </pc:picChg>
        <pc:cxnChg chg="mod">
          <ac:chgData name="Ivan Granja" userId="d0a12471-25a3-466a-a647-7cb796ed786c" providerId="ADAL" clId="{0FE8C234-B863-48AE-BAFA-B6A0C0457429}" dt="2021-09-09T09:59:13.404" v="3023"/>
          <ac:cxnSpMkLst>
            <pc:docMk/>
            <pc:sldMk cId="628800643" sldId="388"/>
            <ac:cxnSpMk id="13" creationId="{9DD2E996-6FFA-4C71-BEF6-03C543682946}"/>
          </ac:cxnSpMkLst>
        </pc:cxnChg>
      </pc:sldChg>
      <pc:sldChg chg="addSp delSp modSp new mod">
        <pc:chgData name="Ivan Granja" userId="d0a12471-25a3-466a-a647-7cb796ed786c" providerId="ADAL" clId="{0FE8C234-B863-48AE-BAFA-B6A0C0457429}" dt="2021-09-09T10:28:22.846" v="3957" actId="20577"/>
        <pc:sldMkLst>
          <pc:docMk/>
          <pc:sldMk cId="202291066" sldId="389"/>
        </pc:sldMkLst>
        <pc:spChg chg="mod">
          <ac:chgData name="Ivan Granja" userId="d0a12471-25a3-466a-a647-7cb796ed786c" providerId="ADAL" clId="{0FE8C234-B863-48AE-BAFA-B6A0C0457429}" dt="2021-09-09T10:28:22.846" v="3957" actId="20577"/>
          <ac:spMkLst>
            <pc:docMk/>
            <pc:sldMk cId="202291066" sldId="389"/>
            <ac:spMk id="2" creationId="{5B73ED86-A1DE-490D-8BF6-69169F4AC766}"/>
          </ac:spMkLst>
        </pc:spChg>
        <pc:spChg chg="del">
          <ac:chgData name="Ivan Granja" userId="d0a12471-25a3-466a-a647-7cb796ed786c" providerId="ADAL" clId="{0FE8C234-B863-48AE-BAFA-B6A0C0457429}" dt="2021-09-09T10:06:02.257" v="3158" actId="478"/>
          <ac:spMkLst>
            <pc:docMk/>
            <pc:sldMk cId="202291066" sldId="389"/>
            <ac:spMk id="3" creationId="{9667E865-33F1-4A19-BA81-9A7DE5C6493B}"/>
          </ac:spMkLst>
        </pc:spChg>
        <pc:spChg chg="add mod">
          <ac:chgData name="Ivan Granja" userId="d0a12471-25a3-466a-a647-7cb796ed786c" providerId="ADAL" clId="{0FE8C234-B863-48AE-BAFA-B6A0C0457429}" dt="2021-09-09T10:12:55.895" v="3227" actId="20577"/>
          <ac:spMkLst>
            <pc:docMk/>
            <pc:sldMk cId="202291066" sldId="389"/>
            <ac:spMk id="11" creationId="{B997130E-BD29-49DD-97C5-7B036DBF5C29}"/>
          </ac:spMkLst>
        </pc:spChg>
        <pc:grpChg chg="add mod">
          <ac:chgData name="Ivan Granja" userId="d0a12471-25a3-466a-a647-7cb796ed786c" providerId="ADAL" clId="{0FE8C234-B863-48AE-BAFA-B6A0C0457429}" dt="2021-09-09T10:11:54.876" v="3219" actId="164"/>
          <ac:grpSpMkLst>
            <pc:docMk/>
            <pc:sldMk cId="202291066" sldId="389"/>
            <ac:grpSpMk id="12" creationId="{27C81C73-1A46-4062-893E-2BC8943F0F36}"/>
          </ac:grpSpMkLst>
        </pc:grpChg>
        <pc:picChg chg="add del mod">
          <ac:chgData name="Ivan Granja" userId="d0a12471-25a3-466a-a647-7cb796ed786c" providerId="ADAL" clId="{0FE8C234-B863-48AE-BAFA-B6A0C0457429}" dt="2021-09-09T10:06:13.249" v="3161" actId="478"/>
          <ac:picMkLst>
            <pc:docMk/>
            <pc:sldMk cId="202291066" sldId="389"/>
            <ac:picMk id="5" creationId="{0404424F-CC3D-4B9B-A6C8-24213D7FB42F}"/>
          </ac:picMkLst>
        </pc:picChg>
        <pc:picChg chg="add mod">
          <ac:chgData name="Ivan Granja" userId="d0a12471-25a3-466a-a647-7cb796ed786c" providerId="ADAL" clId="{0FE8C234-B863-48AE-BAFA-B6A0C0457429}" dt="2021-09-09T10:07:01.757" v="3166" actId="1076"/>
          <ac:picMkLst>
            <pc:docMk/>
            <pc:sldMk cId="202291066" sldId="389"/>
            <ac:picMk id="7" creationId="{255A1484-9D54-427F-9E96-AFB8853869CB}"/>
          </ac:picMkLst>
        </pc:picChg>
        <pc:picChg chg="add mod">
          <ac:chgData name="Ivan Granja" userId="d0a12471-25a3-466a-a647-7cb796ed786c" providerId="ADAL" clId="{0FE8C234-B863-48AE-BAFA-B6A0C0457429}" dt="2021-09-09T10:09:20.632" v="3169" actId="14100"/>
          <ac:picMkLst>
            <pc:docMk/>
            <pc:sldMk cId="202291066" sldId="389"/>
            <ac:picMk id="9" creationId="{885C1FF9-5BEE-4460-8C3C-A41848895695}"/>
          </ac:picMkLst>
        </pc:picChg>
        <pc:picChg chg="add mod">
          <ac:chgData name="Ivan Granja" userId="d0a12471-25a3-466a-a647-7cb796ed786c" providerId="ADAL" clId="{0FE8C234-B863-48AE-BAFA-B6A0C0457429}" dt="2021-09-09T10:11:54.876" v="3219" actId="164"/>
          <ac:picMkLst>
            <pc:docMk/>
            <pc:sldMk cId="202291066" sldId="389"/>
            <ac:picMk id="10" creationId="{E82AC77B-E4C8-4A1C-8B45-1881457F8025}"/>
          </ac:picMkLst>
        </pc:picChg>
      </pc:sldChg>
      <pc:sldChg chg="modSp add mod">
        <pc:chgData name="Ivan Granja" userId="d0a12471-25a3-466a-a647-7cb796ed786c" providerId="ADAL" clId="{0FE8C234-B863-48AE-BAFA-B6A0C0457429}" dt="2021-09-09T10:30:25.184" v="4114" actId="20577"/>
        <pc:sldMkLst>
          <pc:docMk/>
          <pc:sldMk cId="1502253622" sldId="390"/>
        </pc:sldMkLst>
        <pc:spChg chg="mod">
          <ac:chgData name="Ivan Granja" userId="d0a12471-25a3-466a-a647-7cb796ed786c" providerId="ADAL" clId="{0FE8C234-B863-48AE-BAFA-B6A0C0457429}" dt="2021-09-09T10:30:21.013" v="4109" actId="20577"/>
          <ac:spMkLst>
            <pc:docMk/>
            <pc:sldMk cId="1502253622" sldId="390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10:30:25.184" v="4114" actId="20577"/>
          <ac:spMkLst>
            <pc:docMk/>
            <pc:sldMk cId="1502253622" sldId="390"/>
            <ac:spMk id="3" creationId="{9CB25DEC-E4D9-4939-9018-3304B2B968CB}"/>
          </ac:spMkLst>
        </pc:spChg>
        <pc:spChg chg="mod">
          <ac:chgData name="Ivan Granja" userId="d0a12471-25a3-466a-a647-7cb796ed786c" providerId="ADAL" clId="{0FE8C234-B863-48AE-BAFA-B6A0C0457429}" dt="2021-09-09T10:29:06.006" v="4043" actId="20577"/>
          <ac:spMkLst>
            <pc:docMk/>
            <pc:sldMk cId="1502253622" sldId="390"/>
            <ac:spMk id="8" creationId="{54B6AF71-7699-4FB1-9877-F5962C86953A}"/>
          </ac:spMkLst>
        </pc:spChg>
      </pc:sldChg>
      <pc:sldChg chg="addSp delSp modSp mod">
        <pc:chgData name="Ivan Granja" userId="d0a12471-25a3-466a-a647-7cb796ed786c" providerId="ADAL" clId="{0FE8C234-B863-48AE-BAFA-B6A0C0457429}" dt="2021-09-09T10:41:22.679" v="4958" actId="20577"/>
        <pc:sldMkLst>
          <pc:docMk/>
          <pc:sldMk cId="159732590" sldId="391"/>
        </pc:sldMkLst>
        <pc:spChg chg="mod">
          <ac:chgData name="Ivan Granja" userId="d0a12471-25a3-466a-a647-7cb796ed786c" providerId="ADAL" clId="{0FE8C234-B863-48AE-BAFA-B6A0C0457429}" dt="2021-09-09T10:31:02.083" v="4134" actId="20577"/>
          <ac:spMkLst>
            <pc:docMk/>
            <pc:sldMk cId="159732590" sldId="391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10:41:01.799" v="4951" actId="20577"/>
          <ac:spMkLst>
            <pc:docMk/>
            <pc:sldMk cId="159732590" sldId="391"/>
            <ac:spMk id="3" creationId="{9CB25DEC-E4D9-4939-9018-3304B2B968CB}"/>
          </ac:spMkLst>
        </pc:spChg>
        <pc:spChg chg="mod">
          <ac:chgData name="Ivan Granja" userId="d0a12471-25a3-466a-a647-7cb796ed786c" providerId="ADAL" clId="{0FE8C234-B863-48AE-BAFA-B6A0C0457429}" dt="2021-09-09T10:41:22.679" v="4958" actId="20577"/>
          <ac:spMkLst>
            <pc:docMk/>
            <pc:sldMk cId="159732590" sldId="391"/>
            <ac:spMk id="6" creationId="{FC840469-46B0-43B8-88D4-F710B6CCDE77}"/>
          </ac:spMkLst>
        </pc:spChg>
        <pc:picChg chg="add mod">
          <ac:chgData name="Ivan Granja" userId="d0a12471-25a3-466a-a647-7cb796ed786c" providerId="ADAL" clId="{0FE8C234-B863-48AE-BAFA-B6A0C0457429}" dt="2021-09-09T10:40:22.507" v="4919" actId="1076"/>
          <ac:picMkLst>
            <pc:docMk/>
            <pc:sldMk cId="159732590" sldId="391"/>
            <ac:picMk id="5" creationId="{6F8B7C5D-EA93-4746-A65C-4E288C5AF4D7}"/>
          </ac:picMkLst>
        </pc:picChg>
        <pc:picChg chg="del">
          <ac:chgData name="Ivan Granja" userId="d0a12471-25a3-466a-a647-7cb796ed786c" providerId="ADAL" clId="{0FE8C234-B863-48AE-BAFA-B6A0C0457429}" dt="2021-09-09T10:36:55.480" v="4880" actId="478"/>
          <ac:picMkLst>
            <pc:docMk/>
            <pc:sldMk cId="159732590" sldId="391"/>
            <ac:picMk id="8" creationId="{2067102F-0748-4E62-863B-DC021A6CCC96}"/>
          </ac:picMkLst>
        </pc:picChg>
        <pc:picChg chg="del">
          <ac:chgData name="Ivan Granja" userId="d0a12471-25a3-466a-a647-7cb796ed786c" providerId="ADAL" clId="{0FE8C234-B863-48AE-BAFA-B6A0C0457429}" dt="2021-09-09T10:36:54.272" v="4879" actId="478"/>
          <ac:picMkLst>
            <pc:docMk/>
            <pc:sldMk cId="159732590" sldId="391"/>
            <ac:picMk id="10" creationId="{C3617D15-6B58-4685-BAF1-3EBA396A88A7}"/>
          </ac:picMkLst>
        </pc:picChg>
      </pc:sldChg>
      <pc:sldChg chg="addSp delSp modSp mod">
        <pc:chgData name="Ivan Granja" userId="d0a12471-25a3-466a-a647-7cb796ed786c" providerId="ADAL" clId="{0FE8C234-B863-48AE-BAFA-B6A0C0457429}" dt="2021-09-09T10:44:40.661" v="4999" actId="1076"/>
        <pc:sldMkLst>
          <pc:docMk/>
          <pc:sldMk cId="232582499" sldId="392"/>
        </pc:sldMkLst>
        <pc:spChg chg="mod">
          <ac:chgData name="Ivan Granja" userId="d0a12471-25a3-466a-a647-7cb796ed786c" providerId="ADAL" clId="{0FE8C234-B863-48AE-BAFA-B6A0C0457429}" dt="2021-09-09T10:41:52.758" v="4972" actId="20577"/>
          <ac:spMkLst>
            <pc:docMk/>
            <pc:sldMk cId="232582499" sldId="392"/>
            <ac:spMk id="2" creationId="{5B73ED86-A1DE-490D-8BF6-69169F4AC766}"/>
          </ac:spMkLst>
        </pc:spChg>
        <pc:grpChg chg="del mod">
          <ac:chgData name="Ivan Granja" userId="d0a12471-25a3-466a-a647-7cb796ed786c" providerId="ADAL" clId="{0FE8C234-B863-48AE-BAFA-B6A0C0457429}" dt="2021-09-09T10:43:07.836" v="4983" actId="478"/>
          <ac:grpSpMkLst>
            <pc:docMk/>
            <pc:sldMk cId="232582499" sldId="392"/>
            <ac:grpSpMk id="12" creationId="{27C81C73-1A46-4062-893E-2BC8943F0F36}"/>
          </ac:grpSpMkLst>
        </pc:grpChg>
        <pc:picChg chg="add del mod">
          <ac:chgData name="Ivan Granja" userId="d0a12471-25a3-466a-a647-7cb796ed786c" providerId="ADAL" clId="{0FE8C234-B863-48AE-BAFA-B6A0C0457429}" dt="2021-09-09T10:43:46.928" v="4992" actId="478"/>
          <ac:picMkLst>
            <pc:docMk/>
            <pc:sldMk cId="232582499" sldId="392"/>
            <ac:picMk id="4" creationId="{C59C405D-249D-416D-968D-DE079EC544C3}"/>
          </ac:picMkLst>
        </pc:picChg>
        <pc:picChg chg="add mod">
          <ac:chgData name="Ivan Granja" userId="d0a12471-25a3-466a-a647-7cb796ed786c" providerId="ADAL" clId="{0FE8C234-B863-48AE-BAFA-B6A0C0457429}" dt="2021-09-09T10:44:40.661" v="4999" actId="1076"/>
          <ac:picMkLst>
            <pc:docMk/>
            <pc:sldMk cId="232582499" sldId="392"/>
            <ac:picMk id="6" creationId="{9B73429F-F9E3-4666-85A6-E488F2A4716F}"/>
          </ac:picMkLst>
        </pc:picChg>
        <pc:picChg chg="del">
          <ac:chgData name="Ivan Granja" userId="d0a12471-25a3-466a-a647-7cb796ed786c" providerId="ADAL" clId="{0FE8C234-B863-48AE-BAFA-B6A0C0457429}" dt="2021-09-09T10:41:56.391" v="4974" actId="478"/>
          <ac:picMkLst>
            <pc:docMk/>
            <pc:sldMk cId="232582499" sldId="392"/>
            <ac:picMk id="7" creationId="{255A1484-9D54-427F-9E96-AFB8853869CB}"/>
          </ac:picMkLst>
        </pc:picChg>
        <pc:picChg chg="del">
          <ac:chgData name="Ivan Granja" userId="d0a12471-25a3-466a-a647-7cb796ed786c" providerId="ADAL" clId="{0FE8C234-B863-48AE-BAFA-B6A0C0457429}" dt="2021-09-09T10:41:55.260" v="4973" actId="478"/>
          <ac:picMkLst>
            <pc:docMk/>
            <pc:sldMk cId="232582499" sldId="392"/>
            <ac:picMk id="9" creationId="{885C1FF9-5BEE-4460-8C3C-A41848895695}"/>
          </ac:picMkLst>
        </pc:picChg>
        <pc:picChg chg="add mod">
          <ac:chgData name="Ivan Granja" userId="d0a12471-25a3-466a-a647-7cb796ed786c" providerId="ADAL" clId="{0FE8C234-B863-48AE-BAFA-B6A0C0457429}" dt="2021-09-09T10:44:29.256" v="4995" actId="1076"/>
          <ac:picMkLst>
            <pc:docMk/>
            <pc:sldMk cId="232582499" sldId="392"/>
            <ac:picMk id="13" creationId="{54D85646-B07E-41CE-AD9D-186758BEEB68}"/>
          </ac:picMkLst>
        </pc:picChg>
      </pc:sldChg>
      <pc:sldChg chg="delSp modSp add mod">
        <pc:chgData name="Ivan Granja" userId="d0a12471-25a3-466a-a647-7cb796ed786c" providerId="ADAL" clId="{0FE8C234-B863-48AE-BAFA-B6A0C0457429}" dt="2021-09-09T10:53:02.890" v="5828" actId="20577"/>
        <pc:sldMkLst>
          <pc:docMk/>
          <pc:sldMk cId="917471742" sldId="393"/>
        </pc:sldMkLst>
        <pc:spChg chg="mod">
          <ac:chgData name="Ivan Granja" userId="d0a12471-25a3-466a-a647-7cb796ed786c" providerId="ADAL" clId="{0FE8C234-B863-48AE-BAFA-B6A0C0457429}" dt="2021-09-09T10:47:16.941" v="5041" actId="20577"/>
          <ac:spMkLst>
            <pc:docMk/>
            <pc:sldMk cId="917471742" sldId="393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09T10:53:02.890" v="5828" actId="20577"/>
          <ac:spMkLst>
            <pc:docMk/>
            <pc:sldMk cId="917471742" sldId="393"/>
            <ac:spMk id="3" creationId="{9CB25DEC-E4D9-4939-9018-3304B2B968CB}"/>
          </ac:spMkLst>
        </pc:spChg>
        <pc:spChg chg="del">
          <ac:chgData name="Ivan Granja" userId="d0a12471-25a3-466a-a647-7cb796ed786c" providerId="ADAL" clId="{0FE8C234-B863-48AE-BAFA-B6A0C0457429}" dt="2021-09-09T10:50:47.562" v="5501" actId="478"/>
          <ac:spMkLst>
            <pc:docMk/>
            <pc:sldMk cId="917471742" sldId="393"/>
            <ac:spMk id="7" creationId="{84B425B3-84A4-4861-B0DA-6C1FA6EB0EC5}"/>
          </ac:spMkLst>
        </pc:spChg>
        <pc:spChg chg="del">
          <ac:chgData name="Ivan Granja" userId="d0a12471-25a3-466a-a647-7cb796ed786c" providerId="ADAL" clId="{0FE8C234-B863-48AE-BAFA-B6A0C0457429}" dt="2021-09-09T10:46:48.156" v="5019" actId="478"/>
          <ac:spMkLst>
            <pc:docMk/>
            <pc:sldMk cId="917471742" sldId="393"/>
            <ac:spMk id="8" creationId="{54B6AF71-7699-4FB1-9877-F5962C86953A}"/>
          </ac:spMkLst>
        </pc:spChg>
        <pc:picChg chg="del">
          <ac:chgData name="Ivan Granja" userId="d0a12471-25a3-466a-a647-7cb796ed786c" providerId="ADAL" clId="{0FE8C234-B863-48AE-BAFA-B6A0C0457429}" dt="2021-09-09T10:46:42.200" v="5016" actId="478"/>
          <ac:picMkLst>
            <pc:docMk/>
            <pc:sldMk cId="917471742" sldId="393"/>
            <ac:picMk id="4" creationId="{CB13CCE4-7528-40B3-AD20-4C1E6B93C17D}"/>
          </ac:picMkLst>
        </pc:picChg>
      </pc:sldChg>
      <pc:sldChg chg="addSp delSp modSp add mod">
        <pc:chgData name="Ivan Granja" userId="d0a12471-25a3-466a-a647-7cb796ed786c" providerId="ADAL" clId="{0FE8C234-B863-48AE-BAFA-B6A0C0457429}" dt="2021-09-16T11:22:22.203" v="10680" actId="20577"/>
        <pc:sldMkLst>
          <pc:docMk/>
          <pc:sldMk cId="228367304" sldId="394"/>
        </pc:sldMkLst>
        <pc:spChg chg="mod">
          <ac:chgData name="Ivan Granja" userId="d0a12471-25a3-466a-a647-7cb796ed786c" providerId="ADAL" clId="{0FE8C234-B863-48AE-BAFA-B6A0C0457429}" dt="2021-09-09T10:53:09.504" v="5842" actId="20577"/>
          <ac:spMkLst>
            <pc:docMk/>
            <pc:sldMk cId="228367304" sldId="394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16T11:22:22.203" v="10680" actId="20577"/>
          <ac:spMkLst>
            <pc:docMk/>
            <pc:sldMk cId="228367304" sldId="394"/>
            <ac:spMk id="3" creationId="{9CB25DEC-E4D9-4939-9018-3304B2B968CB}"/>
          </ac:spMkLst>
        </pc:spChg>
        <pc:spChg chg="mod">
          <ac:chgData name="Ivan Granja" userId="d0a12471-25a3-466a-a647-7cb796ed786c" providerId="ADAL" clId="{0FE8C234-B863-48AE-BAFA-B6A0C0457429}" dt="2021-09-09T10:55:53.444" v="6020" actId="6549"/>
          <ac:spMkLst>
            <pc:docMk/>
            <pc:sldMk cId="228367304" sldId="394"/>
            <ac:spMk id="6" creationId="{FC840469-46B0-43B8-88D4-F710B6CCDE77}"/>
          </ac:spMkLst>
        </pc:spChg>
        <pc:picChg chg="add mod">
          <ac:chgData name="Ivan Granja" userId="d0a12471-25a3-466a-a647-7cb796ed786c" providerId="ADAL" clId="{0FE8C234-B863-48AE-BAFA-B6A0C0457429}" dt="2021-09-09T10:57:35.500" v="6334" actId="14100"/>
          <ac:picMkLst>
            <pc:docMk/>
            <pc:sldMk cId="228367304" sldId="394"/>
            <ac:picMk id="5" creationId="{4677F6C4-B471-4FA1-B661-040E5977BC26}"/>
          </ac:picMkLst>
        </pc:picChg>
        <pc:picChg chg="del">
          <ac:chgData name="Ivan Granja" userId="d0a12471-25a3-466a-a647-7cb796ed786c" providerId="ADAL" clId="{0FE8C234-B863-48AE-BAFA-B6A0C0457429}" dt="2021-09-09T10:53:32.743" v="5880" actId="478"/>
          <ac:picMkLst>
            <pc:docMk/>
            <pc:sldMk cId="228367304" sldId="394"/>
            <ac:picMk id="8" creationId="{2067102F-0748-4E62-863B-DC021A6CCC96}"/>
          </ac:picMkLst>
        </pc:picChg>
        <pc:picChg chg="del">
          <ac:chgData name="Ivan Granja" userId="d0a12471-25a3-466a-a647-7cb796ed786c" providerId="ADAL" clId="{0FE8C234-B863-48AE-BAFA-B6A0C0457429}" dt="2021-09-09T10:53:30.671" v="5879" actId="478"/>
          <ac:picMkLst>
            <pc:docMk/>
            <pc:sldMk cId="228367304" sldId="394"/>
            <ac:picMk id="10" creationId="{C3617D15-6B58-4685-BAF1-3EBA396A88A7}"/>
          </ac:picMkLst>
        </pc:picChg>
      </pc:sldChg>
      <pc:sldChg chg="addSp delSp modSp add mod">
        <pc:chgData name="Ivan Granja" userId="d0a12471-25a3-466a-a647-7cb796ed786c" providerId="ADAL" clId="{0FE8C234-B863-48AE-BAFA-B6A0C0457429}" dt="2021-09-10T12:48:08.551" v="6500" actId="20577"/>
        <pc:sldMkLst>
          <pc:docMk/>
          <pc:sldMk cId="481002421" sldId="395"/>
        </pc:sldMkLst>
        <pc:spChg chg="mod">
          <ac:chgData name="Ivan Granja" userId="d0a12471-25a3-466a-a647-7cb796ed786c" providerId="ADAL" clId="{0FE8C234-B863-48AE-BAFA-B6A0C0457429}" dt="2021-09-10T12:48:08.551" v="6500" actId="20577"/>
          <ac:spMkLst>
            <pc:docMk/>
            <pc:sldMk cId="481002421" sldId="395"/>
            <ac:spMk id="2" creationId="{5B73ED86-A1DE-490D-8BF6-69169F4AC766}"/>
          </ac:spMkLst>
        </pc:spChg>
        <pc:spChg chg="add mod ord">
          <ac:chgData name="Ivan Granja" userId="d0a12471-25a3-466a-a647-7cb796ed786c" providerId="ADAL" clId="{0FE8C234-B863-48AE-BAFA-B6A0C0457429}" dt="2021-09-10T12:47:32.037" v="6497" actId="207"/>
          <ac:spMkLst>
            <pc:docMk/>
            <pc:sldMk cId="481002421" sldId="395"/>
            <ac:spMk id="8" creationId="{BE006E4A-7CE1-4CFF-B843-6391C12365D8}"/>
          </ac:spMkLst>
        </pc:spChg>
        <pc:picChg chg="add mod">
          <ac:chgData name="Ivan Granja" userId="d0a12471-25a3-466a-a647-7cb796ed786c" providerId="ADAL" clId="{0FE8C234-B863-48AE-BAFA-B6A0C0457429}" dt="2021-09-10T12:46:52.168" v="6432" actId="1076"/>
          <ac:picMkLst>
            <pc:docMk/>
            <pc:sldMk cId="481002421" sldId="395"/>
            <ac:picMk id="4" creationId="{626784B1-57C8-488F-9305-A157B7BEE198}"/>
          </ac:picMkLst>
        </pc:picChg>
        <pc:picChg chg="del">
          <ac:chgData name="Ivan Granja" userId="d0a12471-25a3-466a-a647-7cb796ed786c" providerId="ADAL" clId="{0FE8C234-B863-48AE-BAFA-B6A0C0457429}" dt="2021-09-10T12:46:31.028" v="6395" actId="478"/>
          <ac:picMkLst>
            <pc:docMk/>
            <pc:sldMk cId="481002421" sldId="395"/>
            <ac:picMk id="6" creationId="{9B73429F-F9E3-4666-85A6-E488F2A4716F}"/>
          </ac:picMkLst>
        </pc:picChg>
        <pc:picChg chg="del">
          <ac:chgData name="Ivan Granja" userId="d0a12471-25a3-466a-a647-7cb796ed786c" providerId="ADAL" clId="{0FE8C234-B863-48AE-BAFA-B6A0C0457429}" dt="2021-09-10T12:46:26.313" v="6392" actId="478"/>
          <ac:picMkLst>
            <pc:docMk/>
            <pc:sldMk cId="481002421" sldId="395"/>
            <ac:picMk id="13" creationId="{54D85646-B07E-41CE-AD9D-186758BEEB68}"/>
          </ac:picMkLst>
        </pc:picChg>
        <pc:cxnChg chg="add del">
          <ac:chgData name="Ivan Granja" userId="d0a12471-25a3-466a-a647-7cb796ed786c" providerId="ADAL" clId="{0FE8C234-B863-48AE-BAFA-B6A0C0457429}" dt="2021-09-10T12:47:01.391" v="6434" actId="11529"/>
          <ac:cxnSpMkLst>
            <pc:docMk/>
            <pc:sldMk cId="481002421" sldId="395"/>
            <ac:cxnSpMk id="7" creationId="{B651649A-B5E9-4A49-A010-3BBFD404F411}"/>
          </ac:cxnSpMkLst>
        </pc:cxnChg>
      </pc:sldChg>
      <pc:sldChg chg="add del">
        <pc:chgData name="Ivan Granja" userId="d0a12471-25a3-466a-a647-7cb796ed786c" providerId="ADAL" clId="{0FE8C234-B863-48AE-BAFA-B6A0C0457429}" dt="2021-09-09T10:54:53.866" v="5882"/>
        <pc:sldMkLst>
          <pc:docMk/>
          <pc:sldMk cId="2422091485" sldId="395"/>
        </pc:sldMkLst>
      </pc:sldChg>
      <pc:sldChg chg="add del">
        <pc:chgData name="Ivan Granja" userId="d0a12471-25a3-466a-a647-7cb796ed786c" providerId="ADAL" clId="{0FE8C234-B863-48AE-BAFA-B6A0C0457429}" dt="2021-09-09T10:54:53.866" v="5882"/>
        <pc:sldMkLst>
          <pc:docMk/>
          <pc:sldMk cId="98216316" sldId="396"/>
        </pc:sldMkLst>
      </pc:sldChg>
      <pc:sldChg chg="addSp delSp modSp new mod modClrScheme chgLayout">
        <pc:chgData name="Ivan Granja" userId="d0a12471-25a3-466a-a647-7cb796ed786c" providerId="ADAL" clId="{0FE8C234-B863-48AE-BAFA-B6A0C0457429}" dt="2021-09-15T21:08:45.147" v="8535" actId="20577"/>
        <pc:sldMkLst>
          <pc:docMk/>
          <pc:sldMk cId="127226934" sldId="396"/>
        </pc:sldMkLst>
        <pc:spChg chg="del mod ord">
          <ac:chgData name="Ivan Granja" userId="d0a12471-25a3-466a-a647-7cb796ed786c" providerId="ADAL" clId="{0FE8C234-B863-48AE-BAFA-B6A0C0457429}" dt="2021-09-15T20:44:34.044" v="6502" actId="700"/>
          <ac:spMkLst>
            <pc:docMk/>
            <pc:sldMk cId="127226934" sldId="396"/>
            <ac:spMk id="2" creationId="{E4026121-B91D-411C-BCF5-C55F46076214}"/>
          </ac:spMkLst>
        </pc:spChg>
        <pc:spChg chg="del mod ord">
          <ac:chgData name="Ivan Granja" userId="d0a12471-25a3-466a-a647-7cb796ed786c" providerId="ADAL" clId="{0FE8C234-B863-48AE-BAFA-B6A0C0457429}" dt="2021-09-15T20:44:34.044" v="6502" actId="700"/>
          <ac:spMkLst>
            <pc:docMk/>
            <pc:sldMk cId="127226934" sldId="396"/>
            <ac:spMk id="3" creationId="{A538C920-70DC-4B87-9BC1-2A690DAB1A77}"/>
          </ac:spMkLst>
        </pc:spChg>
        <pc:spChg chg="add mod ord">
          <ac:chgData name="Ivan Granja" userId="d0a12471-25a3-466a-a647-7cb796ed786c" providerId="ADAL" clId="{0FE8C234-B863-48AE-BAFA-B6A0C0457429}" dt="2021-09-15T21:00:20.389" v="7665"/>
          <ac:spMkLst>
            <pc:docMk/>
            <pc:sldMk cId="127226934" sldId="396"/>
            <ac:spMk id="4" creationId="{D4065084-6DBD-437D-A039-4F751353DFA6}"/>
          </ac:spMkLst>
        </pc:spChg>
        <pc:spChg chg="add mod ord">
          <ac:chgData name="Ivan Granja" userId="d0a12471-25a3-466a-a647-7cb796ed786c" providerId="ADAL" clId="{0FE8C234-B863-48AE-BAFA-B6A0C0457429}" dt="2021-09-15T21:08:45.147" v="8535" actId="20577"/>
          <ac:spMkLst>
            <pc:docMk/>
            <pc:sldMk cId="127226934" sldId="396"/>
            <ac:spMk id="5" creationId="{528C930F-10A8-4EC4-A94D-5FF94D2734C5}"/>
          </ac:spMkLst>
        </pc:spChg>
      </pc:sldChg>
      <pc:sldChg chg="delSp modSp mod">
        <pc:chgData name="Ivan Granja" userId="d0a12471-25a3-466a-a647-7cb796ed786c" providerId="ADAL" clId="{0FE8C234-B863-48AE-BAFA-B6A0C0457429}" dt="2021-09-15T20:59:20.431" v="7635" actId="20577"/>
        <pc:sldMkLst>
          <pc:docMk/>
          <pc:sldMk cId="962637389" sldId="397"/>
        </pc:sldMkLst>
        <pc:spChg chg="mod">
          <ac:chgData name="Ivan Granja" userId="d0a12471-25a3-466a-a647-7cb796ed786c" providerId="ADAL" clId="{0FE8C234-B863-48AE-BAFA-B6A0C0457429}" dt="2021-09-15T20:58:23.433" v="7481" actId="20577"/>
          <ac:spMkLst>
            <pc:docMk/>
            <pc:sldMk cId="962637389" sldId="397"/>
            <ac:spMk id="2" creationId="{0243DFA2-0D8F-4A03-B389-F0C28DC8D0BA}"/>
          </ac:spMkLst>
        </pc:spChg>
        <pc:spChg chg="mod">
          <ac:chgData name="Ivan Granja" userId="d0a12471-25a3-466a-a647-7cb796ed786c" providerId="ADAL" clId="{0FE8C234-B863-48AE-BAFA-B6A0C0457429}" dt="2021-09-15T20:59:20.431" v="7635" actId="20577"/>
          <ac:spMkLst>
            <pc:docMk/>
            <pc:sldMk cId="962637389" sldId="397"/>
            <ac:spMk id="3" creationId="{9CB25DEC-E4D9-4939-9018-3304B2B968CB}"/>
          </ac:spMkLst>
        </pc:spChg>
        <pc:spChg chg="del">
          <ac:chgData name="Ivan Granja" userId="d0a12471-25a3-466a-a647-7cb796ed786c" providerId="ADAL" clId="{0FE8C234-B863-48AE-BAFA-B6A0C0457429}" dt="2021-09-15T20:50:50.792" v="7277" actId="478"/>
          <ac:spMkLst>
            <pc:docMk/>
            <pc:sldMk cId="962637389" sldId="397"/>
            <ac:spMk id="5" creationId="{8FFD8933-5DC5-4D73-9FD7-10370B76102E}"/>
          </ac:spMkLst>
        </pc:spChg>
      </pc:sldChg>
      <pc:sldChg chg="addSp delSp modSp mod">
        <pc:chgData name="Ivan Granja" userId="d0a12471-25a3-466a-a647-7cb796ed786c" providerId="ADAL" clId="{0FE8C234-B863-48AE-BAFA-B6A0C0457429}" dt="2021-09-15T20:57:55.742" v="7461" actId="20577"/>
        <pc:sldMkLst>
          <pc:docMk/>
          <pc:sldMk cId="572075202" sldId="398"/>
        </pc:sldMkLst>
        <pc:spChg chg="mod">
          <ac:chgData name="Ivan Granja" userId="d0a12471-25a3-466a-a647-7cb796ed786c" providerId="ADAL" clId="{0FE8C234-B863-48AE-BAFA-B6A0C0457429}" dt="2021-09-15T20:57:55.742" v="7461" actId="20577"/>
          <ac:spMkLst>
            <pc:docMk/>
            <pc:sldMk cId="572075202" sldId="398"/>
            <ac:spMk id="2" creationId="{5B73ED86-A1DE-490D-8BF6-69169F4AC766}"/>
          </ac:spMkLst>
        </pc:spChg>
        <pc:spChg chg="del">
          <ac:chgData name="Ivan Granja" userId="d0a12471-25a3-466a-a647-7cb796ed786c" providerId="ADAL" clId="{0FE8C234-B863-48AE-BAFA-B6A0C0457429}" dt="2021-09-15T20:51:38.537" v="7350" actId="478"/>
          <ac:spMkLst>
            <pc:docMk/>
            <pc:sldMk cId="572075202" sldId="398"/>
            <ac:spMk id="8" creationId="{BE006E4A-7CE1-4CFF-B843-6391C12365D8}"/>
          </ac:spMkLst>
        </pc:spChg>
        <pc:picChg chg="del">
          <ac:chgData name="Ivan Granja" userId="d0a12471-25a3-466a-a647-7cb796ed786c" providerId="ADAL" clId="{0FE8C234-B863-48AE-BAFA-B6A0C0457429}" dt="2021-09-15T20:51:40.296" v="7351" actId="478"/>
          <ac:picMkLst>
            <pc:docMk/>
            <pc:sldMk cId="572075202" sldId="398"/>
            <ac:picMk id="4" creationId="{626784B1-57C8-488F-9305-A157B7BEE198}"/>
          </ac:picMkLst>
        </pc:picChg>
        <pc:picChg chg="add">
          <ac:chgData name="Ivan Granja" userId="d0a12471-25a3-466a-a647-7cb796ed786c" providerId="ADAL" clId="{0FE8C234-B863-48AE-BAFA-B6A0C0457429}" dt="2021-09-15T20:57:37.190" v="7410" actId="22"/>
          <ac:picMkLst>
            <pc:docMk/>
            <pc:sldMk cId="572075202" sldId="398"/>
            <ac:picMk id="5" creationId="{B98D825D-CA04-4EE2-A290-22AC4E4734B6}"/>
          </ac:picMkLst>
        </pc:picChg>
      </pc:sldChg>
      <pc:sldChg chg="addSp delSp modSp new mod">
        <pc:chgData name="Ivan Granja" userId="d0a12471-25a3-466a-a647-7cb796ed786c" providerId="ADAL" clId="{0FE8C234-B863-48AE-BAFA-B6A0C0457429}" dt="2021-09-15T21:43:52.910" v="8700" actId="20577"/>
        <pc:sldMkLst>
          <pc:docMk/>
          <pc:sldMk cId="891828128" sldId="399"/>
        </pc:sldMkLst>
        <pc:spChg chg="mod">
          <ac:chgData name="Ivan Granja" userId="d0a12471-25a3-466a-a647-7cb796ed786c" providerId="ADAL" clId="{0FE8C234-B863-48AE-BAFA-B6A0C0457429}" dt="2021-09-15T21:15:11.014" v="8612" actId="20577"/>
          <ac:spMkLst>
            <pc:docMk/>
            <pc:sldMk cId="891828128" sldId="399"/>
            <ac:spMk id="2" creationId="{06C9B3A3-2573-43B2-A781-D54E866CEA79}"/>
          </ac:spMkLst>
        </pc:spChg>
        <pc:spChg chg="del">
          <ac:chgData name="Ivan Granja" userId="d0a12471-25a3-466a-a647-7cb796ed786c" providerId="ADAL" clId="{0FE8C234-B863-48AE-BAFA-B6A0C0457429}" dt="2021-09-15T21:14:55.278" v="8600" actId="478"/>
          <ac:spMkLst>
            <pc:docMk/>
            <pc:sldMk cId="891828128" sldId="399"/>
            <ac:spMk id="3" creationId="{CD43F047-B5A7-4E5D-B8A5-A563719745CB}"/>
          </ac:spMkLst>
        </pc:spChg>
        <pc:spChg chg="mod">
          <ac:chgData name="Ivan Granja" userId="d0a12471-25a3-466a-a647-7cb796ed786c" providerId="ADAL" clId="{0FE8C234-B863-48AE-BAFA-B6A0C0457429}" dt="2021-09-15T21:15:44.642" v="8613"/>
          <ac:spMkLst>
            <pc:docMk/>
            <pc:sldMk cId="891828128" sldId="399"/>
            <ac:spMk id="9" creationId="{29F172BE-2531-4023-88CE-50C14900C94E}"/>
          </ac:spMkLst>
        </pc:spChg>
        <pc:spChg chg="mod">
          <ac:chgData name="Ivan Granja" userId="d0a12471-25a3-466a-a647-7cb796ed786c" providerId="ADAL" clId="{0FE8C234-B863-48AE-BAFA-B6A0C0457429}" dt="2021-09-15T21:15:44.642" v="8613"/>
          <ac:spMkLst>
            <pc:docMk/>
            <pc:sldMk cId="891828128" sldId="399"/>
            <ac:spMk id="10" creationId="{D6D8CBEE-13BC-40ED-86A8-973E0598EE5C}"/>
          </ac:spMkLst>
        </pc:spChg>
        <pc:spChg chg="add mod">
          <ac:chgData name="Ivan Granja" userId="d0a12471-25a3-466a-a647-7cb796ed786c" providerId="ADAL" clId="{0FE8C234-B863-48AE-BAFA-B6A0C0457429}" dt="2021-09-15T21:16:54.708" v="8625" actId="255"/>
          <ac:spMkLst>
            <pc:docMk/>
            <pc:sldMk cId="891828128" sldId="399"/>
            <ac:spMk id="11" creationId="{27479D34-F235-4125-85F7-0924F1B92099}"/>
          </ac:spMkLst>
        </pc:spChg>
        <pc:spChg chg="add mod">
          <ac:chgData name="Ivan Granja" userId="d0a12471-25a3-466a-a647-7cb796ed786c" providerId="ADAL" clId="{0FE8C234-B863-48AE-BAFA-B6A0C0457429}" dt="2021-09-15T21:43:52.910" v="8700" actId="20577"/>
          <ac:spMkLst>
            <pc:docMk/>
            <pc:sldMk cId="891828128" sldId="399"/>
            <ac:spMk id="12" creationId="{B605AC0E-396C-4827-B01F-744A2FC4D96C}"/>
          </ac:spMkLst>
        </pc:spChg>
        <pc:grpChg chg="add mod">
          <ac:chgData name="Ivan Granja" userId="d0a12471-25a3-466a-a647-7cb796ed786c" providerId="ADAL" clId="{0FE8C234-B863-48AE-BAFA-B6A0C0457429}" dt="2021-09-15T21:16:29.670" v="8617" actId="1076"/>
          <ac:grpSpMkLst>
            <pc:docMk/>
            <pc:sldMk cId="891828128" sldId="399"/>
            <ac:grpSpMk id="6" creationId="{2640F99E-6C4D-4759-A0A1-FBF70F36C8F1}"/>
          </ac:grpSpMkLst>
        </pc:grpChg>
        <pc:picChg chg="add mod">
          <ac:chgData name="Ivan Granja" userId="d0a12471-25a3-466a-a647-7cb796ed786c" providerId="ADAL" clId="{0FE8C234-B863-48AE-BAFA-B6A0C0457429}" dt="2021-09-15T21:16:30.835" v="8618" actId="1076"/>
          <ac:picMkLst>
            <pc:docMk/>
            <pc:sldMk cId="891828128" sldId="399"/>
            <ac:picMk id="5" creationId="{BD1B402C-5C61-4E4A-B99A-165B2B66CA92}"/>
          </ac:picMkLst>
        </pc:picChg>
        <pc:picChg chg="mod">
          <ac:chgData name="Ivan Granja" userId="d0a12471-25a3-466a-a647-7cb796ed786c" providerId="ADAL" clId="{0FE8C234-B863-48AE-BAFA-B6A0C0457429}" dt="2021-09-15T21:15:44.642" v="8613"/>
          <ac:picMkLst>
            <pc:docMk/>
            <pc:sldMk cId="891828128" sldId="399"/>
            <ac:picMk id="7" creationId="{10321451-48E9-4CC0-B861-1C76FA5F4B0C}"/>
          </ac:picMkLst>
        </pc:picChg>
        <pc:cxnChg chg="mod">
          <ac:chgData name="Ivan Granja" userId="d0a12471-25a3-466a-a647-7cb796ed786c" providerId="ADAL" clId="{0FE8C234-B863-48AE-BAFA-B6A0C0457429}" dt="2021-09-15T21:15:44.642" v="8613"/>
          <ac:cxnSpMkLst>
            <pc:docMk/>
            <pc:sldMk cId="891828128" sldId="399"/>
            <ac:cxnSpMk id="8" creationId="{8595CDB9-658B-4287-B92A-C5383F8C4BFF}"/>
          </ac:cxnSpMkLst>
        </pc:cxnChg>
      </pc:sldChg>
      <pc:sldChg chg="addSp delSp modSp add mod chgLayout">
        <pc:chgData name="Ivan Granja" userId="d0a12471-25a3-466a-a647-7cb796ed786c" providerId="ADAL" clId="{0FE8C234-B863-48AE-BAFA-B6A0C0457429}" dt="2021-09-15T23:25:52.420" v="10162" actId="20577"/>
        <pc:sldMkLst>
          <pc:docMk/>
          <pc:sldMk cId="1452591847" sldId="400"/>
        </pc:sldMkLst>
        <pc:spChg chg="mod ord">
          <ac:chgData name="Ivan Granja" userId="d0a12471-25a3-466a-a647-7cb796ed786c" providerId="ADAL" clId="{0FE8C234-B863-48AE-BAFA-B6A0C0457429}" dt="2021-09-15T21:47:52.037" v="8999" actId="700"/>
          <ac:spMkLst>
            <pc:docMk/>
            <pc:sldMk cId="1452591847" sldId="400"/>
            <ac:spMk id="2" creationId="{06C9B3A3-2573-43B2-A781-D54E866CEA79}"/>
          </ac:spMkLst>
        </pc:spChg>
        <pc:spChg chg="add mod ord">
          <ac:chgData name="Ivan Granja" userId="d0a12471-25a3-466a-a647-7cb796ed786c" providerId="ADAL" clId="{0FE8C234-B863-48AE-BAFA-B6A0C0457429}" dt="2021-09-15T23:25:52.420" v="10162" actId="20577"/>
          <ac:spMkLst>
            <pc:docMk/>
            <pc:sldMk cId="1452591847" sldId="400"/>
            <ac:spMk id="3" creationId="{E42911EC-F66A-47D0-AB23-01EA79AA6ABC}"/>
          </ac:spMkLst>
        </pc:spChg>
        <pc:picChg chg="del">
          <ac:chgData name="Ivan Granja" userId="d0a12471-25a3-466a-a647-7cb796ed786c" providerId="ADAL" clId="{0FE8C234-B863-48AE-BAFA-B6A0C0457429}" dt="2021-09-15T21:17:08.817" v="8629" actId="478"/>
          <ac:picMkLst>
            <pc:docMk/>
            <pc:sldMk cId="1452591847" sldId="400"/>
            <ac:picMk id="5" creationId="{BD1B402C-5C61-4E4A-B99A-165B2B66CA92}"/>
          </ac:picMkLst>
        </pc:picChg>
      </pc:sldChg>
      <pc:sldChg chg="addSp delSp modSp new mod ord">
        <pc:chgData name="Ivan Granja" userId="d0a12471-25a3-466a-a647-7cb796ed786c" providerId="ADAL" clId="{0FE8C234-B863-48AE-BAFA-B6A0C0457429}" dt="2021-09-16T11:40:13.838" v="10695" actId="20577"/>
        <pc:sldMkLst>
          <pc:docMk/>
          <pc:sldMk cId="1978740016" sldId="401"/>
        </pc:sldMkLst>
        <pc:spChg chg="del">
          <ac:chgData name="Ivan Granja" userId="d0a12471-25a3-466a-a647-7cb796ed786c" providerId="ADAL" clId="{0FE8C234-B863-48AE-BAFA-B6A0C0457429}" dt="2021-09-15T21:41:26.597" v="8678" actId="478"/>
          <ac:spMkLst>
            <pc:docMk/>
            <pc:sldMk cId="1978740016" sldId="401"/>
            <ac:spMk id="2" creationId="{2CFB1E8E-77EB-47E8-9434-F86CB5908B5C}"/>
          </ac:spMkLst>
        </pc:spChg>
        <pc:spChg chg="del">
          <ac:chgData name="Ivan Granja" userId="d0a12471-25a3-466a-a647-7cb796ed786c" providerId="ADAL" clId="{0FE8C234-B863-48AE-BAFA-B6A0C0457429}" dt="2021-09-15T21:41:22.824" v="8676" actId="478"/>
          <ac:spMkLst>
            <pc:docMk/>
            <pc:sldMk cId="1978740016" sldId="401"/>
            <ac:spMk id="3" creationId="{358611D8-66F8-4D14-8721-6F09C6B13015}"/>
          </ac:spMkLst>
        </pc:spChg>
        <pc:spChg chg="add mod">
          <ac:chgData name="Ivan Granja" userId="d0a12471-25a3-466a-a647-7cb796ed786c" providerId="ADAL" clId="{0FE8C234-B863-48AE-BAFA-B6A0C0457429}" dt="2021-09-15T23:12:06.892" v="9804" actId="1038"/>
          <ac:spMkLst>
            <pc:docMk/>
            <pc:sldMk cId="1978740016" sldId="401"/>
            <ac:spMk id="6" creationId="{0921B082-3A99-4AE9-A0CC-48AC8163974C}"/>
          </ac:spMkLst>
        </pc:spChg>
        <pc:spChg chg="add mod">
          <ac:chgData name="Ivan Granja" userId="d0a12471-25a3-466a-a647-7cb796ed786c" providerId="ADAL" clId="{0FE8C234-B863-48AE-BAFA-B6A0C0457429}" dt="2021-09-15T23:12:06.892" v="9804" actId="1038"/>
          <ac:spMkLst>
            <pc:docMk/>
            <pc:sldMk cId="1978740016" sldId="401"/>
            <ac:spMk id="7" creationId="{F09B8712-EF63-4B5B-B5A4-01ED9997FCA8}"/>
          </ac:spMkLst>
        </pc:spChg>
        <pc:spChg chg="add mod">
          <ac:chgData name="Ivan Granja" userId="d0a12471-25a3-466a-a647-7cb796ed786c" providerId="ADAL" clId="{0FE8C234-B863-48AE-BAFA-B6A0C0457429}" dt="2021-09-15T23:12:06.892" v="9804" actId="1038"/>
          <ac:spMkLst>
            <pc:docMk/>
            <pc:sldMk cId="1978740016" sldId="401"/>
            <ac:spMk id="8" creationId="{F31F267D-FA28-4606-A7A9-5D19BBE4EA02}"/>
          </ac:spMkLst>
        </pc:spChg>
        <pc:spChg chg="add mod">
          <ac:chgData name="Ivan Granja" userId="d0a12471-25a3-466a-a647-7cb796ed786c" providerId="ADAL" clId="{0FE8C234-B863-48AE-BAFA-B6A0C0457429}" dt="2021-09-16T11:40:13.838" v="10695" actId="20577"/>
          <ac:spMkLst>
            <pc:docMk/>
            <pc:sldMk cId="1978740016" sldId="401"/>
            <ac:spMk id="9" creationId="{FD0E0B2F-F65C-48BA-9339-2CF992E7E441}"/>
          </ac:spMkLst>
        </pc:spChg>
        <pc:picChg chg="add mod">
          <ac:chgData name="Ivan Granja" userId="d0a12471-25a3-466a-a647-7cb796ed786c" providerId="ADAL" clId="{0FE8C234-B863-48AE-BAFA-B6A0C0457429}" dt="2021-09-15T23:12:14.135" v="9835" actId="1037"/>
          <ac:picMkLst>
            <pc:docMk/>
            <pc:sldMk cId="1978740016" sldId="401"/>
            <ac:picMk id="5" creationId="{769A7BF6-C8FB-4803-AF2D-FDA8CC008F70}"/>
          </ac:picMkLst>
        </pc:picChg>
      </pc:sldChg>
      <pc:sldChg chg="addSp delSp modSp add mod setBg">
        <pc:chgData name="Ivan Granja" userId="d0a12471-25a3-466a-a647-7cb796ed786c" providerId="ADAL" clId="{0FE8C234-B863-48AE-BAFA-B6A0C0457429}" dt="2021-09-16T14:25:52.043" v="10700" actId="1076"/>
        <pc:sldMkLst>
          <pc:docMk/>
          <pc:sldMk cId="450366076" sldId="402"/>
        </pc:sldMkLst>
        <pc:spChg chg="mod">
          <ac:chgData name="Ivan Granja" userId="d0a12471-25a3-466a-a647-7cb796ed786c" providerId="ADAL" clId="{0FE8C234-B863-48AE-BAFA-B6A0C0457429}" dt="2021-09-15T23:24:54.606" v="10100" actId="26606"/>
          <ac:spMkLst>
            <pc:docMk/>
            <pc:sldMk cId="450366076" sldId="402"/>
            <ac:spMk id="2" creationId="{06C9B3A3-2573-43B2-A781-D54E866CEA79}"/>
          </ac:spMkLst>
        </pc:spChg>
        <pc:spChg chg="mod">
          <ac:chgData name="Ivan Granja" userId="d0a12471-25a3-466a-a647-7cb796ed786c" providerId="ADAL" clId="{0FE8C234-B863-48AE-BAFA-B6A0C0457429}" dt="2021-09-15T23:26:52.213" v="10250" actId="20577"/>
          <ac:spMkLst>
            <pc:docMk/>
            <pc:sldMk cId="450366076" sldId="402"/>
            <ac:spMk id="3" creationId="{E42911EC-F66A-47D0-AB23-01EA79AA6ABC}"/>
          </ac:spMkLst>
        </pc:spChg>
        <pc:spChg chg="add del">
          <ac:chgData name="Ivan Granja" userId="d0a12471-25a3-466a-a647-7cb796ed786c" providerId="ADAL" clId="{0FE8C234-B863-48AE-BAFA-B6A0C0457429}" dt="2021-09-15T23:24:54.606" v="10100" actId="26606"/>
          <ac:spMkLst>
            <pc:docMk/>
            <pc:sldMk cId="450366076" sldId="402"/>
            <ac:spMk id="17" creationId="{81AEB8A9-B768-4E30-BA55-D919E6687343}"/>
          </ac:spMkLst>
        </pc:spChg>
        <pc:grpChg chg="del">
          <ac:chgData name="Ivan Granja" userId="d0a12471-25a3-466a-a647-7cb796ed786c" providerId="ADAL" clId="{0FE8C234-B863-48AE-BAFA-B6A0C0457429}" dt="2021-09-15T21:49:29.031" v="9209" actId="478"/>
          <ac:grpSpMkLst>
            <pc:docMk/>
            <pc:sldMk cId="450366076" sldId="402"/>
            <ac:grpSpMk id="6" creationId="{2640F99E-6C4D-4759-A0A1-FBF70F36C8F1}"/>
          </ac:grpSpMkLst>
        </pc:grpChg>
        <pc:picChg chg="add mod">
          <ac:chgData name="Ivan Granja" userId="d0a12471-25a3-466a-a647-7cb796ed786c" providerId="ADAL" clId="{0FE8C234-B863-48AE-BAFA-B6A0C0457429}" dt="2021-09-16T14:25:52.043" v="10700" actId="1076"/>
          <ac:picMkLst>
            <pc:docMk/>
            <pc:sldMk cId="450366076" sldId="402"/>
            <ac:picMk id="5" creationId="{B1406AD8-C298-4D62-A34F-29FBE095943C}"/>
          </ac:picMkLst>
        </pc:picChg>
        <pc:picChg chg="add del mod">
          <ac:chgData name="Ivan Granja" userId="d0a12471-25a3-466a-a647-7cb796ed786c" providerId="ADAL" clId="{0FE8C234-B863-48AE-BAFA-B6A0C0457429}" dt="2021-09-15T23:06:11.229" v="9658" actId="478"/>
          <ac:picMkLst>
            <pc:docMk/>
            <pc:sldMk cId="450366076" sldId="402"/>
            <ac:picMk id="5" creationId="{D6BFEA42-402C-45B7-8A56-47A0CCB5AC70}"/>
          </ac:picMkLst>
        </pc:picChg>
        <pc:picChg chg="add del mod">
          <ac:chgData name="Ivan Granja" userId="d0a12471-25a3-466a-a647-7cb796ed786c" providerId="ADAL" clId="{0FE8C234-B863-48AE-BAFA-B6A0C0457429}" dt="2021-09-16T14:24:32.188" v="10696" actId="478"/>
          <ac:picMkLst>
            <pc:docMk/>
            <pc:sldMk cId="450366076" sldId="402"/>
            <ac:picMk id="12" creationId="{7256156D-0C31-456F-9C03-5B125A02E507}"/>
          </ac:picMkLst>
        </pc:picChg>
      </pc:sldChg>
      <pc:sldChg chg="modSp new mod">
        <pc:chgData name="Ivan Granja" userId="d0a12471-25a3-466a-a647-7cb796ed786c" providerId="ADAL" clId="{0FE8C234-B863-48AE-BAFA-B6A0C0457429}" dt="2021-09-15T23:30:03.486" v="10676" actId="122"/>
        <pc:sldMkLst>
          <pc:docMk/>
          <pc:sldMk cId="3657180913" sldId="403"/>
        </pc:sldMkLst>
        <pc:spChg chg="mod">
          <ac:chgData name="Ivan Granja" userId="d0a12471-25a3-466a-a647-7cb796ed786c" providerId="ADAL" clId="{0FE8C234-B863-48AE-BAFA-B6A0C0457429}" dt="2021-09-15T23:30:03.486" v="10676" actId="122"/>
          <ac:spMkLst>
            <pc:docMk/>
            <pc:sldMk cId="3657180913" sldId="403"/>
            <ac:spMk id="2" creationId="{C0953ACE-26AA-408D-9A9F-A7F6CAB5400C}"/>
          </ac:spMkLst>
        </pc:spChg>
        <pc:spChg chg="mod">
          <ac:chgData name="Ivan Granja" userId="d0a12471-25a3-466a-a647-7cb796ed786c" providerId="ADAL" clId="{0FE8C234-B863-48AE-BAFA-B6A0C0457429}" dt="2021-09-15T23:29:44.484" v="10649" actId="20577"/>
          <ac:spMkLst>
            <pc:docMk/>
            <pc:sldMk cId="3657180913" sldId="403"/>
            <ac:spMk id="3" creationId="{57F413C1-54B0-4571-8FB7-B2DDC2B410C5}"/>
          </ac:spMkLst>
        </pc:spChg>
      </pc:sldChg>
    </pc:docChg>
  </pc:docChgLst>
  <pc:docChgLst>
    <pc:chgData name="Ivan Granja" userId="d0a12471-25a3-466a-a647-7cb796ed786c" providerId="ADAL" clId="{CF318050-E0E6-4E90-ACE3-528F8C56AD4C}"/>
    <pc:docChg chg="undo custSel addSld delSld modSld sldOrd">
      <pc:chgData name="Ivan Granja" userId="d0a12471-25a3-466a-a647-7cb796ed786c" providerId="ADAL" clId="{CF318050-E0E6-4E90-ACE3-528F8C56AD4C}" dt="2021-09-02T10:49:05.994" v="4836" actId="20577"/>
      <pc:docMkLst>
        <pc:docMk/>
      </pc:docMkLst>
      <pc:sldChg chg="modSp mod">
        <pc:chgData name="Ivan Granja" userId="d0a12471-25a3-466a-a647-7cb796ed786c" providerId="ADAL" clId="{CF318050-E0E6-4E90-ACE3-528F8C56AD4C}" dt="2021-09-02T10:49:05.994" v="4836" actId="20577"/>
        <pc:sldMkLst>
          <pc:docMk/>
          <pc:sldMk cId="1201363542" sldId="256"/>
        </pc:sldMkLst>
        <pc:spChg chg="mod">
          <ac:chgData name="Ivan Granja" userId="d0a12471-25a3-466a-a647-7cb796ed786c" providerId="ADAL" clId="{CF318050-E0E6-4E90-ACE3-528F8C56AD4C}" dt="2021-09-02T10:49:05.994" v="4836" actId="20577"/>
          <ac:spMkLst>
            <pc:docMk/>
            <pc:sldMk cId="1201363542" sldId="256"/>
            <ac:spMk id="2" creationId="{00000000-0000-0000-0000-000000000000}"/>
          </ac:spMkLst>
        </pc:spChg>
        <pc:spChg chg="mod">
          <ac:chgData name="Ivan Granja" userId="d0a12471-25a3-466a-a647-7cb796ed786c" providerId="ADAL" clId="{CF318050-E0E6-4E90-ACE3-528F8C56AD4C}" dt="2021-09-01T20:27:26.043" v="63" actId="1076"/>
          <ac:spMkLst>
            <pc:docMk/>
            <pc:sldMk cId="1201363542" sldId="256"/>
            <ac:spMk id="3" creationId="{00000000-0000-0000-0000-000000000000}"/>
          </ac:spMkLst>
        </pc:spChg>
      </pc:sldChg>
      <pc:sldChg chg="del">
        <pc:chgData name="Ivan Granja" userId="d0a12471-25a3-466a-a647-7cb796ed786c" providerId="ADAL" clId="{CF318050-E0E6-4E90-ACE3-528F8C56AD4C}" dt="2021-09-01T20:30:23.274" v="64" actId="47"/>
        <pc:sldMkLst>
          <pc:docMk/>
          <pc:sldMk cId="26368949" sldId="257"/>
        </pc:sldMkLst>
      </pc:sldChg>
      <pc:sldChg chg="del">
        <pc:chgData name="Ivan Granja" userId="d0a12471-25a3-466a-a647-7cb796ed786c" providerId="ADAL" clId="{CF318050-E0E6-4E90-ACE3-528F8C56AD4C}" dt="2021-09-01T20:30:23.742" v="65" actId="47"/>
        <pc:sldMkLst>
          <pc:docMk/>
          <pc:sldMk cId="2421033290" sldId="344"/>
        </pc:sldMkLst>
      </pc:sldChg>
      <pc:sldChg chg="del">
        <pc:chgData name="Ivan Granja" userId="d0a12471-25a3-466a-a647-7cb796ed786c" providerId="ADAL" clId="{CF318050-E0E6-4E90-ACE3-528F8C56AD4C}" dt="2021-09-01T20:34:04.070" v="98" actId="47"/>
        <pc:sldMkLst>
          <pc:docMk/>
          <pc:sldMk cId="53232798" sldId="346"/>
        </pc:sldMkLst>
      </pc:sldChg>
      <pc:sldChg chg="del">
        <pc:chgData name="Ivan Granja" userId="d0a12471-25a3-466a-a647-7cb796ed786c" providerId="ADAL" clId="{CF318050-E0E6-4E90-ACE3-528F8C56AD4C}" dt="2021-09-01T20:30:24.828" v="68" actId="47"/>
        <pc:sldMkLst>
          <pc:docMk/>
          <pc:sldMk cId="1916755633" sldId="348"/>
        </pc:sldMkLst>
      </pc:sldChg>
      <pc:sldChg chg="del">
        <pc:chgData name="Ivan Granja" userId="d0a12471-25a3-466a-a647-7cb796ed786c" providerId="ADAL" clId="{CF318050-E0E6-4E90-ACE3-528F8C56AD4C}" dt="2021-09-01T20:30:24.177" v="66" actId="47"/>
        <pc:sldMkLst>
          <pc:docMk/>
          <pc:sldMk cId="4153904024" sldId="349"/>
        </pc:sldMkLst>
      </pc:sldChg>
      <pc:sldChg chg="del">
        <pc:chgData name="Ivan Granja" userId="d0a12471-25a3-466a-a647-7cb796ed786c" providerId="ADAL" clId="{CF318050-E0E6-4E90-ACE3-528F8C56AD4C}" dt="2021-09-01T20:30:24.530" v="67" actId="47"/>
        <pc:sldMkLst>
          <pc:docMk/>
          <pc:sldMk cId="4048364366" sldId="350"/>
        </pc:sldMkLst>
      </pc:sldChg>
      <pc:sldChg chg="del">
        <pc:chgData name="Ivan Granja" userId="d0a12471-25a3-466a-a647-7cb796ed786c" providerId="ADAL" clId="{CF318050-E0E6-4E90-ACE3-528F8C56AD4C}" dt="2021-09-01T20:30:25.145" v="69" actId="47"/>
        <pc:sldMkLst>
          <pc:docMk/>
          <pc:sldMk cId="1024084533" sldId="351"/>
        </pc:sldMkLst>
      </pc:sldChg>
      <pc:sldChg chg="del">
        <pc:chgData name="Ivan Granja" userId="d0a12471-25a3-466a-a647-7cb796ed786c" providerId="ADAL" clId="{CF318050-E0E6-4E90-ACE3-528F8C56AD4C}" dt="2021-09-01T20:30:25.468" v="70" actId="47"/>
        <pc:sldMkLst>
          <pc:docMk/>
          <pc:sldMk cId="2106278574" sldId="352"/>
        </pc:sldMkLst>
      </pc:sldChg>
      <pc:sldChg chg="del">
        <pc:chgData name="Ivan Granja" userId="d0a12471-25a3-466a-a647-7cb796ed786c" providerId="ADAL" clId="{CF318050-E0E6-4E90-ACE3-528F8C56AD4C}" dt="2021-09-01T20:30:25.815" v="71" actId="47"/>
        <pc:sldMkLst>
          <pc:docMk/>
          <pc:sldMk cId="2828806490" sldId="353"/>
        </pc:sldMkLst>
      </pc:sldChg>
      <pc:sldChg chg="del">
        <pc:chgData name="Ivan Granja" userId="d0a12471-25a3-466a-a647-7cb796ed786c" providerId="ADAL" clId="{CF318050-E0E6-4E90-ACE3-528F8C56AD4C}" dt="2021-09-01T20:30:26.943" v="75" actId="47"/>
        <pc:sldMkLst>
          <pc:docMk/>
          <pc:sldMk cId="4064283793" sldId="354"/>
        </pc:sldMkLst>
      </pc:sldChg>
      <pc:sldChg chg="del">
        <pc:chgData name="Ivan Granja" userId="d0a12471-25a3-466a-a647-7cb796ed786c" providerId="ADAL" clId="{CF318050-E0E6-4E90-ACE3-528F8C56AD4C}" dt="2021-09-01T20:30:26.407" v="73" actId="47"/>
        <pc:sldMkLst>
          <pc:docMk/>
          <pc:sldMk cId="903331955" sldId="355"/>
        </pc:sldMkLst>
      </pc:sldChg>
      <pc:sldChg chg="del">
        <pc:chgData name="Ivan Granja" userId="d0a12471-25a3-466a-a647-7cb796ed786c" providerId="ADAL" clId="{CF318050-E0E6-4E90-ACE3-528F8C56AD4C}" dt="2021-09-01T20:30:26.638" v="74" actId="47"/>
        <pc:sldMkLst>
          <pc:docMk/>
          <pc:sldMk cId="2236075006" sldId="356"/>
        </pc:sldMkLst>
      </pc:sldChg>
      <pc:sldChg chg="del">
        <pc:chgData name="Ivan Granja" userId="d0a12471-25a3-466a-a647-7cb796ed786c" providerId="ADAL" clId="{CF318050-E0E6-4E90-ACE3-528F8C56AD4C}" dt="2021-09-01T20:30:26.120" v="72" actId="47"/>
        <pc:sldMkLst>
          <pc:docMk/>
          <pc:sldMk cId="2178888682" sldId="357"/>
        </pc:sldMkLst>
      </pc:sldChg>
      <pc:sldChg chg="del">
        <pc:chgData name="Ivan Granja" userId="d0a12471-25a3-466a-a647-7cb796ed786c" providerId="ADAL" clId="{CF318050-E0E6-4E90-ACE3-528F8C56AD4C}" dt="2021-09-01T20:30:27.738" v="76" actId="47"/>
        <pc:sldMkLst>
          <pc:docMk/>
          <pc:sldMk cId="2584121849" sldId="358"/>
        </pc:sldMkLst>
      </pc:sldChg>
      <pc:sldChg chg="del">
        <pc:chgData name="Ivan Granja" userId="d0a12471-25a3-466a-a647-7cb796ed786c" providerId="ADAL" clId="{CF318050-E0E6-4E90-ACE3-528F8C56AD4C}" dt="2021-09-01T20:30:28.356" v="77" actId="47"/>
        <pc:sldMkLst>
          <pc:docMk/>
          <pc:sldMk cId="3852499954" sldId="359"/>
        </pc:sldMkLst>
      </pc:sldChg>
      <pc:sldChg chg="del">
        <pc:chgData name="Ivan Granja" userId="d0a12471-25a3-466a-a647-7cb796ed786c" providerId="ADAL" clId="{CF318050-E0E6-4E90-ACE3-528F8C56AD4C}" dt="2021-09-01T20:30:29.197" v="79" actId="47"/>
        <pc:sldMkLst>
          <pc:docMk/>
          <pc:sldMk cId="803428099" sldId="360"/>
        </pc:sldMkLst>
      </pc:sldChg>
      <pc:sldChg chg="del">
        <pc:chgData name="Ivan Granja" userId="d0a12471-25a3-466a-a647-7cb796ed786c" providerId="ADAL" clId="{CF318050-E0E6-4E90-ACE3-528F8C56AD4C}" dt="2021-09-01T20:30:29.723" v="81" actId="47"/>
        <pc:sldMkLst>
          <pc:docMk/>
          <pc:sldMk cId="1025269918" sldId="361"/>
        </pc:sldMkLst>
      </pc:sldChg>
      <pc:sldChg chg="del">
        <pc:chgData name="Ivan Granja" userId="d0a12471-25a3-466a-a647-7cb796ed786c" providerId="ADAL" clId="{CF318050-E0E6-4E90-ACE3-528F8C56AD4C}" dt="2021-09-01T20:30:30.344" v="83" actId="47"/>
        <pc:sldMkLst>
          <pc:docMk/>
          <pc:sldMk cId="1049685603" sldId="362"/>
        </pc:sldMkLst>
      </pc:sldChg>
      <pc:sldChg chg="del">
        <pc:chgData name="Ivan Granja" userId="d0a12471-25a3-466a-a647-7cb796ed786c" providerId="ADAL" clId="{CF318050-E0E6-4E90-ACE3-528F8C56AD4C}" dt="2021-09-01T20:30:31.519" v="85" actId="47"/>
        <pc:sldMkLst>
          <pc:docMk/>
          <pc:sldMk cId="490091377" sldId="363"/>
        </pc:sldMkLst>
      </pc:sldChg>
      <pc:sldChg chg="modSp add del mod">
        <pc:chgData name="Ivan Granja" userId="d0a12471-25a3-466a-a647-7cb796ed786c" providerId="ADAL" clId="{CF318050-E0E6-4E90-ACE3-528F8C56AD4C}" dt="2021-09-02T10:26:05.148" v="4831" actId="20577"/>
        <pc:sldMkLst>
          <pc:docMk/>
          <pc:sldMk cId="959409244" sldId="364"/>
        </pc:sldMkLst>
        <pc:spChg chg="mod">
          <ac:chgData name="Ivan Granja" userId="d0a12471-25a3-466a-a647-7cb796ed786c" providerId="ADAL" clId="{CF318050-E0E6-4E90-ACE3-528F8C56AD4C}" dt="2021-09-02T10:21:04.835" v="4407" actId="20577"/>
          <ac:spMkLst>
            <pc:docMk/>
            <pc:sldMk cId="959409244" sldId="364"/>
            <ac:spMk id="2" creationId="{08A1B36E-847E-41ED-8FD2-3AE6E9D92B15}"/>
          </ac:spMkLst>
        </pc:spChg>
        <pc:spChg chg="mod">
          <ac:chgData name="Ivan Granja" userId="d0a12471-25a3-466a-a647-7cb796ed786c" providerId="ADAL" clId="{CF318050-E0E6-4E90-ACE3-528F8C56AD4C}" dt="2021-09-02T10:26:05.148" v="4831" actId="20577"/>
          <ac:spMkLst>
            <pc:docMk/>
            <pc:sldMk cId="959409244" sldId="364"/>
            <ac:spMk id="15" creationId="{36E4499C-BC97-4246-8B70-89E9CCB014D1}"/>
          </ac:spMkLst>
        </pc:spChg>
      </pc:sldChg>
      <pc:sldChg chg="modSp add del mod">
        <pc:chgData name="Ivan Granja" userId="d0a12471-25a3-466a-a647-7cb796ed786c" providerId="ADAL" clId="{CF318050-E0E6-4E90-ACE3-528F8C56AD4C}" dt="2021-09-02T10:22:38.279" v="4491" actId="115"/>
        <pc:sldMkLst>
          <pc:docMk/>
          <pc:sldMk cId="3437745298" sldId="365"/>
        </pc:sldMkLst>
        <pc:spChg chg="mod">
          <ac:chgData name="Ivan Granja" userId="d0a12471-25a3-466a-a647-7cb796ed786c" providerId="ADAL" clId="{CF318050-E0E6-4E90-ACE3-528F8C56AD4C}" dt="2021-09-02T10:20:55.654" v="4402" actId="113"/>
          <ac:spMkLst>
            <pc:docMk/>
            <pc:sldMk cId="3437745298" sldId="365"/>
            <ac:spMk id="2" creationId="{08A1B36E-847E-41ED-8FD2-3AE6E9D92B15}"/>
          </ac:spMkLst>
        </pc:spChg>
        <pc:spChg chg="mod">
          <ac:chgData name="Ivan Granja" userId="d0a12471-25a3-466a-a647-7cb796ed786c" providerId="ADAL" clId="{CF318050-E0E6-4E90-ACE3-528F8C56AD4C}" dt="2021-09-02T10:22:38.279" v="4491" actId="115"/>
          <ac:spMkLst>
            <pc:docMk/>
            <pc:sldMk cId="3437745298" sldId="365"/>
            <ac:spMk id="15" creationId="{36E4499C-BC97-4246-8B70-89E9CCB014D1}"/>
          </ac:spMkLst>
        </pc:spChg>
      </pc:sldChg>
      <pc:sldChg chg="modSp mod">
        <pc:chgData name="Ivan Granja" userId="d0a12471-25a3-466a-a647-7cb796ed786c" providerId="ADAL" clId="{CF318050-E0E6-4E90-ACE3-528F8C56AD4C}" dt="2021-09-01T20:31:15.500" v="97" actId="20577"/>
        <pc:sldMkLst>
          <pc:docMk/>
          <pc:sldMk cId="426682629" sldId="366"/>
        </pc:sldMkLst>
        <pc:spChg chg="mod">
          <ac:chgData name="Ivan Granja" userId="d0a12471-25a3-466a-a647-7cb796ed786c" providerId="ADAL" clId="{CF318050-E0E6-4E90-ACE3-528F8C56AD4C}" dt="2021-09-01T20:31:15.500" v="97" actId="20577"/>
          <ac:spMkLst>
            <pc:docMk/>
            <pc:sldMk cId="426682629" sldId="366"/>
            <ac:spMk id="15" creationId="{36E4499C-BC97-4246-8B70-89E9CCB014D1}"/>
          </ac:spMkLst>
        </pc:spChg>
      </pc:sldChg>
      <pc:sldChg chg="del">
        <pc:chgData name="Ivan Granja" userId="d0a12471-25a3-466a-a647-7cb796ed786c" providerId="ADAL" clId="{CF318050-E0E6-4E90-ACE3-528F8C56AD4C}" dt="2021-09-01T20:30:28.749" v="78" actId="47"/>
        <pc:sldMkLst>
          <pc:docMk/>
          <pc:sldMk cId="2770177070" sldId="367"/>
        </pc:sldMkLst>
      </pc:sldChg>
      <pc:sldChg chg="del">
        <pc:chgData name="Ivan Granja" userId="d0a12471-25a3-466a-a647-7cb796ed786c" providerId="ADAL" clId="{CF318050-E0E6-4E90-ACE3-528F8C56AD4C}" dt="2021-09-01T20:30:30" v="82" actId="47"/>
        <pc:sldMkLst>
          <pc:docMk/>
          <pc:sldMk cId="2741076645" sldId="370"/>
        </pc:sldMkLst>
      </pc:sldChg>
      <pc:sldChg chg="del">
        <pc:chgData name="Ivan Granja" userId="d0a12471-25a3-466a-a647-7cb796ed786c" providerId="ADAL" clId="{CF318050-E0E6-4E90-ACE3-528F8C56AD4C}" dt="2021-09-01T20:30:29.458" v="80" actId="47"/>
        <pc:sldMkLst>
          <pc:docMk/>
          <pc:sldMk cId="1007371293" sldId="371"/>
        </pc:sldMkLst>
      </pc:sldChg>
      <pc:sldChg chg="del">
        <pc:chgData name="Ivan Granja" userId="d0a12471-25a3-466a-a647-7cb796ed786c" providerId="ADAL" clId="{CF318050-E0E6-4E90-ACE3-528F8C56AD4C}" dt="2021-09-01T20:30:30.808" v="84" actId="47"/>
        <pc:sldMkLst>
          <pc:docMk/>
          <pc:sldMk cId="2530384390" sldId="372"/>
        </pc:sldMkLst>
      </pc:sldChg>
      <pc:sldChg chg="del">
        <pc:chgData name="Ivan Granja" userId="d0a12471-25a3-466a-a647-7cb796ed786c" providerId="ADAL" clId="{CF318050-E0E6-4E90-ACE3-528F8C56AD4C}" dt="2021-09-01T20:30:32.267" v="86" actId="47"/>
        <pc:sldMkLst>
          <pc:docMk/>
          <pc:sldMk cId="883389488" sldId="373"/>
        </pc:sldMkLst>
      </pc:sldChg>
      <pc:sldChg chg="add del">
        <pc:chgData name="Ivan Granja" userId="d0a12471-25a3-466a-a647-7cb796ed786c" providerId="ADAL" clId="{CF318050-E0E6-4E90-ACE3-528F8C56AD4C}" dt="2021-09-02T10:12:14.439" v="3822" actId="47"/>
        <pc:sldMkLst>
          <pc:docMk/>
          <pc:sldMk cId="3069445016" sldId="374"/>
        </pc:sldMkLst>
      </pc:sldChg>
      <pc:sldChg chg="del">
        <pc:chgData name="Ivan Granja" userId="d0a12471-25a3-466a-a647-7cb796ed786c" providerId="ADAL" clId="{CF318050-E0E6-4E90-ACE3-528F8C56AD4C}" dt="2021-09-01T20:30:53.596" v="91" actId="47"/>
        <pc:sldMkLst>
          <pc:docMk/>
          <pc:sldMk cId="2677440230" sldId="375"/>
        </pc:sldMkLst>
      </pc:sldChg>
      <pc:sldChg chg="addSp delSp modSp mod">
        <pc:chgData name="Ivan Granja" userId="d0a12471-25a3-466a-a647-7cb796ed786c" providerId="ADAL" clId="{CF318050-E0E6-4E90-ACE3-528F8C56AD4C}" dt="2021-09-02T09:38:20.145" v="1880" actId="14100"/>
        <pc:sldMkLst>
          <pc:docMk/>
          <pc:sldMk cId="2476567583" sldId="377"/>
        </pc:sldMkLst>
        <pc:spChg chg="del">
          <ac:chgData name="Ivan Granja" userId="d0a12471-25a3-466a-a647-7cb796ed786c" providerId="ADAL" clId="{CF318050-E0E6-4E90-ACE3-528F8C56AD4C}" dt="2021-09-01T20:34:41.264" v="192" actId="478"/>
          <ac:spMkLst>
            <pc:docMk/>
            <pc:sldMk cId="2476567583" sldId="377"/>
            <ac:spMk id="4" creationId="{F13DC704-EF4B-40D7-B572-0BCBD6FD53EC}"/>
          </ac:spMkLst>
        </pc:spChg>
        <pc:spChg chg="mod">
          <ac:chgData name="Ivan Granja" userId="d0a12471-25a3-466a-a647-7cb796ed786c" providerId="ADAL" clId="{CF318050-E0E6-4E90-ACE3-528F8C56AD4C}" dt="2021-09-02T09:38:06.712" v="1878" actId="20577"/>
          <ac:spMkLst>
            <pc:docMk/>
            <pc:sldMk cId="2476567583" sldId="377"/>
            <ac:spMk id="5" creationId="{F95D5272-D498-4186-9185-8AAF3071F27E}"/>
          </ac:spMkLst>
        </pc:spChg>
        <pc:spChg chg="add mod ord">
          <ac:chgData name="Ivan Granja" userId="d0a12471-25a3-466a-a647-7cb796ed786c" providerId="ADAL" clId="{CF318050-E0E6-4E90-ACE3-528F8C56AD4C}" dt="2021-09-02T09:38:20.145" v="1880" actId="14100"/>
          <ac:spMkLst>
            <pc:docMk/>
            <pc:sldMk cId="2476567583" sldId="377"/>
            <ac:spMk id="12" creationId="{12DA2FA3-3DD4-4D60-9C4A-A57C94A13DE3}"/>
          </ac:spMkLst>
        </pc:spChg>
        <pc:spChg chg="add del mod">
          <ac:chgData name="Ivan Granja" userId="d0a12471-25a3-466a-a647-7cb796ed786c" providerId="ADAL" clId="{CF318050-E0E6-4E90-ACE3-528F8C56AD4C}" dt="2021-09-01T20:57:19.733" v="878" actId="21"/>
          <ac:spMkLst>
            <pc:docMk/>
            <pc:sldMk cId="2476567583" sldId="377"/>
            <ac:spMk id="16" creationId="{D7D95D95-402D-404B-9EC1-F6910E06615C}"/>
          </ac:spMkLst>
        </pc:spChg>
        <pc:spChg chg="add del mod">
          <ac:chgData name="Ivan Granja" userId="d0a12471-25a3-466a-a647-7cb796ed786c" providerId="ADAL" clId="{CF318050-E0E6-4E90-ACE3-528F8C56AD4C}" dt="2021-09-01T21:17:57.665" v="1126" actId="21"/>
          <ac:spMkLst>
            <pc:docMk/>
            <pc:sldMk cId="2476567583" sldId="377"/>
            <ac:spMk id="17" creationId="{EF926441-D0C6-41C9-9DCA-9D77C173BDCB}"/>
          </ac:spMkLst>
        </pc:spChg>
        <pc:spChg chg="add del mod">
          <ac:chgData name="Ivan Granja" userId="d0a12471-25a3-466a-a647-7cb796ed786c" providerId="ADAL" clId="{CF318050-E0E6-4E90-ACE3-528F8C56AD4C}" dt="2021-09-01T21:18:34.316" v="1136" actId="21"/>
          <ac:spMkLst>
            <pc:docMk/>
            <pc:sldMk cId="2476567583" sldId="377"/>
            <ac:spMk id="20" creationId="{73FA3AB4-0A34-42C7-96C1-EB5E13ABD87E}"/>
          </ac:spMkLst>
        </pc:spChg>
        <pc:spChg chg="add del mod">
          <ac:chgData name="Ivan Granja" userId="d0a12471-25a3-466a-a647-7cb796ed786c" providerId="ADAL" clId="{CF318050-E0E6-4E90-ACE3-528F8C56AD4C}" dt="2021-09-01T21:18:49.014" v="1139"/>
          <ac:spMkLst>
            <pc:docMk/>
            <pc:sldMk cId="2476567583" sldId="377"/>
            <ac:spMk id="21" creationId="{93902710-C093-4942-A559-01AEE9BE446E}"/>
          </ac:spMkLst>
        </pc:spChg>
        <pc:spChg chg="add del mod">
          <ac:chgData name="Ivan Granja" userId="d0a12471-25a3-466a-a647-7cb796ed786c" providerId="ADAL" clId="{CF318050-E0E6-4E90-ACE3-528F8C56AD4C}" dt="2021-09-02T09:37:53.558" v="1860" actId="21"/>
          <ac:spMkLst>
            <pc:docMk/>
            <pc:sldMk cId="2476567583" sldId="377"/>
            <ac:spMk id="22" creationId="{F4755584-55E3-4D65-9AB9-3EC780E61366}"/>
          </ac:spMkLst>
        </pc:spChg>
        <pc:spChg chg="add mod">
          <ac:chgData name="Ivan Granja" userId="d0a12471-25a3-466a-a647-7cb796ed786c" providerId="ADAL" clId="{CF318050-E0E6-4E90-ACE3-528F8C56AD4C}" dt="2021-09-02T09:38:13.528" v="1879"/>
          <ac:spMkLst>
            <pc:docMk/>
            <pc:sldMk cId="2476567583" sldId="377"/>
            <ac:spMk id="23" creationId="{3320FE2C-1E6C-49FB-9DEB-D264B987B587}"/>
          </ac:spMkLst>
        </pc:spChg>
        <pc:picChg chg="del">
          <ac:chgData name="Ivan Granja" userId="d0a12471-25a3-466a-a647-7cb796ed786c" providerId="ADAL" clId="{CF318050-E0E6-4E90-ACE3-528F8C56AD4C}" dt="2021-09-01T20:34:51.829" v="193" actId="478"/>
          <ac:picMkLst>
            <pc:docMk/>
            <pc:sldMk cId="2476567583" sldId="377"/>
            <ac:picMk id="3" creationId="{30864B90-6219-4680-ABC5-0ECC27D84D1C}"/>
          </ac:picMkLst>
        </pc:picChg>
        <pc:picChg chg="add del mod">
          <ac:chgData name="Ivan Granja" userId="d0a12471-25a3-466a-a647-7cb796ed786c" providerId="ADAL" clId="{CF318050-E0E6-4E90-ACE3-528F8C56AD4C}" dt="2021-09-01T21:17:05.311" v="1114" actId="478"/>
          <ac:picMkLst>
            <pc:docMk/>
            <pc:sldMk cId="2476567583" sldId="377"/>
            <ac:picMk id="6" creationId="{B50225E1-2792-44C2-B385-A3B8F1025D78}"/>
          </ac:picMkLst>
        </pc:picChg>
        <pc:picChg chg="add del mod">
          <ac:chgData name="Ivan Granja" userId="d0a12471-25a3-466a-a647-7cb796ed786c" providerId="ADAL" clId="{CF318050-E0E6-4E90-ACE3-528F8C56AD4C}" dt="2021-09-01T20:41:56.300" v="411"/>
          <ac:picMkLst>
            <pc:docMk/>
            <pc:sldMk cId="2476567583" sldId="377"/>
            <ac:picMk id="15" creationId="{0442EABF-A49C-4B66-818A-F012B010CC3A}"/>
          </ac:picMkLst>
        </pc:picChg>
        <pc:picChg chg="add mod ord">
          <ac:chgData name="Ivan Granja" userId="d0a12471-25a3-466a-a647-7cb796ed786c" providerId="ADAL" clId="{CF318050-E0E6-4E90-ACE3-528F8C56AD4C}" dt="2021-09-01T21:17:41.039" v="1122" actId="167"/>
          <ac:picMkLst>
            <pc:docMk/>
            <pc:sldMk cId="2476567583" sldId="377"/>
            <ac:picMk id="19" creationId="{4416D810-3FF2-466E-90F2-8BC1F46B0A06}"/>
          </ac:picMkLst>
        </pc:picChg>
        <pc:cxnChg chg="add mod">
          <ac:chgData name="Ivan Granja" userId="d0a12471-25a3-466a-a647-7cb796ed786c" providerId="ADAL" clId="{CF318050-E0E6-4E90-ACE3-528F8C56AD4C}" dt="2021-09-01T20:41:32.474" v="408" actId="14100"/>
          <ac:cxnSpMkLst>
            <pc:docMk/>
            <pc:sldMk cId="2476567583" sldId="377"/>
            <ac:cxnSpMk id="8" creationId="{58C1FD59-AFE1-40F4-8209-5FFBBA613275}"/>
          </ac:cxnSpMkLst>
        </pc:cxnChg>
        <pc:cxnChg chg="add mod">
          <ac:chgData name="Ivan Granja" userId="d0a12471-25a3-466a-a647-7cb796ed786c" providerId="ADAL" clId="{CF318050-E0E6-4E90-ACE3-528F8C56AD4C}" dt="2021-09-01T20:41:34.650" v="409" actId="14100"/>
          <ac:cxnSpMkLst>
            <pc:docMk/>
            <pc:sldMk cId="2476567583" sldId="377"/>
            <ac:cxnSpMk id="9" creationId="{4A8D710B-C81E-4AAB-B416-C40F49C74058}"/>
          </ac:cxnSpMkLst>
        </pc:cxnChg>
      </pc:sldChg>
      <pc:sldChg chg="addSp modSp new mod">
        <pc:chgData name="Ivan Granja" userId="d0a12471-25a3-466a-a647-7cb796ed786c" providerId="ADAL" clId="{CF318050-E0E6-4E90-ACE3-528F8C56AD4C}" dt="2021-09-02T09:48:13.097" v="2520" actId="20577"/>
        <pc:sldMkLst>
          <pc:docMk/>
          <pc:sldMk cId="1013968516" sldId="378"/>
        </pc:sldMkLst>
        <pc:spChg chg="add mod">
          <ac:chgData name="Ivan Granja" userId="d0a12471-25a3-466a-a647-7cb796ed786c" providerId="ADAL" clId="{CF318050-E0E6-4E90-ACE3-528F8C56AD4C}" dt="2021-09-02T09:48:13.097" v="2520" actId="20577"/>
          <ac:spMkLst>
            <pc:docMk/>
            <pc:sldMk cId="1013968516" sldId="378"/>
            <ac:spMk id="2" creationId="{41B7F912-5114-4228-A481-9A3403F62E07}"/>
          </ac:spMkLst>
        </pc:spChg>
        <pc:picChg chg="add mod">
          <ac:chgData name="Ivan Granja" userId="d0a12471-25a3-466a-a647-7cb796ed786c" providerId="ADAL" clId="{CF318050-E0E6-4E90-ACE3-528F8C56AD4C}" dt="2021-09-01T20:51:58.278" v="691" actId="14100"/>
          <ac:picMkLst>
            <pc:docMk/>
            <pc:sldMk cId="1013968516" sldId="378"/>
            <ac:picMk id="4" creationId="{35029189-32AF-4BF8-A65A-C9D370E37775}"/>
          </ac:picMkLst>
        </pc:picChg>
      </pc:sldChg>
      <pc:sldChg chg="del">
        <pc:chgData name="Ivan Granja" userId="d0a12471-25a3-466a-a647-7cb796ed786c" providerId="ADAL" clId="{CF318050-E0E6-4E90-ACE3-528F8C56AD4C}" dt="2021-09-01T20:34:04.910" v="99" actId="47"/>
        <pc:sldMkLst>
          <pc:docMk/>
          <pc:sldMk cId="3241564579" sldId="378"/>
        </pc:sldMkLst>
      </pc:sldChg>
      <pc:sldChg chg="new">
        <pc:chgData name="Ivan Granja" userId="d0a12471-25a3-466a-a647-7cb796ed786c" providerId="ADAL" clId="{CF318050-E0E6-4E90-ACE3-528F8C56AD4C}" dt="2021-09-01T20:55:42.498" v="875" actId="680"/>
        <pc:sldMkLst>
          <pc:docMk/>
          <pc:sldMk cId="3547498289" sldId="379"/>
        </pc:sldMkLst>
      </pc:sldChg>
      <pc:sldChg chg="addSp delSp modSp add mod">
        <pc:chgData name="Ivan Granja" userId="d0a12471-25a3-466a-a647-7cb796ed786c" providerId="ADAL" clId="{CF318050-E0E6-4E90-ACE3-528F8C56AD4C}" dt="2021-09-02T10:02:20.977" v="3339"/>
        <pc:sldMkLst>
          <pc:docMk/>
          <pc:sldMk cId="3232100054" sldId="380"/>
        </pc:sldMkLst>
        <pc:spChg chg="mod">
          <ac:chgData name="Ivan Granja" userId="d0a12471-25a3-466a-a647-7cb796ed786c" providerId="ADAL" clId="{CF318050-E0E6-4E90-ACE3-528F8C56AD4C}" dt="2021-09-02T09:47:04.759" v="2484" actId="20577"/>
          <ac:spMkLst>
            <pc:docMk/>
            <pc:sldMk cId="3232100054" sldId="380"/>
            <ac:spMk id="2" creationId="{41B7F912-5114-4228-A481-9A3403F62E07}"/>
          </ac:spMkLst>
        </pc:spChg>
        <pc:spChg chg="add mod">
          <ac:chgData name="Ivan Granja" userId="d0a12471-25a3-466a-a647-7cb796ed786c" providerId="ADAL" clId="{CF318050-E0E6-4E90-ACE3-528F8C56AD4C}" dt="2021-09-02T09:46:59.049" v="2483" actId="27636"/>
          <ac:spMkLst>
            <pc:docMk/>
            <pc:sldMk cId="3232100054" sldId="380"/>
            <ac:spMk id="14" creationId="{DB0358BB-2665-4D15-853B-F1E3A01062F1}"/>
          </ac:spMkLst>
        </pc:spChg>
        <pc:spChg chg="add del mod">
          <ac:chgData name="Ivan Granja" userId="d0a12471-25a3-466a-a647-7cb796ed786c" providerId="ADAL" clId="{CF318050-E0E6-4E90-ACE3-528F8C56AD4C}" dt="2021-09-02T10:02:20.977" v="3339"/>
          <ac:spMkLst>
            <pc:docMk/>
            <pc:sldMk cId="3232100054" sldId="380"/>
            <ac:spMk id="15" creationId="{391186C7-55BA-4306-9A67-280D634CD156}"/>
          </ac:spMkLst>
        </pc:spChg>
        <pc:picChg chg="del">
          <ac:chgData name="Ivan Granja" userId="d0a12471-25a3-466a-a647-7cb796ed786c" providerId="ADAL" clId="{CF318050-E0E6-4E90-ACE3-528F8C56AD4C}" dt="2021-09-01T21:23:17.010" v="1279" actId="478"/>
          <ac:picMkLst>
            <pc:docMk/>
            <pc:sldMk cId="3232100054" sldId="380"/>
            <ac:picMk id="4" creationId="{35029189-32AF-4BF8-A65A-C9D370E37775}"/>
          </ac:picMkLst>
        </pc:picChg>
        <pc:picChg chg="add mod">
          <ac:chgData name="Ivan Granja" userId="d0a12471-25a3-466a-a647-7cb796ed786c" providerId="ADAL" clId="{CF318050-E0E6-4E90-ACE3-528F8C56AD4C}" dt="2021-09-01T21:25:43.932" v="1577" actId="14100"/>
          <ac:picMkLst>
            <pc:docMk/>
            <pc:sldMk cId="3232100054" sldId="380"/>
            <ac:picMk id="5" creationId="{BFA974D8-CCC5-4F8C-A561-2D06770F6B31}"/>
          </ac:picMkLst>
        </pc:picChg>
        <pc:picChg chg="add del mod">
          <ac:chgData name="Ivan Granja" userId="d0a12471-25a3-466a-a647-7cb796ed786c" providerId="ADAL" clId="{CF318050-E0E6-4E90-ACE3-528F8C56AD4C}" dt="2021-09-01T21:35:11.542" v="1689" actId="478"/>
          <ac:picMkLst>
            <pc:docMk/>
            <pc:sldMk cId="3232100054" sldId="380"/>
            <ac:picMk id="7" creationId="{72F107FF-2CC4-4077-BD24-8BF302889365}"/>
          </ac:picMkLst>
        </pc:picChg>
        <pc:picChg chg="add del">
          <ac:chgData name="Ivan Granja" userId="d0a12471-25a3-466a-a647-7cb796ed786c" providerId="ADAL" clId="{CF318050-E0E6-4E90-ACE3-528F8C56AD4C}" dt="2021-09-01T21:35:16.466" v="1691" actId="22"/>
          <ac:picMkLst>
            <pc:docMk/>
            <pc:sldMk cId="3232100054" sldId="380"/>
            <ac:picMk id="9" creationId="{571E2AE9-AD5B-420D-B2C1-00CBD15EB46B}"/>
          </ac:picMkLst>
        </pc:picChg>
        <pc:picChg chg="add del mod">
          <ac:chgData name="Ivan Granja" userId="d0a12471-25a3-466a-a647-7cb796ed786c" providerId="ADAL" clId="{CF318050-E0E6-4E90-ACE3-528F8C56AD4C}" dt="2021-09-02T09:35:23.184" v="1720" actId="478"/>
          <ac:picMkLst>
            <pc:docMk/>
            <pc:sldMk cId="3232100054" sldId="380"/>
            <ac:picMk id="11" creationId="{45B33A0D-8C6B-41A3-865A-EF28FC4380DB}"/>
          </ac:picMkLst>
        </pc:picChg>
        <pc:picChg chg="add mod">
          <ac:chgData name="Ivan Granja" userId="d0a12471-25a3-466a-a647-7cb796ed786c" providerId="ADAL" clId="{CF318050-E0E6-4E90-ACE3-528F8C56AD4C}" dt="2021-09-02T09:44:15.533" v="2293" actId="14100"/>
          <ac:picMkLst>
            <pc:docMk/>
            <pc:sldMk cId="3232100054" sldId="380"/>
            <ac:picMk id="13" creationId="{DD0DAED5-B991-4125-B579-BBDAB60DE2D4}"/>
          </ac:picMkLst>
        </pc:picChg>
      </pc:sldChg>
      <pc:sldChg chg="addSp modSp add del mod">
        <pc:chgData name="Ivan Granja" userId="d0a12471-25a3-466a-a647-7cb796ed786c" providerId="ADAL" clId="{CF318050-E0E6-4E90-ACE3-528F8C56AD4C}" dt="2021-09-01T21:37:12.759" v="1695" actId="47"/>
        <pc:sldMkLst>
          <pc:docMk/>
          <pc:sldMk cId="199462567" sldId="381"/>
        </pc:sldMkLst>
        <pc:picChg chg="mod">
          <ac:chgData name="Ivan Granja" userId="d0a12471-25a3-466a-a647-7cb796ed786c" providerId="ADAL" clId="{CF318050-E0E6-4E90-ACE3-528F8C56AD4C}" dt="2021-09-01T21:34:27.988" v="1684" actId="1076"/>
          <ac:picMkLst>
            <pc:docMk/>
            <pc:sldMk cId="199462567" sldId="381"/>
            <ac:picMk id="7" creationId="{72F107FF-2CC4-4077-BD24-8BF302889365}"/>
          </ac:picMkLst>
        </pc:picChg>
        <pc:cxnChg chg="add mod">
          <ac:chgData name="Ivan Granja" userId="d0a12471-25a3-466a-a647-7cb796ed786c" providerId="ADAL" clId="{CF318050-E0E6-4E90-ACE3-528F8C56AD4C}" dt="2021-09-01T21:34:32.565" v="1688" actId="1038"/>
          <ac:cxnSpMkLst>
            <pc:docMk/>
            <pc:sldMk cId="199462567" sldId="381"/>
            <ac:cxnSpMk id="4" creationId="{09941038-071B-465D-A78B-590A6D16FC6A}"/>
          </ac:cxnSpMkLst>
        </pc:cxnChg>
      </pc:sldChg>
      <pc:sldChg chg="addSp delSp modSp add mod modClrScheme chgLayout">
        <pc:chgData name="Ivan Granja" userId="d0a12471-25a3-466a-a647-7cb796ed786c" providerId="ADAL" clId="{CF318050-E0E6-4E90-ACE3-528F8C56AD4C}" dt="2021-09-02T10:09:00.748" v="3707" actId="14100"/>
        <pc:sldMkLst>
          <pc:docMk/>
          <pc:sldMk cId="3579648448" sldId="381"/>
        </pc:sldMkLst>
        <pc:spChg chg="del">
          <ac:chgData name="Ivan Granja" userId="d0a12471-25a3-466a-a647-7cb796ed786c" providerId="ADAL" clId="{CF318050-E0E6-4E90-ACE3-528F8C56AD4C}" dt="2021-09-01T21:37:18.839" v="1697" actId="478"/>
          <ac:spMkLst>
            <pc:docMk/>
            <pc:sldMk cId="3579648448" sldId="381"/>
            <ac:spMk id="2" creationId="{41B7F912-5114-4228-A481-9A3403F62E07}"/>
          </ac:spMkLst>
        </pc:spChg>
        <pc:spChg chg="add mod">
          <ac:chgData name="Ivan Granja" userId="d0a12471-25a3-466a-a647-7cb796ed786c" providerId="ADAL" clId="{CF318050-E0E6-4E90-ACE3-528F8C56AD4C}" dt="2021-09-02T09:47:30.240" v="2485" actId="164"/>
          <ac:spMkLst>
            <pc:docMk/>
            <pc:sldMk cId="3579648448" sldId="381"/>
            <ac:spMk id="6" creationId="{7409AFFE-D792-4669-8E3B-7BEDC1646F43}"/>
          </ac:spMkLst>
        </pc:spChg>
        <pc:spChg chg="add mod">
          <ac:chgData name="Ivan Granja" userId="d0a12471-25a3-466a-a647-7cb796ed786c" providerId="ADAL" clId="{CF318050-E0E6-4E90-ACE3-528F8C56AD4C}" dt="2021-09-02T09:47:30.240" v="2485" actId="164"/>
          <ac:spMkLst>
            <pc:docMk/>
            <pc:sldMk cId="3579648448" sldId="381"/>
            <ac:spMk id="7" creationId="{D614FD0E-9C12-4F45-B8C6-BCF1E8D7B65F}"/>
          </ac:spMkLst>
        </pc:spChg>
        <pc:spChg chg="add del mod">
          <ac:chgData name="Ivan Granja" userId="d0a12471-25a3-466a-a647-7cb796ed786c" providerId="ADAL" clId="{CF318050-E0E6-4E90-ACE3-528F8C56AD4C}" dt="2021-09-02T09:48:42.549" v="2527" actId="478"/>
          <ac:spMkLst>
            <pc:docMk/>
            <pc:sldMk cId="3579648448" sldId="381"/>
            <ac:spMk id="12" creationId="{AEC76B48-AB16-4C49-A8DB-D68508569E1F}"/>
          </ac:spMkLst>
        </pc:spChg>
        <pc:spChg chg="add mod ord">
          <ac:chgData name="Ivan Granja" userId="d0a12471-25a3-466a-a647-7cb796ed786c" providerId="ADAL" clId="{CF318050-E0E6-4E90-ACE3-528F8C56AD4C}" dt="2021-09-02T09:50:57.867" v="2642" actId="20577"/>
          <ac:spMkLst>
            <pc:docMk/>
            <pc:sldMk cId="3579648448" sldId="381"/>
            <ac:spMk id="13" creationId="{329EDF63-EFA0-4DF0-8EF8-AAFC400E6014}"/>
          </ac:spMkLst>
        </pc:spChg>
        <pc:spChg chg="add mod ord">
          <ac:chgData name="Ivan Granja" userId="d0a12471-25a3-466a-a647-7cb796ed786c" providerId="ADAL" clId="{CF318050-E0E6-4E90-ACE3-528F8C56AD4C}" dt="2021-09-02T10:09:00.748" v="3707" actId="14100"/>
          <ac:spMkLst>
            <pc:docMk/>
            <pc:sldMk cId="3579648448" sldId="381"/>
            <ac:spMk id="14" creationId="{497561DF-D2E3-4453-ACF5-631959B0A59E}"/>
          </ac:spMkLst>
        </pc:spChg>
        <pc:grpChg chg="add del mod">
          <ac:chgData name="Ivan Granja" userId="d0a12471-25a3-466a-a647-7cb796ed786c" providerId="ADAL" clId="{CF318050-E0E6-4E90-ACE3-528F8C56AD4C}" dt="2021-09-02T09:59:47.324" v="3230" actId="1076"/>
          <ac:grpSpMkLst>
            <pc:docMk/>
            <pc:sldMk cId="3579648448" sldId="381"/>
            <ac:grpSpMk id="10" creationId="{F4FB02E3-B5FD-4998-AD05-AD84CCADBC5F}"/>
          </ac:grpSpMkLst>
        </pc:grpChg>
        <pc:picChg chg="del">
          <ac:chgData name="Ivan Granja" userId="d0a12471-25a3-466a-a647-7cb796ed786c" providerId="ADAL" clId="{CF318050-E0E6-4E90-ACE3-528F8C56AD4C}" dt="2021-09-02T09:46:41.145" v="2476" actId="478"/>
          <ac:picMkLst>
            <pc:docMk/>
            <pc:sldMk cId="3579648448" sldId="381"/>
            <ac:picMk id="5" creationId="{BFA974D8-CCC5-4F8C-A561-2D06770F6B31}"/>
          </ac:picMkLst>
        </pc:picChg>
        <pc:picChg chg="add mod ord">
          <ac:chgData name="Ivan Granja" userId="d0a12471-25a3-466a-a647-7cb796ed786c" providerId="ADAL" clId="{CF318050-E0E6-4E90-ACE3-528F8C56AD4C}" dt="2021-09-02T09:47:30.240" v="2485" actId="164"/>
          <ac:picMkLst>
            <pc:docMk/>
            <pc:sldMk cId="3579648448" sldId="381"/>
            <ac:picMk id="9" creationId="{7DB97BBD-15E7-41A0-8A51-0141371E94A1}"/>
          </ac:picMkLst>
        </pc:picChg>
        <pc:picChg chg="del">
          <ac:chgData name="Ivan Granja" userId="d0a12471-25a3-466a-a647-7cb796ed786c" providerId="ADAL" clId="{CF318050-E0E6-4E90-ACE3-528F8C56AD4C}" dt="2021-09-02T09:45:58.280" v="2452" actId="478"/>
          <ac:picMkLst>
            <pc:docMk/>
            <pc:sldMk cId="3579648448" sldId="381"/>
            <ac:picMk id="11" creationId="{45B33A0D-8C6B-41A3-865A-EF28FC4380DB}"/>
          </ac:picMkLst>
        </pc:picChg>
        <pc:cxnChg chg="add mod">
          <ac:chgData name="Ivan Granja" userId="d0a12471-25a3-466a-a647-7cb796ed786c" providerId="ADAL" clId="{CF318050-E0E6-4E90-ACE3-528F8C56AD4C}" dt="2021-09-02T09:47:30.240" v="2485" actId="164"/>
          <ac:cxnSpMkLst>
            <pc:docMk/>
            <pc:sldMk cId="3579648448" sldId="381"/>
            <ac:cxnSpMk id="4" creationId="{7722CAD9-D349-4519-84CC-0E8583262254}"/>
          </ac:cxnSpMkLst>
        </pc:cxnChg>
      </pc:sldChg>
      <pc:sldChg chg="addSp delSp modSp add mod ord">
        <pc:chgData name="Ivan Granja" userId="d0a12471-25a3-466a-a647-7cb796ed786c" providerId="ADAL" clId="{CF318050-E0E6-4E90-ACE3-528F8C56AD4C}" dt="2021-09-02T10:10:04.532" v="3749" actId="1076"/>
        <pc:sldMkLst>
          <pc:docMk/>
          <pc:sldMk cId="2775011683" sldId="382"/>
        </pc:sldMkLst>
        <pc:spChg chg="mod">
          <ac:chgData name="Ivan Granja" userId="d0a12471-25a3-466a-a647-7cb796ed786c" providerId="ADAL" clId="{CF318050-E0E6-4E90-ACE3-528F8C56AD4C}" dt="2021-09-02T10:10:00.830" v="3748" actId="20577"/>
          <ac:spMkLst>
            <pc:docMk/>
            <pc:sldMk cId="2775011683" sldId="382"/>
            <ac:spMk id="2" creationId="{41B7F912-5114-4228-A481-9A3403F62E07}"/>
          </ac:spMkLst>
        </pc:spChg>
        <pc:spChg chg="mod">
          <ac:chgData name="Ivan Granja" userId="d0a12471-25a3-466a-a647-7cb796ed786c" providerId="ADAL" clId="{CF318050-E0E6-4E90-ACE3-528F8C56AD4C}" dt="2021-09-02T09:57:49.456" v="3071"/>
          <ac:spMkLst>
            <pc:docMk/>
            <pc:sldMk cId="2775011683" sldId="382"/>
            <ac:spMk id="9" creationId="{5144D7A5-3895-4197-9376-A4DDF31199A6}"/>
          </ac:spMkLst>
        </pc:spChg>
        <pc:spChg chg="mod">
          <ac:chgData name="Ivan Granja" userId="d0a12471-25a3-466a-a647-7cb796ed786c" providerId="ADAL" clId="{CF318050-E0E6-4E90-ACE3-528F8C56AD4C}" dt="2021-09-02T09:57:49.456" v="3071"/>
          <ac:spMkLst>
            <pc:docMk/>
            <pc:sldMk cId="2775011683" sldId="382"/>
            <ac:spMk id="10" creationId="{511D5016-55D9-4359-A960-3F09EAD9C53D}"/>
          </ac:spMkLst>
        </pc:spChg>
        <pc:spChg chg="add mod">
          <ac:chgData name="Ivan Granja" userId="d0a12471-25a3-466a-a647-7cb796ed786c" providerId="ADAL" clId="{CF318050-E0E6-4E90-ACE3-528F8C56AD4C}" dt="2021-09-02T10:03:46.193" v="3356" actId="14100"/>
          <ac:spMkLst>
            <pc:docMk/>
            <pc:sldMk cId="2775011683" sldId="382"/>
            <ac:spMk id="11" creationId="{59B17EAF-7D85-44AF-8331-C29E705DBEE3}"/>
          </ac:spMkLst>
        </pc:spChg>
        <pc:spChg chg="add mod">
          <ac:chgData name="Ivan Granja" userId="d0a12471-25a3-466a-a647-7cb796ed786c" providerId="ADAL" clId="{CF318050-E0E6-4E90-ACE3-528F8C56AD4C}" dt="2021-09-02T10:03:27.262" v="3355" actId="14100"/>
          <ac:spMkLst>
            <pc:docMk/>
            <pc:sldMk cId="2775011683" sldId="382"/>
            <ac:spMk id="12" creationId="{FE9CAE8B-D587-4005-977E-AFF5A4798A93}"/>
          </ac:spMkLst>
        </pc:spChg>
        <pc:spChg chg="del">
          <ac:chgData name="Ivan Granja" userId="d0a12471-25a3-466a-a647-7cb796ed786c" providerId="ADAL" clId="{CF318050-E0E6-4E90-ACE3-528F8C56AD4C}" dt="2021-09-02T09:57:54.749" v="3073" actId="478"/>
          <ac:spMkLst>
            <pc:docMk/>
            <pc:sldMk cId="2775011683" sldId="382"/>
            <ac:spMk id="14" creationId="{DB0358BB-2665-4D15-853B-F1E3A01062F1}"/>
          </ac:spMkLst>
        </pc:spChg>
        <pc:spChg chg="add mod">
          <ac:chgData name="Ivan Granja" userId="d0a12471-25a3-466a-a647-7cb796ed786c" providerId="ADAL" clId="{CF318050-E0E6-4E90-ACE3-528F8C56AD4C}" dt="2021-09-02T10:10:04.532" v="3749" actId="1076"/>
          <ac:spMkLst>
            <pc:docMk/>
            <pc:sldMk cId="2775011683" sldId="382"/>
            <ac:spMk id="15" creationId="{44683A52-E109-479B-B607-2A3FA815D696}"/>
          </ac:spMkLst>
        </pc:spChg>
        <pc:spChg chg="add del mod">
          <ac:chgData name="Ivan Granja" userId="d0a12471-25a3-466a-a647-7cb796ed786c" providerId="ADAL" clId="{CF318050-E0E6-4E90-ACE3-528F8C56AD4C}" dt="2021-09-02T10:07:57.801" v="3660"/>
          <ac:spMkLst>
            <pc:docMk/>
            <pc:sldMk cId="2775011683" sldId="382"/>
            <ac:spMk id="16" creationId="{3121C297-4F6F-46F4-8543-7B38749354D3}"/>
          </ac:spMkLst>
        </pc:spChg>
        <pc:grpChg chg="add mod">
          <ac:chgData name="Ivan Granja" userId="d0a12471-25a3-466a-a647-7cb796ed786c" providerId="ADAL" clId="{CF318050-E0E6-4E90-ACE3-528F8C56AD4C}" dt="2021-09-02T10:02:44.775" v="3347" actId="1076"/>
          <ac:grpSpMkLst>
            <pc:docMk/>
            <pc:sldMk cId="2775011683" sldId="382"/>
            <ac:grpSpMk id="6" creationId="{83D3A083-18E9-431B-85EE-D6545ED16A93}"/>
          </ac:grpSpMkLst>
        </pc:grpChg>
        <pc:picChg chg="mod">
          <ac:chgData name="Ivan Granja" userId="d0a12471-25a3-466a-a647-7cb796ed786c" providerId="ADAL" clId="{CF318050-E0E6-4E90-ACE3-528F8C56AD4C}" dt="2021-09-02T09:57:49.456" v="3071"/>
          <ac:picMkLst>
            <pc:docMk/>
            <pc:sldMk cId="2775011683" sldId="382"/>
            <ac:picMk id="7" creationId="{28D575D5-8090-4537-B0E5-4C0AA697675B}"/>
          </ac:picMkLst>
        </pc:picChg>
        <pc:picChg chg="del">
          <ac:chgData name="Ivan Granja" userId="d0a12471-25a3-466a-a647-7cb796ed786c" providerId="ADAL" clId="{CF318050-E0E6-4E90-ACE3-528F8C56AD4C}" dt="2021-09-02T09:57:48.648" v="3070" actId="478"/>
          <ac:picMkLst>
            <pc:docMk/>
            <pc:sldMk cId="2775011683" sldId="382"/>
            <ac:picMk id="13" creationId="{DD0DAED5-B991-4125-B579-BBDAB60DE2D4}"/>
          </ac:picMkLst>
        </pc:picChg>
        <pc:cxnChg chg="mod">
          <ac:chgData name="Ivan Granja" userId="d0a12471-25a3-466a-a647-7cb796ed786c" providerId="ADAL" clId="{CF318050-E0E6-4E90-ACE3-528F8C56AD4C}" dt="2021-09-02T09:57:49.456" v="3071"/>
          <ac:cxnSpMkLst>
            <pc:docMk/>
            <pc:sldMk cId="2775011683" sldId="382"/>
            <ac:cxnSpMk id="8" creationId="{AB99A589-F2CF-44CE-BDBF-EF5A45C66DC6}"/>
          </ac:cxnSpMkLst>
        </pc:cxnChg>
      </pc:sldChg>
      <pc:sldChg chg="addSp delSp modSp add mod">
        <pc:chgData name="Ivan Granja" userId="d0a12471-25a3-466a-a647-7cb796ed786c" providerId="ADAL" clId="{CF318050-E0E6-4E90-ACE3-528F8C56AD4C}" dt="2021-09-02T10:11:22.135" v="3820" actId="20577"/>
        <pc:sldMkLst>
          <pc:docMk/>
          <pc:sldMk cId="1149960185" sldId="383"/>
        </pc:sldMkLst>
        <pc:spChg chg="mod">
          <ac:chgData name="Ivan Granja" userId="d0a12471-25a3-466a-a647-7cb796ed786c" providerId="ADAL" clId="{CF318050-E0E6-4E90-ACE3-528F8C56AD4C}" dt="2021-09-02T10:11:22.135" v="3820" actId="20577"/>
          <ac:spMkLst>
            <pc:docMk/>
            <pc:sldMk cId="1149960185" sldId="383"/>
            <ac:spMk id="2" creationId="{41B7F912-5114-4228-A481-9A3403F62E07}"/>
          </ac:spMkLst>
        </pc:spChg>
        <pc:spChg chg="del">
          <ac:chgData name="Ivan Granja" userId="d0a12471-25a3-466a-a647-7cb796ed786c" providerId="ADAL" clId="{CF318050-E0E6-4E90-ACE3-528F8C56AD4C}" dt="2021-09-02T10:06:43.997" v="3627" actId="478"/>
          <ac:spMkLst>
            <pc:docMk/>
            <pc:sldMk cId="1149960185" sldId="383"/>
            <ac:spMk id="11" creationId="{59B17EAF-7D85-44AF-8331-C29E705DBEE3}"/>
          </ac:spMkLst>
        </pc:spChg>
        <pc:spChg chg="del">
          <ac:chgData name="Ivan Granja" userId="d0a12471-25a3-466a-a647-7cb796ed786c" providerId="ADAL" clId="{CF318050-E0E6-4E90-ACE3-528F8C56AD4C}" dt="2021-09-02T10:06:40.821" v="3626" actId="21"/>
          <ac:spMkLst>
            <pc:docMk/>
            <pc:sldMk cId="1149960185" sldId="383"/>
            <ac:spMk id="12" creationId="{FE9CAE8B-D587-4005-977E-AFF5A4798A93}"/>
          </ac:spMkLst>
        </pc:spChg>
        <pc:spChg chg="add mod">
          <ac:chgData name="Ivan Granja" userId="d0a12471-25a3-466a-a647-7cb796ed786c" providerId="ADAL" clId="{CF318050-E0E6-4E90-ACE3-528F8C56AD4C}" dt="2021-09-02T10:07:09.723" v="3634" actId="14100"/>
          <ac:spMkLst>
            <pc:docMk/>
            <pc:sldMk cId="1149960185" sldId="383"/>
            <ac:spMk id="13" creationId="{5A727677-CE6C-4383-BF7F-5D1F2C216CFF}"/>
          </ac:spMkLst>
        </pc:spChg>
        <pc:spChg chg="add mod">
          <ac:chgData name="Ivan Granja" userId="d0a12471-25a3-466a-a647-7cb796ed786c" providerId="ADAL" clId="{CF318050-E0E6-4E90-ACE3-528F8C56AD4C}" dt="2021-09-02T10:07:02.659" v="3633" actId="14100"/>
          <ac:spMkLst>
            <pc:docMk/>
            <pc:sldMk cId="1149960185" sldId="383"/>
            <ac:spMk id="14" creationId="{E91C8218-C96C-45EC-9A3A-CDDF2925D644}"/>
          </ac:spMkLst>
        </pc:spChg>
      </pc:sldChg>
    </pc:docChg>
  </pc:docChgLst>
  <pc:docChgLst>
    <pc:chgData name="Ivan Granja" userId="d0a12471-25a3-466a-a647-7cb796ed786c" providerId="ADAL" clId="{5B044D06-029C-496D-87B8-A9142683B341}"/>
    <pc:docChg chg="undo custSel addSld delSld modSld sldOrd">
      <pc:chgData name="Ivan Granja" userId="d0a12471-25a3-466a-a647-7cb796ed786c" providerId="ADAL" clId="{5B044D06-029C-496D-87B8-A9142683B341}" dt="2020-08-09T22:01:49.224" v="1537" actId="20577"/>
      <pc:docMkLst>
        <pc:docMk/>
      </pc:docMkLst>
      <pc:sldChg chg="modSp mod">
        <pc:chgData name="Ivan Granja" userId="d0a12471-25a3-466a-a647-7cb796ed786c" providerId="ADAL" clId="{5B044D06-029C-496D-87B8-A9142683B341}" dt="2020-08-02T02:13:23.573" v="1493" actId="20577"/>
        <pc:sldMkLst>
          <pc:docMk/>
          <pc:sldMk cId="1201363542" sldId="256"/>
        </pc:sldMkLst>
        <pc:spChg chg="mod">
          <ac:chgData name="Ivan Granja" userId="d0a12471-25a3-466a-a647-7cb796ed786c" providerId="ADAL" clId="{5B044D06-029C-496D-87B8-A9142683B341}" dt="2020-08-02T01:15:18.528" v="20" actId="20577"/>
          <ac:spMkLst>
            <pc:docMk/>
            <pc:sldMk cId="1201363542" sldId="256"/>
            <ac:spMk id="2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2:13:23.573" v="1493" actId="20577"/>
          <ac:spMkLst>
            <pc:docMk/>
            <pc:sldMk cId="1201363542" sldId="256"/>
            <ac:spMk id="3" creationId="{00000000-0000-0000-0000-000000000000}"/>
          </ac:spMkLst>
        </pc:spChg>
      </pc:sldChg>
      <pc:sldChg chg="del">
        <pc:chgData name="Ivan Granja" userId="d0a12471-25a3-466a-a647-7cb796ed786c" providerId="ADAL" clId="{5B044D06-029C-496D-87B8-A9142683B341}" dt="2020-08-02T02:11:58.032" v="1492" actId="47"/>
        <pc:sldMkLst>
          <pc:docMk/>
          <pc:sldMk cId="919794181" sldId="258"/>
        </pc:sldMkLst>
      </pc:sldChg>
      <pc:sldChg chg="addSp delSp modSp mod">
        <pc:chgData name="Ivan Granja" userId="d0a12471-25a3-466a-a647-7cb796ed786c" providerId="ADAL" clId="{5B044D06-029C-496D-87B8-A9142683B341}" dt="2020-08-02T01:32:46.628" v="323" actId="1035"/>
        <pc:sldMkLst>
          <pc:docMk/>
          <pc:sldMk cId="3830582881" sldId="259"/>
        </pc:sldMkLst>
        <pc:spChg chg="add del mod">
          <ac:chgData name="Ivan Granja" userId="d0a12471-25a3-466a-a647-7cb796ed786c" providerId="ADAL" clId="{5B044D06-029C-496D-87B8-A9142683B341}" dt="2020-08-02T01:29:42.119" v="293" actId="478"/>
          <ac:spMkLst>
            <pc:docMk/>
            <pc:sldMk cId="3830582881" sldId="259"/>
            <ac:spMk id="3" creationId="{46D03010-BD69-4062-87BE-17F199098283}"/>
          </ac:spMkLst>
        </pc:spChg>
        <pc:spChg chg="mod">
          <ac:chgData name="Ivan Granja" userId="d0a12471-25a3-466a-a647-7cb796ed786c" providerId="ADAL" clId="{5B044D06-029C-496D-87B8-A9142683B341}" dt="2020-08-02T01:31:27.605" v="316" actId="1076"/>
          <ac:spMkLst>
            <pc:docMk/>
            <pc:sldMk cId="3830582881" sldId="259"/>
            <ac:spMk id="6147" creationId="{00000000-0000-0000-0000-000000000000}"/>
          </ac:spMkLst>
        </pc:spChg>
        <pc:spChg chg="del mod">
          <ac:chgData name="Ivan Granja" userId="d0a12471-25a3-466a-a647-7cb796ed786c" providerId="ADAL" clId="{5B044D06-029C-496D-87B8-A9142683B341}" dt="2020-08-02T01:29:38.271" v="292" actId="478"/>
          <ac:spMkLst>
            <pc:docMk/>
            <pc:sldMk cId="3830582881" sldId="259"/>
            <ac:spMk id="6148" creationId="{00000000-0000-0000-0000-000000000000}"/>
          </ac:spMkLst>
        </pc:spChg>
        <pc:picChg chg="add mod">
          <ac:chgData name="Ivan Granja" userId="d0a12471-25a3-466a-a647-7cb796ed786c" providerId="ADAL" clId="{5B044D06-029C-496D-87B8-A9142683B341}" dt="2020-08-02T01:31:47.585" v="320" actId="14100"/>
          <ac:picMkLst>
            <pc:docMk/>
            <pc:sldMk cId="3830582881" sldId="259"/>
            <ac:picMk id="5" creationId="{CD03078A-4408-4987-866E-387BFC1B3BDD}"/>
          </ac:picMkLst>
        </pc:picChg>
        <pc:picChg chg="add mod">
          <ac:chgData name="Ivan Granja" userId="d0a12471-25a3-466a-a647-7cb796ed786c" providerId="ADAL" clId="{5B044D06-029C-496D-87B8-A9142683B341}" dt="2020-08-02T01:32:46.628" v="323" actId="1035"/>
          <ac:picMkLst>
            <pc:docMk/>
            <pc:sldMk cId="3830582881" sldId="259"/>
            <ac:picMk id="7" creationId="{1454A203-921D-4C4D-94E5-568E45726185}"/>
          </ac:picMkLst>
        </pc:picChg>
      </pc:sldChg>
      <pc:sldChg chg="del">
        <pc:chgData name="Ivan Granja" userId="d0a12471-25a3-466a-a647-7cb796ed786c" providerId="ADAL" clId="{5B044D06-029C-496D-87B8-A9142683B341}" dt="2020-08-02T02:17:53.013" v="1504" actId="2696"/>
        <pc:sldMkLst>
          <pc:docMk/>
          <pc:sldMk cId="1925147206" sldId="261"/>
        </pc:sldMkLst>
      </pc:sldChg>
      <pc:sldChg chg="modSp mod">
        <pc:chgData name="Ivan Granja" userId="d0a12471-25a3-466a-a647-7cb796ed786c" providerId="ADAL" clId="{5B044D06-029C-496D-87B8-A9142683B341}" dt="2020-08-02T02:16:35.683" v="1500"/>
        <pc:sldMkLst>
          <pc:docMk/>
          <pc:sldMk cId="593275043" sldId="262"/>
        </pc:sldMkLst>
        <pc:spChg chg="mod">
          <ac:chgData name="Ivan Granja" userId="d0a12471-25a3-466a-a647-7cb796ed786c" providerId="ADAL" clId="{5B044D06-029C-496D-87B8-A9142683B341}" dt="2020-08-02T01:16:22.072" v="56" actId="20577"/>
          <ac:spMkLst>
            <pc:docMk/>
            <pc:sldMk cId="593275043" sldId="262"/>
            <ac:spMk id="2" creationId="{00000000-0000-0000-0000-000000000000}"/>
          </ac:spMkLst>
        </pc:spChg>
        <pc:graphicFrameChg chg="mod modGraphic">
          <ac:chgData name="Ivan Granja" userId="d0a12471-25a3-466a-a647-7cb796ed786c" providerId="ADAL" clId="{5B044D06-029C-496D-87B8-A9142683B341}" dt="2020-08-02T02:16:35.683" v="1500"/>
          <ac:graphicFrameMkLst>
            <pc:docMk/>
            <pc:sldMk cId="593275043" sldId="262"/>
            <ac:graphicFrameMk id="5" creationId="{00000000-0000-0000-0000-000000000000}"/>
          </ac:graphicFrameMkLst>
        </pc:graphicFrameChg>
      </pc:sldChg>
      <pc:sldChg chg="del">
        <pc:chgData name="Ivan Granja" userId="d0a12471-25a3-466a-a647-7cb796ed786c" providerId="ADAL" clId="{5B044D06-029C-496D-87B8-A9142683B341}" dt="2020-08-02T02:18:00.973" v="1506" actId="47"/>
        <pc:sldMkLst>
          <pc:docMk/>
          <pc:sldMk cId="3531393047" sldId="263"/>
        </pc:sldMkLst>
      </pc:sldChg>
      <pc:sldChg chg="del">
        <pc:chgData name="Ivan Granja" userId="d0a12471-25a3-466a-a647-7cb796ed786c" providerId="ADAL" clId="{5B044D06-029C-496D-87B8-A9142683B341}" dt="2020-08-02T02:18:01.683" v="1507" actId="47"/>
        <pc:sldMkLst>
          <pc:docMk/>
          <pc:sldMk cId="2856652731" sldId="264"/>
        </pc:sldMkLst>
      </pc:sldChg>
      <pc:sldChg chg="del">
        <pc:chgData name="Ivan Granja" userId="d0a12471-25a3-466a-a647-7cb796ed786c" providerId="ADAL" clId="{5B044D06-029C-496D-87B8-A9142683B341}" dt="2020-08-02T02:18:02.217" v="1508" actId="47"/>
        <pc:sldMkLst>
          <pc:docMk/>
          <pc:sldMk cId="4087180314" sldId="265"/>
        </pc:sldMkLst>
      </pc:sldChg>
      <pc:sldChg chg="del">
        <pc:chgData name="Ivan Granja" userId="d0a12471-25a3-466a-a647-7cb796ed786c" providerId="ADAL" clId="{5B044D06-029C-496D-87B8-A9142683B341}" dt="2020-08-02T02:18:02.774" v="1509" actId="47"/>
        <pc:sldMkLst>
          <pc:docMk/>
          <pc:sldMk cId="518279953" sldId="266"/>
        </pc:sldMkLst>
      </pc:sldChg>
      <pc:sldChg chg="del">
        <pc:chgData name="Ivan Granja" userId="d0a12471-25a3-466a-a647-7cb796ed786c" providerId="ADAL" clId="{5B044D06-029C-496D-87B8-A9142683B341}" dt="2020-08-02T02:18:03.280" v="1510" actId="47"/>
        <pc:sldMkLst>
          <pc:docMk/>
          <pc:sldMk cId="757525701" sldId="267"/>
        </pc:sldMkLst>
      </pc:sldChg>
      <pc:sldChg chg="del">
        <pc:chgData name="Ivan Granja" userId="d0a12471-25a3-466a-a647-7cb796ed786c" providerId="ADAL" clId="{5B044D06-029C-496D-87B8-A9142683B341}" dt="2020-08-02T02:18:04.423" v="1512" actId="47"/>
        <pc:sldMkLst>
          <pc:docMk/>
          <pc:sldMk cId="3549269256" sldId="268"/>
        </pc:sldMkLst>
      </pc:sldChg>
      <pc:sldChg chg="del">
        <pc:chgData name="Ivan Granja" userId="d0a12471-25a3-466a-a647-7cb796ed786c" providerId="ADAL" clId="{5B044D06-029C-496D-87B8-A9142683B341}" dt="2020-08-02T02:18:04.933" v="1513" actId="47"/>
        <pc:sldMkLst>
          <pc:docMk/>
          <pc:sldMk cId="1000993009" sldId="269"/>
        </pc:sldMkLst>
      </pc:sldChg>
      <pc:sldChg chg="del">
        <pc:chgData name="Ivan Granja" userId="d0a12471-25a3-466a-a647-7cb796ed786c" providerId="ADAL" clId="{5B044D06-029C-496D-87B8-A9142683B341}" dt="2020-08-02T02:18:05.582" v="1514" actId="47"/>
        <pc:sldMkLst>
          <pc:docMk/>
          <pc:sldMk cId="239420357" sldId="270"/>
        </pc:sldMkLst>
      </pc:sldChg>
      <pc:sldChg chg="del">
        <pc:chgData name="Ivan Granja" userId="d0a12471-25a3-466a-a647-7cb796ed786c" providerId="ADAL" clId="{5B044D06-029C-496D-87B8-A9142683B341}" dt="2020-08-02T02:18:03.865" v="1511" actId="47"/>
        <pc:sldMkLst>
          <pc:docMk/>
          <pc:sldMk cId="1270784930" sldId="271"/>
        </pc:sldMkLst>
      </pc:sldChg>
      <pc:sldChg chg="del">
        <pc:chgData name="Ivan Granja" userId="d0a12471-25a3-466a-a647-7cb796ed786c" providerId="ADAL" clId="{5B044D06-029C-496D-87B8-A9142683B341}" dt="2020-08-02T02:17:59.454" v="1505" actId="47"/>
        <pc:sldMkLst>
          <pc:docMk/>
          <pc:sldMk cId="820209512" sldId="272"/>
        </pc:sldMkLst>
      </pc:sldChg>
      <pc:sldChg chg="modSp add mod">
        <pc:chgData name="Ivan Granja" userId="d0a12471-25a3-466a-a647-7cb796ed786c" providerId="ADAL" clId="{5B044D06-029C-496D-87B8-A9142683B341}" dt="2020-08-09T22:01:49.224" v="1537" actId="20577"/>
        <pc:sldMkLst>
          <pc:docMk/>
          <pc:sldMk cId="3140837240" sldId="273"/>
        </pc:sldMkLst>
        <pc:spChg chg="mod">
          <ac:chgData name="Ivan Granja" userId="d0a12471-25a3-466a-a647-7cb796ed786c" providerId="ADAL" clId="{5B044D06-029C-496D-87B8-A9142683B341}" dt="2020-08-02T01:22:59.473" v="289" actId="20577"/>
          <ac:spMkLst>
            <pc:docMk/>
            <pc:sldMk cId="3140837240" sldId="273"/>
            <ac:spMk id="2" creationId="{00000000-0000-0000-0000-000000000000}"/>
          </ac:spMkLst>
        </pc:spChg>
        <pc:graphicFrameChg chg="modGraphic">
          <ac:chgData name="Ivan Granja" userId="d0a12471-25a3-466a-a647-7cb796ed786c" providerId="ADAL" clId="{5B044D06-029C-496D-87B8-A9142683B341}" dt="2020-08-09T22:01:49.224" v="1537" actId="20577"/>
          <ac:graphicFrameMkLst>
            <pc:docMk/>
            <pc:sldMk cId="3140837240" sldId="273"/>
            <ac:graphicFrameMk id="5" creationId="{00000000-0000-0000-0000-000000000000}"/>
          </ac:graphicFrameMkLst>
        </pc:graphicFrameChg>
      </pc:sldChg>
      <pc:sldChg chg="addSp modSp add mod">
        <pc:chgData name="Ivan Granja" userId="d0a12471-25a3-466a-a647-7cb796ed786c" providerId="ADAL" clId="{5B044D06-029C-496D-87B8-A9142683B341}" dt="2020-08-02T02:17:08.042" v="1503" actId="20577"/>
        <pc:sldMkLst>
          <pc:docMk/>
          <pc:sldMk cId="2875105139" sldId="274"/>
        </pc:sldMkLst>
        <pc:spChg chg="mod">
          <ac:chgData name="Ivan Granja" userId="d0a12471-25a3-466a-a647-7cb796ed786c" providerId="ADAL" clId="{5B044D06-029C-496D-87B8-A9142683B341}" dt="2020-08-02T01:22:46.575" v="287" actId="20577"/>
          <ac:spMkLst>
            <pc:docMk/>
            <pc:sldMk cId="2875105139" sldId="274"/>
            <ac:spMk id="2" creationId="{00000000-0000-0000-0000-000000000000}"/>
          </ac:spMkLst>
        </pc:spChg>
        <pc:spChg chg="add mod">
          <ac:chgData name="Ivan Granja" userId="d0a12471-25a3-466a-a647-7cb796ed786c" providerId="ADAL" clId="{5B044D06-029C-496D-87B8-A9142683B341}" dt="2020-08-02T01:22:04.199" v="271" actId="14100"/>
          <ac:spMkLst>
            <pc:docMk/>
            <pc:sldMk cId="2875105139" sldId="274"/>
            <ac:spMk id="4" creationId="{18F317BD-3757-4DD0-95F1-EEA82F993D5E}"/>
          </ac:spMkLst>
        </pc:spChg>
        <pc:spChg chg="add mod">
          <ac:chgData name="Ivan Granja" userId="d0a12471-25a3-466a-a647-7cb796ed786c" providerId="ADAL" clId="{5B044D06-029C-496D-87B8-A9142683B341}" dt="2020-08-02T01:21:57.757" v="270" actId="20577"/>
          <ac:spMkLst>
            <pc:docMk/>
            <pc:sldMk cId="2875105139" sldId="274"/>
            <ac:spMk id="6" creationId="{7DCA8C33-A180-4734-88E2-C1D7DFAFC803}"/>
          </ac:spMkLst>
        </pc:spChg>
        <pc:spChg chg="add mod">
          <ac:chgData name="Ivan Granja" userId="d0a12471-25a3-466a-a647-7cb796ed786c" providerId="ADAL" clId="{5B044D06-029C-496D-87B8-A9142683B341}" dt="2020-08-02T02:17:08.042" v="1503" actId="20577"/>
          <ac:spMkLst>
            <pc:docMk/>
            <pc:sldMk cId="2875105139" sldId="274"/>
            <ac:spMk id="7" creationId="{A971F315-031B-46DD-B514-F0F9AE1EE32C}"/>
          </ac:spMkLst>
        </pc:spChg>
      </pc:sldChg>
      <pc:sldChg chg="add del">
        <pc:chgData name="Ivan Granja" userId="d0a12471-25a3-466a-a647-7cb796ed786c" providerId="ADAL" clId="{5B044D06-029C-496D-87B8-A9142683B341}" dt="2020-08-02T02:11:53.924" v="1491" actId="47"/>
        <pc:sldMkLst>
          <pc:docMk/>
          <pc:sldMk cId="3325001757" sldId="275"/>
        </pc:sldMkLst>
      </pc:sldChg>
      <pc:sldChg chg="modSp add mod">
        <pc:chgData name="Ivan Granja" userId="d0a12471-25a3-466a-a647-7cb796ed786c" providerId="ADAL" clId="{5B044D06-029C-496D-87B8-A9142683B341}" dt="2020-08-02T01:43:31.864" v="513" actId="14100"/>
        <pc:sldMkLst>
          <pc:docMk/>
          <pc:sldMk cId="234818704" sldId="276"/>
        </pc:sldMkLst>
        <pc:spChg chg="mod">
          <ac:chgData name="Ivan Granja" userId="d0a12471-25a3-466a-a647-7cb796ed786c" providerId="ADAL" clId="{5B044D06-029C-496D-87B8-A9142683B341}" dt="2020-08-02T01:43:31.864" v="513" actId="14100"/>
          <ac:spMkLst>
            <pc:docMk/>
            <pc:sldMk cId="234818704" sldId="276"/>
            <ac:spMk id="3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43:26.404" v="512" actId="20577"/>
          <ac:spMkLst>
            <pc:docMk/>
            <pc:sldMk cId="234818704" sldId="276"/>
            <ac:spMk id="27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43:20.415" v="507" actId="20577"/>
          <ac:spMkLst>
            <pc:docMk/>
            <pc:sldMk cId="234818704" sldId="276"/>
            <ac:spMk id="31" creationId="{00000000-0000-0000-0000-000000000000}"/>
          </ac:spMkLst>
        </pc:spChg>
      </pc:sldChg>
      <pc:sldChg chg="modSp add mod ord">
        <pc:chgData name="Ivan Granja" userId="d0a12471-25a3-466a-a647-7cb796ed786c" providerId="ADAL" clId="{5B044D06-029C-496D-87B8-A9142683B341}" dt="2020-08-02T01:44:18.373" v="524"/>
        <pc:sldMkLst>
          <pc:docMk/>
          <pc:sldMk cId="268673754" sldId="277"/>
        </pc:sldMkLst>
        <pc:spChg chg="mod">
          <ac:chgData name="Ivan Granja" userId="d0a12471-25a3-466a-a647-7cb796ed786c" providerId="ADAL" clId="{5B044D06-029C-496D-87B8-A9142683B341}" dt="2020-08-02T01:37:48.524" v="325" actId="113"/>
          <ac:spMkLst>
            <pc:docMk/>
            <pc:sldMk cId="268673754" sldId="277"/>
            <ac:spMk id="3" creationId="{00000000-0000-0000-0000-000000000000}"/>
          </ac:spMkLst>
        </pc:spChg>
      </pc:sldChg>
      <pc:sldChg chg="modSp add mod">
        <pc:chgData name="Ivan Granja" userId="d0a12471-25a3-466a-a647-7cb796ed786c" providerId="ADAL" clId="{5B044D06-029C-496D-87B8-A9142683B341}" dt="2020-08-02T01:43:57.456" v="522" actId="20577"/>
        <pc:sldMkLst>
          <pc:docMk/>
          <pc:sldMk cId="3945787129" sldId="278"/>
        </pc:sldMkLst>
        <pc:spChg chg="mod">
          <ac:chgData name="Ivan Granja" userId="d0a12471-25a3-466a-a647-7cb796ed786c" providerId="ADAL" clId="{5B044D06-029C-496D-87B8-A9142683B341}" dt="2020-08-02T01:43:57.456" v="522" actId="20577"/>
          <ac:spMkLst>
            <pc:docMk/>
            <pc:sldMk cId="3945787129" sldId="278"/>
            <ac:spMk id="3" creationId="{00000000-0000-0000-0000-000000000000}"/>
          </ac:spMkLst>
        </pc:spChg>
      </pc:sldChg>
      <pc:sldChg chg="addSp modSp add mod">
        <pc:chgData name="Ivan Granja" userId="d0a12471-25a3-466a-a647-7cb796ed786c" providerId="ADAL" clId="{5B044D06-029C-496D-87B8-A9142683B341}" dt="2020-08-02T01:58:46.403" v="1058" actId="20577"/>
        <pc:sldMkLst>
          <pc:docMk/>
          <pc:sldMk cId="2685936931" sldId="279"/>
        </pc:sldMkLst>
        <pc:spChg chg="mod">
          <ac:chgData name="Ivan Granja" userId="d0a12471-25a3-466a-a647-7cb796ed786c" providerId="ADAL" clId="{5B044D06-029C-496D-87B8-A9142683B341}" dt="2020-08-02T01:38:07.942" v="346" actId="20577"/>
          <ac:spMkLst>
            <pc:docMk/>
            <pc:sldMk cId="2685936931" sldId="279"/>
            <ac:spMk id="2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58:46.403" v="1058" actId="20577"/>
          <ac:spMkLst>
            <pc:docMk/>
            <pc:sldMk cId="2685936931" sldId="279"/>
            <ac:spMk id="3" creationId="{00000000-0000-0000-0000-000000000000}"/>
          </ac:spMkLst>
        </pc:spChg>
        <pc:picChg chg="add mod">
          <ac:chgData name="Ivan Granja" userId="d0a12471-25a3-466a-a647-7cb796ed786c" providerId="ADAL" clId="{5B044D06-029C-496D-87B8-A9142683B341}" dt="2020-08-02T01:54:12.668" v="760" actId="1035"/>
          <ac:picMkLst>
            <pc:docMk/>
            <pc:sldMk cId="2685936931" sldId="279"/>
            <ac:picMk id="5" creationId="{0E4DC3E0-FC27-4591-BA79-A4E09A4E9557}"/>
          </ac:picMkLst>
        </pc:picChg>
      </pc:sldChg>
      <pc:sldChg chg="add">
        <pc:chgData name="Ivan Granja" userId="d0a12471-25a3-466a-a647-7cb796ed786c" providerId="ADAL" clId="{5B044D06-029C-496D-87B8-A9142683B341}" dt="2020-08-02T01:36:15.931" v="324"/>
        <pc:sldMkLst>
          <pc:docMk/>
          <pc:sldMk cId="2873310479" sldId="288"/>
        </pc:sldMkLst>
      </pc:sldChg>
      <pc:sldChg chg="modSp add mod">
        <pc:chgData name="Ivan Granja" userId="d0a12471-25a3-466a-a647-7cb796ed786c" providerId="ADAL" clId="{5B044D06-029C-496D-87B8-A9142683B341}" dt="2020-08-02T02:15:07.844" v="1499" actId="20577"/>
        <pc:sldMkLst>
          <pc:docMk/>
          <pc:sldMk cId="0" sldId="289"/>
        </pc:sldMkLst>
        <pc:spChg chg="mod">
          <ac:chgData name="Ivan Granja" userId="d0a12471-25a3-466a-a647-7cb796ed786c" providerId="ADAL" clId="{5B044D06-029C-496D-87B8-A9142683B341}" dt="2020-08-02T01:41:48.366" v="455" actId="20577"/>
          <ac:spMkLst>
            <pc:docMk/>
            <pc:sldMk cId="0" sldId="289"/>
            <ac:spMk id="132098" creationId="{4CA77B1B-9BB8-4EC2-9EDA-F5B9F36FA74D}"/>
          </ac:spMkLst>
        </pc:spChg>
        <pc:spChg chg="mod">
          <ac:chgData name="Ivan Granja" userId="d0a12471-25a3-466a-a647-7cb796ed786c" providerId="ADAL" clId="{5B044D06-029C-496D-87B8-A9142683B341}" dt="2020-08-02T02:15:07.844" v="1499" actId="20577"/>
          <ac:spMkLst>
            <pc:docMk/>
            <pc:sldMk cId="0" sldId="289"/>
            <ac:spMk id="132099" creationId="{F61D5B3A-968D-4DF4-9FE8-632722055F25}"/>
          </ac:spMkLst>
        </pc:spChg>
      </pc:sldChg>
      <pc:sldChg chg="modSp add mod">
        <pc:chgData name="Ivan Granja" userId="d0a12471-25a3-466a-a647-7cb796ed786c" providerId="ADAL" clId="{5B044D06-029C-496D-87B8-A9142683B341}" dt="2020-08-02T02:08:54.249" v="1395" actId="1036"/>
        <pc:sldMkLst>
          <pc:docMk/>
          <pc:sldMk cId="0" sldId="290"/>
        </pc:sldMkLst>
        <pc:spChg chg="mod">
          <ac:chgData name="Ivan Granja" userId="d0a12471-25a3-466a-a647-7cb796ed786c" providerId="ADAL" clId="{5B044D06-029C-496D-87B8-A9142683B341}" dt="2020-08-02T02:01:10.348" v="1122" actId="20577"/>
          <ac:spMkLst>
            <pc:docMk/>
            <pc:sldMk cId="0" sldId="290"/>
            <ac:spMk id="108546" creationId="{C6AD5A48-C3D3-44D7-B305-DD7C0BEA5687}"/>
          </ac:spMkLst>
        </pc:spChg>
        <pc:spChg chg="mod">
          <ac:chgData name="Ivan Granja" userId="d0a12471-25a3-466a-a647-7cb796ed786c" providerId="ADAL" clId="{5B044D06-029C-496D-87B8-A9142683B341}" dt="2020-08-02T02:08:43.039" v="1382" actId="114"/>
          <ac:spMkLst>
            <pc:docMk/>
            <pc:sldMk cId="0" sldId="290"/>
            <ac:spMk id="108547" creationId="{C6D14FED-F918-4017-9228-76F6B4419AF3}"/>
          </ac:spMkLst>
        </pc:spChg>
        <pc:spChg chg="mod">
          <ac:chgData name="Ivan Granja" userId="d0a12471-25a3-466a-a647-7cb796ed786c" providerId="ADAL" clId="{5B044D06-029C-496D-87B8-A9142683B341}" dt="2020-08-02T02:08:54.249" v="1395" actId="1036"/>
          <ac:spMkLst>
            <pc:docMk/>
            <pc:sldMk cId="0" sldId="290"/>
            <ac:spMk id="108548" creationId="{841A01A6-CD13-4293-8E98-20D33B91E9AA}"/>
          </ac:spMkLst>
        </pc:spChg>
      </pc:sldChg>
      <pc:sldChg chg="addSp delSp modSp add mod">
        <pc:chgData name="Ivan Granja" userId="d0a12471-25a3-466a-a647-7cb796ed786c" providerId="ADAL" clId="{5B044D06-029C-496D-87B8-A9142683B341}" dt="2020-08-02T02:11:12.266" v="1490" actId="20577"/>
        <pc:sldMkLst>
          <pc:docMk/>
          <pc:sldMk cId="0" sldId="291"/>
        </pc:sldMkLst>
        <pc:spChg chg="add del mod">
          <ac:chgData name="Ivan Granja" userId="d0a12471-25a3-466a-a647-7cb796ed786c" providerId="ADAL" clId="{5B044D06-029C-496D-87B8-A9142683B341}" dt="2020-08-02T02:01:38.879" v="1125" actId="478"/>
          <ac:spMkLst>
            <pc:docMk/>
            <pc:sldMk cId="0" sldId="291"/>
            <ac:spMk id="2" creationId="{1038B375-00B8-41D9-BA4E-340A5573F37C}"/>
          </ac:spMkLst>
        </pc:spChg>
        <pc:spChg chg="add mod">
          <ac:chgData name="Ivan Granja" userId="d0a12471-25a3-466a-a647-7cb796ed786c" providerId="ADAL" clId="{5B044D06-029C-496D-87B8-A9142683B341}" dt="2020-08-02T02:03:40.630" v="1228" actId="113"/>
          <ac:spMkLst>
            <pc:docMk/>
            <pc:sldMk cId="0" sldId="291"/>
            <ac:spMk id="3" creationId="{DCE33A2F-64B5-4271-95C6-5934308D56E7}"/>
          </ac:spMkLst>
        </pc:spChg>
        <pc:spChg chg="add mod">
          <ac:chgData name="Ivan Granja" userId="d0a12471-25a3-466a-a647-7cb796ed786c" providerId="ADAL" clId="{5B044D06-029C-496D-87B8-A9142683B341}" dt="2020-08-02T02:04:09.697" v="1248" actId="20577"/>
          <ac:spMkLst>
            <pc:docMk/>
            <pc:sldMk cId="0" sldId="291"/>
            <ac:spMk id="15" creationId="{81865975-2B20-42A0-A534-EF37782692F6}"/>
          </ac:spMkLst>
        </pc:spChg>
        <pc:spChg chg="add mod">
          <ac:chgData name="Ivan Granja" userId="d0a12471-25a3-466a-a647-7cb796ed786c" providerId="ADAL" clId="{5B044D06-029C-496D-87B8-A9142683B341}" dt="2020-08-02T02:05:46.312" v="1304" actId="14100"/>
          <ac:spMkLst>
            <pc:docMk/>
            <pc:sldMk cId="0" sldId="291"/>
            <ac:spMk id="16" creationId="{24D0809A-6443-4A1E-883C-000543F35AFB}"/>
          </ac:spMkLst>
        </pc:spChg>
        <pc:spChg chg="add mod">
          <ac:chgData name="Ivan Granja" userId="d0a12471-25a3-466a-a647-7cb796ed786c" providerId="ADAL" clId="{5B044D06-029C-496D-87B8-A9142683B341}" dt="2020-08-02T02:11:12.266" v="1490" actId="20577"/>
          <ac:spMkLst>
            <pc:docMk/>
            <pc:sldMk cId="0" sldId="291"/>
            <ac:spMk id="19" creationId="{53901301-B9BA-4573-B6C3-D85B2E140F40}"/>
          </ac:spMkLst>
        </pc:spChg>
        <pc:spChg chg="mod">
          <ac:chgData name="Ivan Granja" userId="d0a12471-25a3-466a-a647-7cb796ed786c" providerId="ADAL" clId="{5B044D06-029C-496D-87B8-A9142683B341}" dt="2020-08-02T02:05:21.839" v="1300" actId="14100"/>
          <ac:spMkLst>
            <pc:docMk/>
            <pc:sldMk cId="0" sldId="291"/>
            <ac:spMk id="109572" creationId="{8F43C3F2-BD85-4318-AD08-7BEB226BB4D8}"/>
          </ac:spMkLst>
        </pc:spChg>
        <pc:spChg chg="mod">
          <ac:chgData name="Ivan Granja" userId="d0a12471-25a3-466a-a647-7cb796ed786c" providerId="ADAL" clId="{5B044D06-029C-496D-87B8-A9142683B341}" dt="2020-08-02T02:02:19.902" v="1173" actId="1037"/>
          <ac:spMkLst>
            <pc:docMk/>
            <pc:sldMk cId="0" sldId="291"/>
            <ac:spMk id="109575" creationId="{FBC97350-2DAF-445C-A76E-2040C828EA00}"/>
          </ac:spMkLst>
        </pc:spChg>
        <pc:spChg chg="mod">
          <ac:chgData name="Ivan Granja" userId="d0a12471-25a3-466a-a647-7cb796ed786c" providerId="ADAL" clId="{5B044D06-029C-496D-87B8-A9142683B341}" dt="2020-08-02T02:04:25.078" v="1273" actId="1038"/>
          <ac:spMkLst>
            <pc:docMk/>
            <pc:sldMk cId="0" sldId="291"/>
            <ac:spMk id="109576" creationId="{BDECCB1C-7DD0-4EDC-93A3-240672FAB7C2}"/>
          </ac:spMkLst>
        </pc:spChg>
        <pc:spChg chg="mod">
          <ac:chgData name="Ivan Granja" userId="d0a12471-25a3-466a-a647-7cb796ed786c" providerId="ADAL" clId="{5B044D06-029C-496D-87B8-A9142683B341}" dt="2020-08-02T02:04:25.078" v="1273" actId="1038"/>
          <ac:spMkLst>
            <pc:docMk/>
            <pc:sldMk cId="0" sldId="291"/>
            <ac:spMk id="109579" creationId="{0457ADF7-96BC-452D-93F6-6E85D64CCEDE}"/>
          </ac:spMkLst>
        </pc:spChg>
        <pc:spChg chg="mod">
          <ac:chgData name="Ivan Granja" userId="d0a12471-25a3-466a-a647-7cb796ed786c" providerId="ADAL" clId="{5B044D06-029C-496D-87B8-A9142683B341}" dt="2020-08-02T02:04:33.404" v="1297" actId="1038"/>
          <ac:spMkLst>
            <pc:docMk/>
            <pc:sldMk cId="0" sldId="291"/>
            <ac:spMk id="109580" creationId="{56A40390-5032-4E4C-B1FD-FD4E3CB4F0A7}"/>
          </ac:spMkLst>
        </pc:spChg>
        <pc:spChg chg="mod">
          <ac:chgData name="Ivan Granja" userId="d0a12471-25a3-466a-a647-7cb796ed786c" providerId="ADAL" clId="{5B044D06-029C-496D-87B8-A9142683B341}" dt="2020-08-02T02:10:40.773" v="1478" actId="113"/>
          <ac:spMkLst>
            <pc:docMk/>
            <pc:sldMk cId="0" sldId="291"/>
            <ac:spMk id="109582" creationId="{8132C426-3975-43B7-B995-E93745174E07}"/>
          </ac:spMkLst>
        </pc:spChg>
        <pc:spChg chg="mod">
          <ac:chgData name="Ivan Granja" userId="d0a12471-25a3-466a-a647-7cb796ed786c" providerId="ADAL" clId="{5B044D06-029C-496D-87B8-A9142683B341}" dt="2020-08-02T02:02:52.457" v="1197" actId="1076"/>
          <ac:spMkLst>
            <pc:docMk/>
            <pc:sldMk cId="0" sldId="291"/>
            <ac:spMk id="109583" creationId="{6C22BB03-C168-4DD1-96B0-760128D1E6CB}"/>
          </ac:spMkLst>
        </pc:sp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4" creationId="{F709891E-C366-406F-AE6E-056044E905AF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7" creationId="{100EA46A-CD6E-4F20-B9FF-1E3C93690689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8" creationId="{6C84A234-3BE0-4688-AF46-22425ED38278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81" creationId="{A8735379-1EC9-4EF2-9E8E-921B9FDD499C}"/>
          </ac:graphicFrameMkLst>
        </pc:graphicFrameChg>
        <pc:picChg chg="add mod">
          <ac:chgData name="Ivan Granja" userId="d0a12471-25a3-466a-a647-7cb796ed786c" providerId="ADAL" clId="{5B044D06-029C-496D-87B8-A9142683B341}" dt="2020-08-02T02:07:10.499" v="1312" actId="14100"/>
          <ac:picMkLst>
            <pc:docMk/>
            <pc:sldMk cId="0" sldId="291"/>
            <ac:picMk id="5" creationId="{2927B5A0-AB3A-409E-A79C-6251E99A0C35}"/>
          </ac:picMkLst>
        </pc:picChg>
      </pc:sldChg>
    </pc:docChg>
  </pc:docChgLst>
  <pc:docChgLst>
    <pc:chgData name="Ivan Granja" userId="d0a12471-25a3-466a-a647-7cb796ed786c" providerId="ADAL" clId="{40AEDC3C-7692-4245-A3E8-A5B622E2754A}"/>
    <pc:docChg chg="undo redo custSel addSld delSld modSld sldOrd">
      <pc:chgData name="Ivan Granja" userId="d0a12471-25a3-466a-a647-7cb796ed786c" providerId="ADAL" clId="{40AEDC3C-7692-4245-A3E8-A5B622E2754A}" dt="2021-08-05T12:07:40.506" v="1977" actId="313"/>
      <pc:docMkLst>
        <pc:docMk/>
      </pc:docMkLst>
      <pc:sldChg chg="modSp mod">
        <pc:chgData name="Ivan Granja" userId="d0a12471-25a3-466a-a647-7cb796ed786c" providerId="ADAL" clId="{40AEDC3C-7692-4245-A3E8-A5B622E2754A}" dt="2021-08-05T01:01:59.067" v="11" actId="313"/>
        <pc:sldMkLst>
          <pc:docMk/>
          <pc:sldMk cId="1201363542" sldId="256"/>
        </pc:sldMkLst>
        <pc:spChg chg="mod">
          <ac:chgData name="Ivan Granja" userId="d0a12471-25a3-466a-a647-7cb796ed786c" providerId="ADAL" clId="{40AEDC3C-7692-4245-A3E8-A5B622E2754A}" dt="2021-08-05T01:01:59.067" v="11" actId="313"/>
          <ac:spMkLst>
            <pc:docMk/>
            <pc:sldMk cId="1201363542" sldId="256"/>
            <ac:spMk id="2" creationId="{00000000-0000-0000-0000-000000000000}"/>
          </ac:spMkLst>
        </pc:spChg>
      </pc:sldChg>
      <pc:sldChg chg="delSp modSp mod">
        <pc:chgData name="Ivan Granja" userId="d0a12471-25a3-466a-a647-7cb796ed786c" providerId="ADAL" clId="{40AEDC3C-7692-4245-A3E8-A5B622E2754A}" dt="2021-08-05T01:02:26.358" v="35" actId="20577"/>
        <pc:sldMkLst>
          <pc:docMk/>
          <pc:sldMk cId="3830582881" sldId="259"/>
        </pc:sldMkLst>
        <pc:spChg chg="mod">
          <ac:chgData name="Ivan Granja" userId="d0a12471-25a3-466a-a647-7cb796ed786c" providerId="ADAL" clId="{40AEDC3C-7692-4245-A3E8-A5B622E2754A}" dt="2021-08-05T01:02:26.358" v="35" actId="20577"/>
          <ac:spMkLst>
            <pc:docMk/>
            <pc:sldMk cId="3830582881" sldId="259"/>
            <ac:spMk id="6147" creationId="{00000000-0000-0000-0000-000000000000}"/>
          </ac:spMkLst>
        </pc:spChg>
        <pc:picChg chg="del">
          <ac:chgData name="Ivan Granja" userId="d0a12471-25a3-466a-a647-7cb796ed786c" providerId="ADAL" clId="{40AEDC3C-7692-4245-A3E8-A5B622E2754A}" dt="2021-08-05T01:02:02.781" v="12" actId="478"/>
          <ac:picMkLst>
            <pc:docMk/>
            <pc:sldMk cId="3830582881" sldId="259"/>
            <ac:picMk id="5" creationId="{CD03078A-4408-4987-866E-387BFC1B3BDD}"/>
          </ac:picMkLst>
        </pc:picChg>
        <pc:picChg chg="mod">
          <ac:chgData name="Ivan Granja" userId="d0a12471-25a3-466a-a647-7cb796ed786c" providerId="ADAL" clId="{40AEDC3C-7692-4245-A3E8-A5B622E2754A}" dt="2021-08-05T01:02:10.193" v="15" actId="1076"/>
          <ac:picMkLst>
            <pc:docMk/>
            <pc:sldMk cId="3830582881" sldId="259"/>
            <ac:picMk id="7" creationId="{1454A203-921D-4C4D-94E5-568E45726185}"/>
          </ac:picMkLst>
        </pc:picChg>
      </pc:sldChg>
      <pc:sldChg chg="del">
        <pc:chgData name="Ivan Granja" userId="d0a12471-25a3-466a-a647-7cb796ed786c" providerId="ADAL" clId="{40AEDC3C-7692-4245-A3E8-A5B622E2754A}" dt="2021-08-05T01:31:11.428" v="1130" actId="47"/>
        <pc:sldMkLst>
          <pc:docMk/>
          <pc:sldMk cId="593275043" sldId="262"/>
        </pc:sldMkLst>
      </pc:sldChg>
      <pc:sldChg chg="del">
        <pc:chgData name="Ivan Granja" userId="d0a12471-25a3-466a-a647-7cb796ed786c" providerId="ADAL" clId="{40AEDC3C-7692-4245-A3E8-A5B622E2754A}" dt="2021-08-05T01:31:12.277" v="1131" actId="47"/>
        <pc:sldMkLst>
          <pc:docMk/>
          <pc:sldMk cId="3140837240" sldId="273"/>
        </pc:sldMkLst>
      </pc:sldChg>
      <pc:sldChg chg="del">
        <pc:chgData name="Ivan Granja" userId="d0a12471-25a3-466a-a647-7cb796ed786c" providerId="ADAL" clId="{40AEDC3C-7692-4245-A3E8-A5B622E2754A}" dt="2021-08-05T01:31:13.135" v="1132" actId="47"/>
        <pc:sldMkLst>
          <pc:docMk/>
          <pc:sldMk cId="2875105139" sldId="274"/>
        </pc:sldMkLst>
      </pc:sldChg>
      <pc:sldChg chg="modSp mod">
        <pc:chgData name="Ivan Granja" userId="d0a12471-25a3-466a-a647-7cb796ed786c" providerId="ADAL" clId="{40AEDC3C-7692-4245-A3E8-A5B622E2754A}" dt="2021-08-05T01:17:18.203" v="312" actId="1076"/>
        <pc:sldMkLst>
          <pc:docMk/>
          <pc:sldMk cId="234818704" sldId="276"/>
        </pc:sldMkLst>
        <pc:spChg chg="mod">
          <ac:chgData name="Ivan Granja" userId="d0a12471-25a3-466a-a647-7cb796ed786c" providerId="ADAL" clId="{40AEDC3C-7692-4245-A3E8-A5B622E2754A}" dt="2021-08-05T01:17:15.506" v="311" actId="1076"/>
          <ac:spMkLst>
            <pc:docMk/>
            <pc:sldMk cId="234818704" sldId="276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7:18.203" v="312" actId="1076"/>
          <ac:spMkLst>
            <pc:docMk/>
            <pc:sldMk cId="234818704" sldId="276"/>
            <ac:spMk id="3" creationId="{00000000-0000-0000-0000-000000000000}"/>
          </ac:spMkLst>
        </pc:spChg>
      </pc:sldChg>
      <pc:sldChg chg="modSp mod">
        <pc:chgData name="Ivan Granja" userId="d0a12471-25a3-466a-a647-7cb796ed786c" providerId="ADAL" clId="{40AEDC3C-7692-4245-A3E8-A5B622E2754A}" dt="2021-08-05T01:43:02.392" v="1487" actId="122"/>
        <pc:sldMkLst>
          <pc:docMk/>
          <pc:sldMk cId="3945787129" sldId="278"/>
        </pc:sldMkLst>
        <pc:spChg chg="mod">
          <ac:chgData name="Ivan Granja" userId="d0a12471-25a3-466a-a647-7cb796ed786c" providerId="ADAL" clId="{40AEDC3C-7692-4245-A3E8-A5B622E2754A}" dt="2021-08-05T01:43:02.392" v="1487" actId="122"/>
          <ac:spMkLst>
            <pc:docMk/>
            <pc:sldMk cId="3945787129" sldId="278"/>
            <ac:spMk id="2" creationId="{00000000-0000-0000-0000-000000000000}"/>
          </ac:spMkLst>
        </pc:spChg>
      </pc:sldChg>
      <pc:sldChg chg="del">
        <pc:chgData name="Ivan Granja" userId="d0a12471-25a3-466a-a647-7cb796ed786c" providerId="ADAL" clId="{40AEDC3C-7692-4245-A3E8-A5B622E2754A}" dt="2021-08-05T01:31:06.048" v="1127" actId="47"/>
        <pc:sldMkLst>
          <pc:docMk/>
          <pc:sldMk cId="2685936931" sldId="279"/>
        </pc:sldMkLst>
      </pc:sldChg>
      <pc:sldChg chg="addSp modSp mod">
        <pc:chgData name="Ivan Granja" userId="d0a12471-25a3-466a-a647-7cb796ed786c" providerId="ADAL" clId="{40AEDC3C-7692-4245-A3E8-A5B622E2754A}" dt="2021-08-05T12:07:40.506" v="1977" actId="313"/>
        <pc:sldMkLst>
          <pc:docMk/>
          <pc:sldMk cId="2873310479" sldId="288"/>
        </pc:sldMkLst>
        <pc:spChg chg="mod">
          <ac:chgData name="Ivan Granja" userId="d0a12471-25a3-466a-a647-7cb796ed786c" providerId="ADAL" clId="{40AEDC3C-7692-4245-A3E8-A5B622E2754A}" dt="2021-08-05T01:47:04.726" v="1619" actId="1076"/>
          <ac:spMkLst>
            <pc:docMk/>
            <pc:sldMk cId="2873310479" sldId="288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52:10.109" v="1891" actId="113"/>
          <ac:spMkLst>
            <pc:docMk/>
            <pc:sldMk cId="2873310479" sldId="288"/>
            <ac:spMk id="3" creationId="{00000000-0000-0000-0000-000000000000}"/>
          </ac:spMkLst>
        </pc:spChg>
        <pc:spChg chg="add mod">
          <ac:chgData name="Ivan Granja" userId="d0a12471-25a3-466a-a647-7cb796ed786c" providerId="ADAL" clId="{40AEDC3C-7692-4245-A3E8-A5B622E2754A}" dt="2021-08-05T01:50:31.477" v="1833" actId="1038"/>
          <ac:spMkLst>
            <pc:docMk/>
            <pc:sldMk cId="2873310479" sldId="288"/>
            <ac:spMk id="4" creationId="{D270127B-4092-4145-BFD2-FF9245339D4C}"/>
          </ac:spMkLst>
        </pc:spChg>
        <pc:spChg chg="add mod">
          <ac:chgData name="Ivan Granja" userId="d0a12471-25a3-466a-a647-7cb796ed786c" providerId="ADAL" clId="{40AEDC3C-7692-4245-A3E8-A5B622E2754A}" dt="2021-08-05T01:50:31.477" v="1833" actId="1038"/>
          <ac:spMkLst>
            <pc:docMk/>
            <pc:sldMk cId="2873310479" sldId="288"/>
            <ac:spMk id="5" creationId="{560A9D03-55F9-4DF5-917F-4ADD0975D880}"/>
          </ac:spMkLst>
        </pc:spChg>
        <pc:spChg chg="add mod">
          <ac:chgData name="Ivan Granja" userId="d0a12471-25a3-466a-a647-7cb796ed786c" providerId="ADAL" clId="{40AEDC3C-7692-4245-A3E8-A5B622E2754A}" dt="2021-08-05T01:48:56.240" v="1677" actId="1076"/>
          <ac:spMkLst>
            <pc:docMk/>
            <pc:sldMk cId="2873310479" sldId="288"/>
            <ac:spMk id="6" creationId="{4076FF2C-5028-4426-B821-DB87D88EC798}"/>
          </ac:spMkLst>
        </pc:spChg>
        <pc:spChg chg="add mod">
          <ac:chgData name="Ivan Granja" userId="d0a12471-25a3-466a-a647-7cb796ed786c" providerId="ADAL" clId="{40AEDC3C-7692-4245-A3E8-A5B622E2754A}" dt="2021-08-05T01:49:26.421" v="1683" actId="1076"/>
          <ac:spMkLst>
            <pc:docMk/>
            <pc:sldMk cId="2873310479" sldId="288"/>
            <ac:spMk id="7" creationId="{465BBE9E-C48C-42AC-9170-60F04CB43D2D}"/>
          </ac:spMkLst>
        </pc:spChg>
        <pc:spChg chg="add mod">
          <ac:chgData name="Ivan Granja" userId="d0a12471-25a3-466a-a647-7cb796ed786c" providerId="ADAL" clId="{40AEDC3C-7692-4245-A3E8-A5B622E2754A}" dt="2021-08-05T01:50:58.740" v="1841" actId="1076"/>
          <ac:spMkLst>
            <pc:docMk/>
            <pc:sldMk cId="2873310479" sldId="288"/>
            <ac:spMk id="8" creationId="{4A677DEA-5B42-46B3-81A9-EABE091E23B3}"/>
          </ac:spMkLst>
        </pc:spChg>
        <pc:spChg chg="add mod">
          <ac:chgData name="Ivan Granja" userId="d0a12471-25a3-466a-a647-7cb796ed786c" providerId="ADAL" clId="{40AEDC3C-7692-4245-A3E8-A5B622E2754A}" dt="2021-08-05T01:51:02.871" v="1848" actId="20577"/>
          <ac:spMkLst>
            <pc:docMk/>
            <pc:sldMk cId="2873310479" sldId="288"/>
            <ac:spMk id="9" creationId="{4559665D-10CF-4EE7-9C31-9FE72A46502E}"/>
          </ac:spMkLst>
        </pc:spChg>
        <pc:spChg chg="add mod">
          <ac:chgData name="Ivan Granja" userId="d0a12471-25a3-466a-a647-7cb796ed786c" providerId="ADAL" clId="{40AEDC3C-7692-4245-A3E8-A5B622E2754A}" dt="2021-08-05T01:51:48.344" v="1884" actId="1076"/>
          <ac:spMkLst>
            <pc:docMk/>
            <pc:sldMk cId="2873310479" sldId="288"/>
            <ac:spMk id="10" creationId="{9B3EF820-42EA-4457-86B0-FAB35ECD633F}"/>
          </ac:spMkLst>
        </pc:spChg>
        <pc:spChg chg="add mod">
          <ac:chgData name="Ivan Granja" userId="d0a12471-25a3-466a-a647-7cb796ed786c" providerId="ADAL" clId="{40AEDC3C-7692-4245-A3E8-A5B622E2754A}" dt="2021-08-05T12:07:40.506" v="1977" actId="313"/>
          <ac:spMkLst>
            <pc:docMk/>
            <pc:sldMk cId="2873310479" sldId="288"/>
            <ac:spMk id="11" creationId="{148EF753-3867-4D66-8F70-ABD4D934B80F}"/>
          </ac:spMkLst>
        </pc:spChg>
      </pc:sldChg>
      <pc:sldChg chg="del">
        <pc:chgData name="Ivan Granja" userId="d0a12471-25a3-466a-a647-7cb796ed786c" providerId="ADAL" clId="{40AEDC3C-7692-4245-A3E8-A5B622E2754A}" dt="2021-08-05T01:31:08.785" v="1128" actId="47"/>
        <pc:sldMkLst>
          <pc:docMk/>
          <pc:sldMk cId="0" sldId="289"/>
        </pc:sldMkLst>
      </pc:sldChg>
      <pc:sldChg chg="del">
        <pc:chgData name="Ivan Granja" userId="d0a12471-25a3-466a-a647-7cb796ed786c" providerId="ADAL" clId="{40AEDC3C-7692-4245-A3E8-A5B622E2754A}" dt="2021-08-05T01:31:21.865" v="1133" actId="47"/>
        <pc:sldMkLst>
          <pc:docMk/>
          <pc:sldMk cId="0" sldId="290"/>
        </pc:sldMkLst>
      </pc:sldChg>
      <pc:sldChg chg="del">
        <pc:chgData name="Ivan Granja" userId="d0a12471-25a3-466a-a647-7cb796ed786c" providerId="ADAL" clId="{40AEDC3C-7692-4245-A3E8-A5B622E2754A}" dt="2021-08-05T01:31:10.106" v="1129" actId="47"/>
        <pc:sldMkLst>
          <pc:docMk/>
          <pc:sldMk cId="0" sldId="291"/>
        </pc:sldMkLst>
      </pc:sldChg>
      <pc:sldChg chg="addSp delSp modSp add mod modAnim">
        <pc:chgData name="Ivan Granja" userId="d0a12471-25a3-466a-a647-7cb796ed786c" providerId="ADAL" clId="{40AEDC3C-7692-4245-A3E8-A5B622E2754A}" dt="2021-08-05T01:17:05.060" v="310" actId="20577"/>
        <pc:sldMkLst>
          <pc:docMk/>
          <pc:sldMk cId="1011473818" sldId="292"/>
        </pc:sldMkLst>
        <pc:spChg chg="mod">
          <ac:chgData name="Ivan Granja" userId="d0a12471-25a3-466a-a647-7cb796ed786c" providerId="ADAL" clId="{40AEDC3C-7692-4245-A3E8-A5B622E2754A}" dt="2021-08-05T01:11:45.531" v="206" actId="1076"/>
          <ac:spMkLst>
            <pc:docMk/>
            <pc:sldMk cId="1011473818" sldId="292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7:05.060" v="310" actId="20577"/>
          <ac:spMkLst>
            <pc:docMk/>
            <pc:sldMk cId="1011473818" sldId="292"/>
            <ac:spMk id="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4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6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9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10:04.330" v="117" actId="478"/>
          <ac:spMkLst>
            <pc:docMk/>
            <pc:sldMk cId="1011473818" sldId="292"/>
            <ac:spMk id="3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31" creationId="{00000000-0000-0000-0000-000000000000}"/>
          </ac:spMkLst>
        </pc:spChg>
        <pc:grpChg chg="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4" creationId="{00000000-0000-0000-0000-000000000000}"/>
          </ac:grpSpMkLst>
        </pc:grpChg>
        <pc:grpChg chg="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6" creationId="{00000000-0000-0000-0000-000000000000}"/>
          </ac:grpSpMkLst>
        </pc:grpChg>
        <pc:grpChg chg="add mod">
          <ac:chgData name="Ivan Granja" userId="d0a12471-25a3-466a-a647-7cb796ed786c" providerId="ADAL" clId="{40AEDC3C-7692-4245-A3E8-A5B622E2754A}" dt="2021-08-05T01:08:47.037" v="94" actId="164"/>
          <ac:grpSpMkLst>
            <pc:docMk/>
            <pc:sldMk cId="1011473818" sldId="292"/>
            <ac:grpSpMk id="23" creationId="{9991C789-2A99-4605-BAA7-C95FD9F94DE9}"/>
          </ac:grpSpMkLst>
        </pc:grpChg>
        <pc:grpChg chg="add del 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24" creationId="{2442360D-2630-436A-84EF-03F956B713BB}"/>
          </ac:grpSpMkLst>
        </pc:grpChg>
      </pc:sldChg>
      <pc:sldChg chg="new del ord">
        <pc:chgData name="Ivan Granja" userId="d0a12471-25a3-466a-a647-7cb796ed786c" providerId="ADAL" clId="{40AEDC3C-7692-4245-A3E8-A5B622E2754A}" dt="2021-08-05T01:17:48.398" v="332" actId="47"/>
        <pc:sldMkLst>
          <pc:docMk/>
          <pc:sldMk cId="2418569368" sldId="293"/>
        </pc:sldMkLst>
      </pc:sldChg>
      <pc:sldChg chg="addSp delSp modSp add mod modAnim">
        <pc:chgData name="Ivan Granja" userId="d0a12471-25a3-466a-a647-7cb796ed786c" providerId="ADAL" clId="{40AEDC3C-7692-4245-A3E8-A5B622E2754A}" dt="2021-08-05T11:35:03.672" v="1976" actId="20577"/>
        <pc:sldMkLst>
          <pc:docMk/>
          <pc:sldMk cId="3699569609" sldId="294"/>
        </pc:sldMkLst>
        <pc:spChg chg="mod">
          <ac:chgData name="Ivan Granja" userId="d0a12471-25a3-466a-a647-7cb796ed786c" providerId="ADAL" clId="{40AEDC3C-7692-4245-A3E8-A5B622E2754A}" dt="2021-08-05T01:27:01.023" v="801" actId="20577"/>
          <ac:spMkLst>
            <pc:docMk/>
            <pc:sldMk cId="3699569609" sldId="294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11:35:03.672" v="1976" actId="20577"/>
          <ac:spMkLst>
            <pc:docMk/>
            <pc:sldMk cId="3699569609" sldId="294"/>
            <ac:spMk id="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4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6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2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25.946" v="369" actId="478"/>
          <ac:spMkLst>
            <pc:docMk/>
            <pc:sldMk cId="3699569609" sldId="294"/>
            <ac:spMk id="25" creationId="{00000000-0000-0000-0000-000000000000}"/>
          </ac:spMkLst>
        </pc:spChg>
        <pc:spChg chg="del mod">
          <ac:chgData name="Ivan Granja" userId="d0a12471-25a3-466a-a647-7cb796ed786c" providerId="ADAL" clId="{40AEDC3C-7692-4245-A3E8-A5B622E2754A}" dt="2021-08-05T01:21:27.484" v="370" actId="478"/>
          <ac:spMkLst>
            <pc:docMk/>
            <pc:sldMk cId="3699569609" sldId="294"/>
            <ac:spMk id="27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1.384" v="372" actId="478"/>
          <ac:spMkLst>
            <pc:docMk/>
            <pc:sldMk cId="3699569609" sldId="294"/>
            <ac:spMk id="28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2.202" v="373" actId="478"/>
          <ac:spMkLst>
            <pc:docMk/>
            <pc:sldMk cId="3699569609" sldId="294"/>
            <ac:spMk id="29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19:01.916" v="336" actId="478"/>
          <ac:spMkLst>
            <pc:docMk/>
            <pc:sldMk cId="3699569609" sldId="294"/>
            <ac:spMk id="30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0.210" v="371" actId="478"/>
          <ac:spMkLst>
            <pc:docMk/>
            <pc:sldMk cId="3699569609" sldId="294"/>
            <ac:spMk id="31" creationId="{00000000-0000-0000-0000-000000000000}"/>
          </ac:spMkLst>
        </pc:spChg>
        <pc:spChg chg="add mod">
          <ac:chgData name="Ivan Granja" userId="d0a12471-25a3-466a-a647-7cb796ed786c" providerId="ADAL" clId="{40AEDC3C-7692-4245-A3E8-A5B622E2754A}" dt="2021-08-05T01:21:05.020" v="366" actId="20577"/>
          <ac:spMkLst>
            <pc:docMk/>
            <pc:sldMk cId="3699569609" sldId="294"/>
            <ac:spMk id="32" creationId="{DEA965A1-2DDD-4295-A2F1-B0AF36E01294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5" creationId="{E3749DB4-5382-4811-A594-65717FC9E47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6" creationId="{772985AD-D45A-4E34-B87C-2FD617818971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7" creationId="{3747DE35-C377-4D5F-83BA-2B96185B23C2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8" creationId="{2A43C162-5C56-4AE9-9080-4C13B0D6BA3C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9" creationId="{CB1EE0FE-3E53-4CE7-A8E7-7879A4B84448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0" creationId="{3C7ECB4A-02C8-4B04-A3E6-18728AA69519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2" creationId="{B0AE6AB1-7B64-471B-A1E9-B9CBDD971CEF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3" creationId="{76DAEAA3-BBB6-4DF7-AA0B-9DDEACD590D7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4" creationId="{43E858D7-2F97-48A1-9F78-5F3744649924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5" creationId="{672794A5-DA95-4A74-ABED-BCEEBD4236D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6" creationId="{73755573-0036-42F0-89D7-CDA27D962259}"/>
          </ac:spMkLst>
        </pc:spChg>
        <pc:spChg chg="mod">
          <ac:chgData name="Ivan Granja" userId="d0a12471-25a3-466a-a647-7cb796ed786c" providerId="ADAL" clId="{40AEDC3C-7692-4245-A3E8-A5B622E2754A}" dt="2021-08-05T01:25:34.008" v="672" actId="20577"/>
          <ac:spMkLst>
            <pc:docMk/>
            <pc:sldMk cId="3699569609" sldId="294"/>
            <ac:spMk id="47" creationId="{E2B25F7B-CAEA-4A8F-B293-260C4E234B12}"/>
          </ac:spMkLst>
        </pc:spChg>
        <pc:spChg chg="mod">
          <ac:chgData name="Ivan Granja" userId="d0a12471-25a3-466a-a647-7cb796ed786c" providerId="ADAL" clId="{40AEDC3C-7692-4245-A3E8-A5B622E2754A}" dt="2021-08-05T01:25:30.478" v="670" actId="20577"/>
          <ac:spMkLst>
            <pc:docMk/>
            <pc:sldMk cId="3699569609" sldId="294"/>
            <ac:spMk id="48" creationId="{65D85069-5259-43E8-A37A-C65BF3300967}"/>
          </ac:spMkLst>
        </pc:spChg>
        <pc:spChg chg="mod">
          <ac:chgData name="Ivan Granja" userId="d0a12471-25a3-466a-a647-7cb796ed786c" providerId="ADAL" clId="{40AEDC3C-7692-4245-A3E8-A5B622E2754A}" dt="2021-08-05T01:25:26.437" v="668" actId="20577"/>
          <ac:spMkLst>
            <pc:docMk/>
            <pc:sldMk cId="3699569609" sldId="294"/>
            <ac:spMk id="49" creationId="{C54444B7-B9D1-4154-A5F4-E920812ED3B0}"/>
          </ac:spMkLst>
        </pc:spChg>
        <pc:spChg chg="mod">
          <ac:chgData name="Ivan Granja" userId="d0a12471-25a3-466a-a647-7cb796ed786c" providerId="ADAL" clId="{40AEDC3C-7692-4245-A3E8-A5B622E2754A}" dt="2021-08-05T01:25:21.287" v="666" actId="255"/>
          <ac:spMkLst>
            <pc:docMk/>
            <pc:sldMk cId="3699569609" sldId="294"/>
            <ac:spMk id="50" creationId="{35B4BEC3-ABE7-4A01-AEFA-F3772E956E5E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1" creationId="{C2385FF2-7C80-43AB-9547-C358810D4A5D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2" creationId="{15A7BA4F-19FD-4493-BEED-F0740899EA4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3" creationId="{73E2109E-B158-479D-83C6-658FDF6CF451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4" creationId="{94C645F1-A822-4548-8037-0710D0A1D76A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5" creationId="{CE9E399B-A3E1-43EB-8A8A-830833033F92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6" creationId="{DF985600-BA13-4B16-9752-46923C4DA349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7" creationId="{3F871211-DAD5-47B5-9F5B-0CBBB359D0BE}"/>
          </ac:spMkLst>
        </pc:spChg>
        <pc:spChg chg="add del">
          <ac:chgData name="Ivan Granja" userId="d0a12471-25a3-466a-a647-7cb796ed786c" providerId="ADAL" clId="{40AEDC3C-7692-4245-A3E8-A5B622E2754A}" dt="2021-08-05T01:25:42.062" v="674" actId="478"/>
          <ac:spMkLst>
            <pc:docMk/>
            <pc:sldMk cId="3699569609" sldId="294"/>
            <ac:spMk id="58" creationId="{AF029B21-7057-4AA8-8C85-11F6DF5790AB}"/>
          </ac:spMkLst>
        </pc:spChg>
        <pc:spChg chg="add del">
          <ac:chgData name="Ivan Granja" userId="d0a12471-25a3-466a-a647-7cb796ed786c" providerId="ADAL" clId="{40AEDC3C-7692-4245-A3E8-A5B622E2754A}" dt="2021-08-05T01:25:38.788" v="673" actId="478"/>
          <ac:spMkLst>
            <pc:docMk/>
            <pc:sldMk cId="3699569609" sldId="294"/>
            <ac:spMk id="59" creationId="{0D3EFD1E-9243-4EF5-8BB9-3686DB9324B7}"/>
          </ac:spMkLst>
        </pc:spChg>
        <pc:grpChg chg="del mod">
          <ac:chgData name="Ivan Granja" userId="d0a12471-25a3-466a-a647-7cb796ed786c" providerId="ADAL" clId="{40AEDC3C-7692-4245-A3E8-A5B622E2754A}" dt="2021-08-05T01:21:23.252" v="367" actId="478"/>
          <ac:grpSpMkLst>
            <pc:docMk/>
            <pc:sldMk cId="3699569609" sldId="294"/>
            <ac:grpSpMk id="4" creationId="{00000000-0000-0000-0000-000000000000}"/>
          </ac:grpSpMkLst>
        </pc:grpChg>
        <pc:grpChg chg="mod">
          <ac:chgData name="Ivan Granja" userId="d0a12471-25a3-466a-a647-7cb796ed786c" providerId="ADAL" clId="{40AEDC3C-7692-4245-A3E8-A5B622E2754A}" dt="2021-08-05T01:18:49.926" v="335" actId="1076"/>
          <ac:grpSpMkLst>
            <pc:docMk/>
            <pc:sldMk cId="3699569609" sldId="294"/>
            <ac:grpSpMk id="6" creationId="{00000000-0000-0000-0000-000000000000}"/>
          </ac:grpSpMkLst>
        </pc:grpChg>
        <pc:grpChg chg="add mod">
          <ac:chgData name="Ivan Granja" userId="d0a12471-25a3-466a-a647-7cb796ed786c" providerId="ADAL" clId="{40AEDC3C-7692-4245-A3E8-A5B622E2754A}" dt="2021-08-05T01:28:56.825" v="992" actId="167"/>
          <ac:grpSpMkLst>
            <pc:docMk/>
            <pc:sldMk cId="3699569609" sldId="294"/>
            <ac:grpSpMk id="33" creationId="{F8EFE807-FC96-417B-9B96-7C3196C77A34}"/>
          </ac:grpSpMkLst>
        </pc:grpChg>
        <pc:grpChg chg="mod">
          <ac:chgData name="Ivan Granja" userId="d0a12471-25a3-466a-a647-7cb796ed786c" providerId="ADAL" clId="{40AEDC3C-7692-4245-A3E8-A5B622E2754A}" dt="2021-08-05T01:24:58.691" v="662" actId="1076"/>
          <ac:grpSpMkLst>
            <pc:docMk/>
            <pc:sldMk cId="3699569609" sldId="294"/>
            <ac:grpSpMk id="34" creationId="{C368309B-75C2-4D4A-A00A-5EBD1659343E}"/>
          </ac:grpSpMkLst>
        </pc:grpChg>
        <pc:grpChg chg="mod">
          <ac:chgData name="Ivan Granja" userId="d0a12471-25a3-466a-a647-7cb796ed786c" providerId="ADAL" clId="{40AEDC3C-7692-4245-A3E8-A5B622E2754A}" dt="2021-08-05T01:24:58.691" v="662" actId="1076"/>
          <ac:grpSpMkLst>
            <pc:docMk/>
            <pc:sldMk cId="3699569609" sldId="294"/>
            <ac:grpSpMk id="41" creationId="{B2E8112B-A068-4F18-99C3-E70BA2E2F9CA}"/>
          </ac:grpSpMkLst>
        </pc:grpChg>
      </pc:sldChg>
      <pc:sldChg chg="modSp new mod">
        <pc:chgData name="Ivan Granja" userId="d0a12471-25a3-466a-a647-7cb796ed786c" providerId="ADAL" clId="{40AEDC3C-7692-4245-A3E8-A5B622E2754A}" dt="2021-08-05T01:53:51.233" v="1965" actId="20577"/>
        <pc:sldMkLst>
          <pc:docMk/>
          <pc:sldMk cId="515359538" sldId="295"/>
        </pc:sldMkLst>
        <pc:spChg chg="mod">
          <ac:chgData name="Ivan Granja" userId="d0a12471-25a3-466a-a647-7cb796ed786c" providerId="ADAL" clId="{40AEDC3C-7692-4245-A3E8-A5B622E2754A}" dt="2021-08-05T01:34:45.383" v="1199" actId="20577"/>
          <ac:spMkLst>
            <pc:docMk/>
            <pc:sldMk cId="515359538" sldId="295"/>
            <ac:spMk id="2" creationId="{9587F693-3760-48F1-AE2B-C6BA6D17E0EF}"/>
          </ac:spMkLst>
        </pc:spChg>
        <pc:spChg chg="mod">
          <ac:chgData name="Ivan Granja" userId="d0a12471-25a3-466a-a647-7cb796ed786c" providerId="ADAL" clId="{40AEDC3C-7692-4245-A3E8-A5B622E2754A}" dt="2021-08-05T01:53:51.233" v="1965" actId="20577"/>
          <ac:spMkLst>
            <pc:docMk/>
            <pc:sldMk cId="515359538" sldId="295"/>
            <ac:spMk id="3" creationId="{F8713EE9-6A88-4DBF-BA2D-4A6663C63328}"/>
          </ac:spMkLst>
        </pc:spChg>
      </pc:sldChg>
      <pc:sldChg chg="modSp new mod">
        <pc:chgData name="Ivan Granja" userId="d0a12471-25a3-466a-a647-7cb796ed786c" providerId="ADAL" clId="{40AEDC3C-7692-4245-A3E8-A5B622E2754A}" dt="2021-08-05T01:54:21.646" v="1974" actId="27636"/>
        <pc:sldMkLst>
          <pc:docMk/>
          <pc:sldMk cId="119354715" sldId="296"/>
        </pc:sldMkLst>
        <pc:spChg chg="mod">
          <ac:chgData name="Ivan Granja" userId="d0a12471-25a3-466a-a647-7cb796ed786c" providerId="ADAL" clId="{40AEDC3C-7692-4245-A3E8-A5B622E2754A}" dt="2021-08-05T01:54:09.647" v="1969" actId="1076"/>
          <ac:spMkLst>
            <pc:docMk/>
            <pc:sldMk cId="119354715" sldId="296"/>
            <ac:spMk id="2" creationId="{5A95B625-F7E2-4476-8338-362951D68E4A}"/>
          </ac:spMkLst>
        </pc:spChg>
        <pc:spChg chg="mod">
          <ac:chgData name="Ivan Granja" userId="d0a12471-25a3-466a-a647-7cb796ed786c" providerId="ADAL" clId="{40AEDC3C-7692-4245-A3E8-A5B622E2754A}" dt="2021-08-05T01:54:21.646" v="1974" actId="27636"/>
          <ac:spMkLst>
            <pc:docMk/>
            <pc:sldMk cId="119354715" sldId="296"/>
            <ac:spMk id="3" creationId="{5C18F851-C49D-4755-9CE4-AD305668781D}"/>
          </ac:spMkLst>
        </pc:spChg>
      </pc:sldChg>
      <pc:sldChg chg="modSp add mod">
        <pc:chgData name="Ivan Granja" userId="d0a12471-25a3-466a-a647-7cb796ed786c" providerId="ADAL" clId="{40AEDC3C-7692-4245-A3E8-A5B622E2754A}" dt="2021-08-05T01:46:46.878" v="1618" actId="5793"/>
        <pc:sldMkLst>
          <pc:docMk/>
          <pc:sldMk cId="3452476024" sldId="297"/>
        </pc:sldMkLst>
        <pc:spChg chg="mod">
          <ac:chgData name="Ivan Granja" userId="d0a12471-25a3-466a-a647-7cb796ed786c" providerId="ADAL" clId="{40AEDC3C-7692-4245-A3E8-A5B622E2754A}" dt="2021-08-05T01:43:17.038" v="1502" actId="20577"/>
          <ac:spMkLst>
            <pc:docMk/>
            <pc:sldMk cId="3452476024" sldId="297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46:46.878" v="1618" actId="5793"/>
          <ac:spMkLst>
            <pc:docMk/>
            <pc:sldMk cId="3452476024" sldId="297"/>
            <ac:spMk id="3" creationId="{00000000-0000-0000-0000-000000000000}"/>
          </ac:spMkLst>
        </pc:spChg>
      </pc:sldChg>
    </pc:docChg>
  </pc:docChgLst>
  <pc:docChgLst>
    <pc:chgData name="Ivan Granja" userId="d0a12471-25a3-466a-a647-7cb796ed786c" providerId="ADAL" clId="{5610FB00-8329-4067-B3EF-4059EB9B7E01}"/>
    <pc:docChg chg="custSel modSld">
      <pc:chgData name="Ivan Granja" userId="d0a12471-25a3-466a-a647-7cb796ed786c" providerId="ADAL" clId="{5610FB00-8329-4067-B3EF-4059EB9B7E01}" dt="2021-08-03T10:30:48.736" v="89" actId="122"/>
      <pc:docMkLst>
        <pc:docMk/>
      </pc:docMkLst>
      <pc:sldChg chg="modSp mod">
        <pc:chgData name="Ivan Granja" userId="d0a12471-25a3-466a-a647-7cb796ed786c" providerId="ADAL" clId="{5610FB00-8329-4067-B3EF-4059EB9B7E01}" dt="2021-08-03T10:30:27.038" v="88" actId="20577"/>
        <pc:sldMkLst>
          <pc:docMk/>
          <pc:sldMk cId="2873310479" sldId="288"/>
        </pc:sldMkLst>
        <pc:spChg chg="mod">
          <ac:chgData name="Ivan Granja" userId="d0a12471-25a3-466a-a647-7cb796ed786c" providerId="ADAL" clId="{5610FB00-8329-4067-B3EF-4059EB9B7E01}" dt="2021-08-03T10:30:27.038" v="88" actId="20577"/>
          <ac:spMkLst>
            <pc:docMk/>
            <pc:sldMk cId="2873310479" sldId="288"/>
            <ac:spMk id="3" creationId="{00000000-0000-0000-0000-000000000000}"/>
          </ac:spMkLst>
        </pc:spChg>
      </pc:sldChg>
      <pc:sldChg chg="modSp mod">
        <pc:chgData name="Ivan Granja" userId="d0a12471-25a3-466a-a647-7cb796ed786c" providerId="ADAL" clId="{5610FB00-8329-4067-B3EF-4059EB9B7E01}" dt="2021-08-03T10:30:48.736" v="89" actId="122"/>
        <pc:sldMkLst>
          <pc:docMk/>
          <pc:sldMk cId="0" sldId="289"/>
        </pc:sldMkLst>
        <pc:spChg chg="mod">
          <ac:chgData name="Ivan Granja" userId="d0a12471-25a3-466a-a647-7cb796ed786c" providerId="ADAL" clId="{5610FB00-8329-4067-B3EF-4059EB9B7E01}" dt="2021-08-03T10:30:48.736" v="89" actId="122"/>
          <ac:spMkLst>
            <pc:docMk/>
            <pc:sldMk cId="0" sldId="289"/>
            <ac:spMk id="132098" creationId="{4CA77B1B-9BB8-4EC2-9EDA-F5B9F36FA7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24165-7913-46B6-88B3-C29DC7E914B1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AB8B-10FA-43D4-AC9A-953A332D9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42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40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5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7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12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33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97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615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3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60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D0F26-CB29-44E3-AD3E-26B118C78EB2}" type="datetimeFigureOut">
              <a:rPr lang="pt-BR" smtClean="0"/>
              <a:t>15/09/2022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2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82574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/>
              <a:t>Avançando em Modelagem de Sistemas - usando </a:t>
            </a:r>
            <a:r>
              <a:rPr lang="pt-BR" dirty="0" err="1"/>
              <a:t>SysML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Associações e </a:t>
            </a:r>
            <a:r>
              <a:rPr lang="pt-BR" dirty="0" err="1"/>
              <a:t>IBDs</a:t>
            </a:r>
            <a:r>
              <a:rPr lang="pt-BR" dirty="0"/>
              <a:t> (</a:t>
            </a:r>
            <a:r>
              <a:rPr lang="pt-BR" dirty="0" err="1"/>
              <a:t>Internal</a:t>
            </a:r>
            <a:r>
              <a:rPr lang="pt-BR" dirty="0"/>
              <a:t> </a:t>
            </a:r>
            <a:r>
              <a:rPr lang="pt-BR" dirty="0" err="1"/>
              <a:t>Block</a:t>
            </a:r>
            <a:r>
              <a:rPr lang="pt-BR" dirty="0"/>
              <a:t> </a:t>
            </a:r>
            <a:r>
              <a:rPr lang="pt-BR" dirty="0" err="1"/>
              <a:t>Definition</a:t>
            </a:r>
            <a:r>
              <a:rPr lang="pt-BR" dirty="0"/>
              <a:t> </a:t>
            </a:r>
            <a:r>
              <a:rPr lang="pt-BR" dirty="0" err="1"/>
              <a:t>Diagram</a:t>
            </a:r>
            <a:r>
              <a:rPr lang="pt-BR" dirty="0"/>
              <a:t>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689453"/>
            <a:ext cx="9144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Prof. Ivan Granja</a:t>
            </a:r>
          </a:p>
          <a:p>
            <a:r>
              <a:rPr lang="pt-BR" sz="3200" dirty="0"/>
              <a:t>PUC-Campinas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0136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Associações em </a:t>
            </a:r>
            <a:r>
              <a:rPr lang="pt-BR" dirty="0" err="1"/>
              <a:t>SysML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Vimos até o momento vários tipos de características/propriedades (estruturais e comportamentais) que um bloco pode conter e como representá-las em compartimentos</a:t>
            </a:r>
          </a:p>
          <a:p>
            <a:r>
              <a:rPr lang="pt-BR" dirty="0"/>
              <a:t>Os relacionamento entre dois blocos definidos não são favorecidos pela representação gráfica (compartimentos) usadas até este ponto</a:t>
            </a:r>
          </a:p>
          <a:p>
            <a:r>
              <a:rPr lang="pt-BR" dirty="0"/>
              <a:t>Os relacionamentos são, portanto elementos estruturais do modelo</a:t>
            </a:r>
          </a:p>
          <a:p>
            <a:r>
              <a:rPr lang="pt-BR" dirty="0"/>
              <a:t>Existem </a:t>
            </a:r>
            <a:r>
              <a:rPr lang="pt-BR" dirty="0" smtClean="0"/>
              <a:t>alguns </a:t>
            </a:r>
            <a:r>
              <a:rPr lang="pt-BR" dirty="0"/>
              <a:t>relacionamentos possíveis entre os tipos definidos por </a:t>
            </a:r>
            <a:r>
              <a:rPr lang="pt-BR" dirty="0" smtClean="0"/>
              <a:t>blocos, </a:t>
            </a:r>
            <a:r>
              <a:rPr lang="pt-BR" dirty="0"/>
              <a:t>com representações gráficas próprias</a:t>
            </a:r>
          </a:p>
          <a:p>
            <a:pPr lvl="1"/>
            <a:r>
              <a:rPr lang="pt-BR" dirty="0"/>
              <a:t>Associações de Referência</a:t>
            </a:r>
          </a:p>
          <a:p>
            <a:pPr lvl="1"/>
            <a:r>
              <a:rPr lang="pt-BR" dirty="0"/>
              <a:t>Associações por composição (todo-parte)</a:t>
            </a:r>
          </a:p>
          <a:p>
            <a:pPr lvl="1"/>
            <a:r>
              <a:rPr lang="pt-BR" dirty="0"/>
              <a:t>Generalizações</a:t>
            </a:r>
          </a:p>
          <a:p>
            <a:pPr lvl="1"/>
            <a:r>
              <a:rPr lang="pt-BR" dirty="0"/>
              <a:t>Dependências</a:t>
            </a:r>
          </a:p>
        </p:txBody>
      </p:sp>
    </p:spTree>
    <p:extLst>
      <p:ext uri="{BB962C8B-B14F-4D97-AF65-F5344CB8AC3E}">
        <p14:creationId xmlns:p14="http://schemas.microsoft.com/office/powerpoint/2010/main" val="231012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1325563"/>
          </a:xfrm>
        </p:spPr>
        <p:txBody>
          <a:bodyPr/>
          <a:lstStyle/>
          <a:p>
            <a:r>
              <a:rPr lang="pt-BR" dirty="0"/>
              <a:t>Associações de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672"/>
            <a:ext cx="6442044" cy="304194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Uma associação por referência (ou simplesmente associação) representa no modelo um elemento externo ao bloco, ou seja, um elemento ao qual um bloco precisa se conectar por algum propósito </a:t>
            </a:r>
          </a:p>
          <a:p>
            <a:r>
              <a:rPr lang="pt-BR" dirty="0"/>
              <a:t>Os relacionamentos são externos (</a:t>
            </a:r>
            <a:r>
              <a:rPr lang="pt-BR" b="1" i="1" dirty="0" err="1"/>
              <a:t>references</a:t>
            </a:r>
            <a:r>
              <a:rPr lang="pt-BR" dirty="0"/>
              <a:t>), enquanto as </a:t>
            </a:r>
            <a:r>
              <a:rPr lang="pt-BR" b="1" i="1" dirty="0" err="1"/>
              <a:t>parts</a:t>
            </a:r>
            <a:r>
              <a:rPr lang="pt-BR" dirty="0"/>
              <a:t> são internas ao bloco.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 descr="Tabela&#10;&#10;Descrição gerada automaticamente">
            <a:extLst>
              <a:ext uri="{FF2B5EF4-FFF2-40B4-BE49-F238E27FC236}">
                <a16:creationId xmlns:a16="http://schemas.microsoft.com/office/drawing/2014/main" id="{CB13CCE4-7528-40B3-AD20-4C1E6B93C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244" y="1187963"/>
            <a:ext cx="4911756" cy="3510646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FFD8933-5DC5-4D73-9FD7-10370B76102E}"/>
              </a:ext>
            </a:extLst>
          </p:cNvPr>
          <p:cNvSpPr txBox="1">
            <a:spLocks/>
          </p:cNvSpPr>
          <p:nvPr/>
        </p:nvSpPr>
        <p:spPr>
          <a:xfrm>
            <a:off x="838200" y="4572634"/>
            <a:ext cx="10515600" cy="215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84B425B3-84A4-4861-B0DA-6C1FA6EB0EC5}"/>
              </a:ext>
            </a:extLst>
          </p:cNvPr>
          <p:cNvSpPr txBox="1">
            <a:spLocks/>
          </p:cNvSpPr>
          <p:nvPr/>
        </p:nvSpPr>
        <p:spPr>
          <a:xfrm>
            <a:off x="1117209" y="5187328"/>
            <a:ext cx="6442044" cy="1251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4B6AF71-7699-4FB1-9877-F5962C86953A}"/>
              </a:ext>
            </a:extLst>
          </p:cNvPr>
          <p:cNvSpPr txBox="1">
            <a:spLocks/>
          </p:cNvSpPr>
          <p:nvPr/>
        </p:nvSpPr>
        <p:spPr>
          <a:xfrm>
            <a:off x="838200" y="4905880"/>
            <a:ext cx="10615246" cy="181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Os relacionamento entre dois blocos definidos não são favorecidos pela representação gráfica (compartimento </a:t>
            </a:r>
            <a:r>
              <a:rPr lang="pt-BR" dirty="0" err="1"/>
              <a:t>reference</a:t>
            </a:r>
            <a:r>
              <a:rPr lang="pt-BR" dirty="0"/>
              <a:t>) usadas até este ponto</a:t>
            </a:r>
          </a:p>
          <a:p>
            <a:r>
              <a:rPr lang="pt-BR" dirty="0"/>
              <a:t>Os relacionamentos são, portanto elementos estruturais do modelo.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982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C3617D15-6B58-4685-BAF1-3EBA396A8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770" y="4310614"/>
            <a:ext cx="3509230" cy="10466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3"/>
            <a:ext cx="10515600" cy="1325563"/>
          </a:xfrm>
        </p:spPr>
        <p:txBody>
          <a:bodyPr/>
          <a:lstStyle/>
          <a:p>
            <a:r>
              <a:rPr lang="pt-BR" dirty="0"/>
              <a:t>Associações de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1395266"/>
            <a:ext cx="11296357" cy="2206063"/>
          </a:xfrm>
        </p:spPr>
        <p:txBody>
          <a:bodyPr>
            <a:normAutofit/>
          </a:bodyPr>
          <a:lstStyle/>
          <a:p>
            <a:r>
              <a:rPr lang="pt-BR" dirty="0"/>
              <a:t>Uma associação por referência (ou simplesmente </a:t>
            </a:r>
            <a:r>
              <a:rPr lang="pt-BR" b="1" dirty="0"/>
              <a:t>associação</a:t>
            </a:r>
            <a:r>
              <a:rPr lang="pt-BR" dirty="0"/>
              <a:t>) significa que pode haver uma conexão entre instâncias dos blocos por ela conectados, durante a operação do sistema.</a:t>
            </a:r>
          </a:p>
          <a:p>
            <a:pPr lvl="1"/>
            <a:r>
              <a:rPr lang="pt-BR" altLang="pt-BR" dirty="0"/>
              <a:t>Descrevem blocos que são potencialmente parceiros, a pontos de cooperar em algum ponto da operação sistema</a:t>
            </a:r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C840469-46B0-43B8-88D4-F710B6CCDE77}"/>
              </a:ext>
            </a:extLst>
          </p:cNvPr>
          <p:cNvSpPr txBox="1">
            <a:spLocks/>
          </p:cNvSpPr>
          <p:nvPr/>
        </p:nvSpPr>
        <p:spPr>
          <a:xfrm>
            <a:off x="590843" y="3429000"/>
            <a:ext cx="8324557" cy="33592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Sempre lembrar: O Bloco é um </a:t>
            </a:r>
            <a:r>
              <a:rPr lang="pt-BR" b="1" dirty="0"/>
              <a:t>tipo </a:t>
            </a:r>
            <a:r>
              <a:rPr lang="pt-BR" dirty="0"/>
              <a:t>(categoria, </a:t>
            </a:r>
            <a:r>
              <a:rPr lang="pt-BR" dirty="0" smtClean="0"/>
              <a:t>classe</a:t>
            </a:r>
            <a:r>
              <a:rPr lang="pt-BR" dirty="0"/>
              <a:t>).</a:t>
            </a:r>
          </a:p>
          <a:p>
            <a:r>
              <a:rPr lang="pt-BR" dirty="0"/>
              <a:t>A representação de uma associação é feita por uma linha cheia.</a:t>
            </a:r>
          </a:p>
          <a:p>
            <a:pPr lvl="1"/>
            <a:r>
              <a:rPr lang="pt-BR" dirty="0"/>
              <a:t>Mesma notação que vimos para a os fluxos entre portas, mas são aplicados em contextos diferentes. Em geral, não aparecem no mesmo diagrama</a:t>
            </a:r>
          </a:p>
          <a:p>
            <a:r>
              <a:rPr lang="pt-BR" dirty="0"/>
              <a:t>São (por default) bidirecionais. Para que sejam unidirecionais necessitam de uma seta aberta no bloco de destino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067102F-0748-4E62-863B-DC021A6CC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770" y="5462734"/>
            <a:ext cx="3509230" cy="10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0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F925943-5163-4B10-82C0-50D0E519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329" y="5589746"/>
            <a:ext cx="4018671" cy="11985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3"/>
            <a:ext cx="10515600" cy="1325563"/>
          </a:xfrm>
        </p:spPr>
        <p:txBody>
          <a:bodyPr/>
          <a:lstStyle/>
          <a:p>
            <a:r>
              <a:rPr lang="pt-BR" dirty="0"/>
              <a:t>Associações de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1395266"/>
            <a:ext cx="10931769" cy="5097609"/>
          </a:xfrm>
        </p:spPr>
        <p:txBody>
          <a:bodyPr>
            <a:normAutofit/>
          </a:bodyPr>
          <a:lstStyle/>
          <a:p>
            <a:pPr eaLnBrk="1" hangingPunct="1"/>
            <a:r>
              <a:rPr lang="pt-BR" dirty="0"/>
              <a:t>As associações são </a:t>
            </a:r>
            <a:r>
              <a:rPr lang="pt-BR" altLang="pt-BR" sz="2800" dirty="0"/>
              <a:t>vínculos estruturais que aparecem visualmente representadas entre </a:t>
            </a:r>
            <a:r>
              <a:rPr lang="pt-BR" altLang="pt-BR" dirty="0"/>
              <a:t>os blocos (tipos)</a:t>
            </a:r>
            <a:r>
              <a:rPr lang="pt-BR" altLang="pt-BR" sz="2800" dirty="0"/>
              <a:t>. </a:t>
            </a:r>
          </a:p>
          <a:p>
            <a:pPr eaLnBrk="1" hangingPunct="1"/>
            <a:r>
              <a:rPr lang="pt-BR" altLang="pt-BR" dirty="0"/>
              <a:t>Porém, modelam (representam) ligações entre as instâncias destes blocos que participam da associação</a:t>
            </a:r>
          </a:p>
          <a:p>
            <a:r>
              <a:rPr lang="pt-BR" altLang="pt-BR" dirty="0"/>
              <a:t>A Multiplicidade representa em que ordem de grandeza e de obrigatoriedade as instância do bloco A estão relacionadas (ligadas) às instâncias de B</a:t>
            </a:r>
          </a:p>
          <a:p>
            <a:pPr lvl="1"/>
            <a:r>
              <a:rPr lang="pt-BR" altLang="pt-BR" sz="2800" dirty="0"/>
              <a:t>1 para 1,  1 para [0:1]. 1 para *, 1 para [0..*], 1 para[1..*]</a:t>
            </a:r>
          </a:p>
          <a:p>
            <a:pPr lvl="1"/>
            <a:r>
              <a:rPr lang="pt-BR" altLang="pt-BR" sz="2800" dirty="0"/>
              <a:t>Pode ser representada (ou não) nos dois sentidos. </a:t>
            </a:r>
          </a:p>
          <a:p>
            <a:pPr lvl="1"/>
            <a:r>
              <a:rPr lang="pt-BR" altLang="pt-BR" sz="2800" dirty="0"/>
              <a:t>Deve ser lida na ponta da linha onde está o outro Bloco</a:t>
            </a:r>
          </a:p>
          <a:p>
            <a:pPr lvl="1"/>
            <a:r>
              <a:rPr lang="pt-BR" altLang="pt-BR" sz="2800" dirty="0"/>
              <a:t>0 denota </a:t>
            </a:r>
            <a:r>
              <a:rPr lang="pt-BR" altLang="pt-BR" sz="2800" dirty="0" err="1"/>
              <a:t>opcionalidade</a:t>
            </a:r>
            <a:endParaRPr lang="pt-BR" altLang="pt-BR" sz="2800" dirty="0"/>
          </a:p>
          <a:p>
            <a:pPr eaLnBrk="1" hangingPunct="1"/>
            <a:endParaRPr lang="pt-BR" altLang="pt-BR" dirty="0"/>
          </a:p>
          <a:p>
            <a:pPr eaLnBrk="1" hangingPunct="1"/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62121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3ED86-A1DE-490D-8BF6-69169F4A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211"/>
            <a:ext cx="10515600" cy="1176557"/>
          </a:xfrm>
        </p:spPr>
        <p:txBody>
          <a:bodyPr/>
          <a:lstStyle/>
          <a:p>
            <a:pPr algn="ctr"/>
            <a:r>
              <a:rPr lang="pt-BR" dirty="0"/>
              <a:t>Exemplos de Associações de Referência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55A1484-9D54-427F-9E96-AFB88538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42" y="1423402"/>
            <a:ext cx="8967044" cy="13255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85C1FF9-5BEE-4460-8C3C-A41848895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41" y="2748965"/>
            <a:ext cx="9345397" cy="152761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7C81C73-1A46-4062-893E-2BC8943F0F36}"/>
              </a:ext>
            </a:extLst>
          </p:cNvPr>
          <p:cNvGrpSpPr/>
          <p:nvPr/>
        </p:nvGrpSpPr>
        <p:grpSpPr>
          <a:xfrm>
            <a:off x="4679892" y="4100209"/>
            <a:ext cx="7512108" cy="2757791"/>
            <a:chOff x="4679892" y="4100209"/>
            <a:chExt cx="7512108" cy="2757791"/>
          </a:xfrm>
        </p:grpSpPr>
        <p:pic>
          <p:nvPicPr>
            <p:cNvPr id="10" name="Imagem 9" descr="Tabela&#10;&#10;Descrição gerada automaticamente">
              <a:extLst>
                <a:ext uri="{FF2B5EF4-FFF2-40B4-BE49-F238E27FC236}">
                  <a16:creationId xmlns:a16="http://schemas.microsoft.com/office/drawing/2014/main" id="{E82AC77B-E4C8-4A1C-8B45-1881457F8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9892" y="4100209"/>
              <a:ext cx="7512108" cy="2757791"/>
            </a:xfrm>
            <a:prstGeom prst="rect">
              <a:avLst/>
            </a:prstGeom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B997130E-BD29-49DD-97C5-7B036DBF5C29}"/>
                </a:ext>
              </a:extLst>
            </p:cNvPr>
            <p:cNvSpPr/>
            <p:nvPr/>
          </p:nvSpPr>
          <p:spPr>
            <a:xfrm>
              <a:off x="5289452" y="6309994"/>
              <a:ext cx="2574388" cy="196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pt-BR" dirty="0"/>
                <a:t>Controlador do Totem [1]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29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1325563"/>
          </a:xfrm>
        </p:spPr>
        <p:txBody>
          <a:bodyPr/>
          <a:lstStyle/>
          <a:p>
            <a:r>
              <a:rPr lang="pt-BR" dirty="0"/>
              <a:t>Associações por Composições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672"/>
            <a:ext cx="6442044" cy="304194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Uma associação por composição (ou simplesmente composição) representa no modelo uma decomposição estrutural no modelo, no qual estão presentes o bloco que composto (todo) e os blocos componente (partes)</a:t>
            </a:r>
          </a:p>
          <a:p>
            <a:r>
              <a:rPr lang="pt-BR" dirty="0"/>
              <a:t>Representam visualmente as </a:t>
            </a:r>
            <a:r>
              <a:rPr lang="pt-BR" b="1" i="1" dirty="0" err="1"/>
              <a:t>parts</a:t>
            </a:r>
            <a:r>
              <a:rPr lang="pt-BR" dirty="0"/>
              <a:t> que são internas ao bloco.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 descr="Tabela&#10;&#10;Descrição gerada automaticamente">
            <a:extLst>
              <a:ext uri="{FF2B5EF4-FFF2-40B4-BE49-F238E27FC236}">
                <a16:creationId xmlns:a16="http://schemas.microsoft.com/office/drawing/2014/main" id="{CB13CCE4-7528-40B3-AD20-4C1E6B93C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244" y="1187963"/>
            <a:ext cx="4911756" cy="3510646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FFD8933-5DC5-4D73-9FD7-10370B76102E}"/>
              </a:ext>
            </a:extLst>
          </p:cNvPr>
          <p:cNvSpPr txBox="1">
            <a:spLocks/>
          </p:cNvSpPr>
          <p:nvPr/>
        </p:nvSpPr>
        <p:spPr>
          <a:xfrm>
            <a:off x="838200" y="4572634"/>
            <a:ext cx="10515600" cy="215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84B425B3-84A4-4861-B0DA-6C1FA6EB0EC5}"/>
              </a:ext>
            </a:extLst>
          </p:cNvPr>
          <p:cNvSpPr txBox="1">
            <a:spLocks/>
          </p:cNvSpPr>
          <p:nvPr/>
        </p:nvSpPr>
        <p:spPr>
          <a:xfrm>
            <a:off x="1117209" y="5187328"/>
            <a:ext cx="6442044" cy="1251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4B6AF71-7699-4FB1-9877-F5962C86953A}"/>
              </a:ext>
            </a:extLst>
          </p:cNvPr>
          <p:cNvSpPr txBox="1">
            <a:spLocks/>
          </p:cNvSpPr>
          <p:nvPr/>
        </p:nvSpPr>
        <p:spPr>
          <a:xfrm>
            <a:off x="838200" y="4698609"/>
            <a:ext cx="11133406" cy="20215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Este tipo de relacionamentos são, portanto, usadas para denotar decomposição estruturais do modelo, no qual o todo (bloco composto) exerce um grau forte de domínio sobre as partes</a:t>
            </a:r>
          </a:p>
          <a:p>
            <a:r>
              <a:rPr lang="pt-BR" dirty="0"/>
              <a:t>As associações de referencia entre as partes do todo podem aparecer modeladas pelo todo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225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3"/>
            <a:ext cx="10515600" cy="1325563"/>
          </a:xfrm>
        </p:spPr>
        <p:txBody>
          <a:bodyPr/>
          <a:lstStyle/>
          <a:p>
            <a:r>
              <a:rPr lang="pt-BR" dirty="0"/>
              <a:t>Associações por 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1395266"/>
            <a:ext cx="11296357" cy="2206063"/>
          </a:xfrm>
        </p:spPr>
        <p:txBody>
          <a:bodyPr>
            <a:normAutofit/>
          </a:bodyPr>
          <a:lstStyle/>
          <a:p>
            <a:r>
              <a:rPr lang="pt-BR" dirty="0"/>
              <a:t>Uma associação por composição indica que há uma conexão forte entre instâncias compostas em composições todo-parte, durante a operação do sistema.</a:t>
            </a:r>
          </a:p>
          <a:p>
            <a:pPr lvl="1"/>
            <a:r>
              <a:rPr lang="pt-BR" altLang="pt-BR" dirty="0"/>
              <a:t>O Bloco composto (o todo) em geral “domina” a composição, estabelecendo como se dá relacionamento das partes através do todo</a:t>
            </a:r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C840469-46B0-43B8-88D4-F710B6CCDE77}"/>
              </a:ext>
            </a:extLst>
          </p:cNvPr>
          <p:cNvSpPr txBox="1">
            <a:spLocks/>
          </p:cNvSpPr>
          <p:nvPr/>
        </p:nvSpPr>
        <p:spPr>
          <a:xfrm>
            <a:off x="590843" y="3455032"/>
            <a:ext cx="6288259" cy="3333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representação de uma composição é feita por um diamante cheio no bloco composto (todo), ligado por linhas aos blocos componentes (sua partes)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Mantém-se o uso de multiplicidade para representar a quantidade de instâncias do todo estão relacionadas às suas partes.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8B7C5D-EA93-4746-A65C-4E288C5AF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298" y="3455032"/>
            <a:ext cx="4440702" cy="347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2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3ED86-A1DE-490D-8BF6-69169F4A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211"/>
            <a:ext cx="10515600" cy="1176557"/>
          </a:xfrm>
        </p:spPr>
        <p:txBody>
          <a:bodyPr/>
          <a:lstStyle/>
          <a:p>
            <a:pPr algn="ctr"/>
            <a:r>
              <a:rPr lang="pt-BR" dirty="0"/>
              <a:t>Exemplos de Associações por Composição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B73429F-F9E3-4666-85A6-E488F2A4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99" y="5283425"/>
            <a:ext cx="4237953" cy="15745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4D85646-B07E-41CE-AD9D-186758BEE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2346"/>
            <a:ext cx="79343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1325563"/>
          </a:xfrm>
        </p:spPr>
        <p:txBody>
          <a:bodyPr/>
          <a:lstStyle/>
          <a:p>
            <a:r>
              <a:rPr lang="pt-BR" dirty="0"/>
              <a:t>Generalizações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72" y="1670671"/>
            <a:ext cx="10986868" cy="5187329"/>
          </a:xfrm>
        </p:spPr>
        <p:txBody>
          <a:bodyPr>
            <a:normAutofit/>
          </a:bodyPr>
          <a:lstStyle/>
          <a:p>
            <a:r>
              <a:rPr lang="pt-BR" dirty="0"/>
              <a:t>Uma associação que denota herança entre dois elementos relacionados (blocos).</a:t>
            </a:r>
          </a:p>
          <a:p>
            <a:pPr lvl="1"/>
            <a:r>
              <a:rPr lang="pt-BR" dirty="0"/>
              <a:t> Um mais geral ou genérico (chamado de supertipo) e</a:t>
            </a:r>
          </a:p>
          <a:p>
            <a:pPr lvl="1"/>
            <a:r>
              <a:rPr lang="pt-BR" dirty="0"/>
              <a:t>Um mais especializado (chamado subtipo)</a:t>
            </a:r>
          </a:p>
          <a:p>
            <a:endParaRPr lang="pt-BR" sz="800" dirty="0"/>
          </a:p>
          <a:p>
            <a:r>
              <a:rPr lang="pt-BR" dirty="0"/>
              <a:t>É uma relação de </a:t>
            </a:r>
            <a:r>
              <a:rPr lang="pt-BR" dirty="0" err="1"/>
              <a:t>subtipagem</a:t>
            </a:r>
            <a:r>
              <a:rPr lang="pt-BR" dirty="0"/>
              <a:t>. O tipo especializado é sempre um subtipo do tipo genérico.</a:t>
            </a:r>
          </a:p>
          <a:p>
            <a:r>
              <a:rPr lang="pt-BR" dirty="0"/>
              <a:t>Herança significa que as propriedades e caraterísticas definidas no super tipo são transmitidas ao subtipo, que por sua vez:</a:t>
            </a:r>
          </a:p>
          <a:p>
            <a:pPr lvl="1"/>
            <a:r>
              <a:rPr lang="pt-BR" dirty="0"/>
              <a:t>Pode usá-la tal como definidas no supertipo</a:t>
            </a:r>
          </a:p>
          <a:p>
            <a:pPr lvl="1"/>
            <a:r>
              <a:rPr lang="pt-BR" dirty="0"/>
              <a:t>Alterar a definição de qualquer característica que receberam do supertipo</a:t>
            </a:r>
          </a:p>
          <a:p>
            <a:pPr lvl="1"/>
            <a:r>
              <a:rPr lang="pt-BR" dirty="0"/>
              <a:t>Adicionar novas características que lhe são particulares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FFD8933-5DC5-4D73-9FD7-10370B76102E}"/>
              </a:ext>
            </a:extLst>
          </p:cNvPr>
          <p:cNvSpPr txBox="1">
            <a:spLocks/>
          </p:cNvSpPr>
          <p:nvPr/>
        </p:nvSpPr>
        <p:spPr>
          <a:xfrm>
            <a:off x="838200" y="4572634"/>
            <a:ext cx="10515600" cy="215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747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3"/>
            <a:ext cx="10515600" cy="1325563"/>
          </a:xfrm>
        </p:spPr>
        <p:txBody>
          <a:bodyPr/>
          <a:lstStyle/>
          <a:p>
            <a:r>
              <a:rPr lang="pt-BR" dirty="0"/>
              <a:t>Generalizações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1395266"/>
            <a:ext cx="11296357" cy="2741905"/>
          </a:xfrm>
        </p:spPr>
        <p:txBody>
          <a:bodyPr>
            <a:normAutofit/>
          </a:bodyPr>
          <a:lstStyle/>
          <a:p>
            <a:r>
              <a:rPr lang="pt-BR" dirty="0"/>
              <a:t>Uma generalização sempre denota a transmissão de características, que podem ser usadas, redefinidas, admitindo adição de novas</a:t>
            </a:r>
          </a:p>
          <a:p>
            <a:r>
              <a:rPr lang="pt-BR" dirty="0"/>
              <a:t>Representada por linha cheia, com seta triangular (seta ‘gorda’) na ponta do bloco (tipo) que transmite suas </a:t>
            </a:r>
            <a:r>
              <a:rPr lang="pt-BR" dirty="0" err="1"/>
              <a:t>caracteristcas</a:t>
            </a:r>
            <a:r>
              <a:rPr lang="pt-BR" dirty="0"/>
              <a:t> como herança (supertipo) para os subtipos</a:t>
            </a:r>
          </a:p>
          <a:p>
            <a:r>
              <a:rPr lang="pt-BR" dirty="0"/>
              <a:t>Não se aplica multiplicidade neste caso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C840469-46B0-43B8-88D4-F710B6CCDE77}"/>
              </a:ext>
            </a:extLst>
          </p:cNvPr>
          <p:cNvSpPr txBox="1">
            <a:spLocks/>
          </p:cNvSpPr>
          <p:nvPr/>
        </p:nvSpPr>
        <p:spPr>
          <a:xfrm>
            <a:off x="590843" y="3429000"/>
            <a:ext cx="8324557" cy="3359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77F6C4-B471-4FA1-B661-040E5977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763" y="3806679"/>
            <a:ext cx="4846437" cy="274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7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3ED86-A1DE-490D-8BF6-69169F4A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211"/>
            <a:ext cx="10515600" cy="1176557"/>
          </a:xfrm>
        </p:spPr>
        <p:txBody>
          <a:bodyPr/>
          <a:lstStyle/>
          <a:p>
            <a:pPr algn="ctr"/>
            <a:r>
              <a:rPr lang="pt-BR" dirty="0"/>
              <a:t>Exemplo de Generalização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26784B1-57C8-488F-9305-A157B7BE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7" y="959804"/>
            <a:ext cx="7934325" cy="614362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E006E4A-7CE1-4CFF-B843-6391C12365D8}"/>
              </a:ext>
            </a:extLst>
          </p:cNvPr>
          <p:cNvSpPr/>
          <p:nvPr/>
        </p:nvSpPr>
        <p:spPr>
          <a:xfrm>
            <a:off x="143307" y="959804"/>
            <a:ext cx="7453247" cy="2106953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1002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DFA2-0D8F-4A03-B389-F0C28DC8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1325563"/>
          </a:xfrm>
        </p:spPr>
        <p:txBody>
          <a:bodyPr/>
          <a:lstStyle/>
          <a:p>
            <a:r>
              <a:rPr lang="pt-BR" dirty="0"/>
              <a:t>Dependências e Comentários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25DEC-E4D9-4939-9018-3304B2B9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72" y="1209823"/>
            <a:ext cx="10986868" cy="558487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Uma associação que denota que existe um elemento no modelo (Cliente) que depende fortemente de outro (um servidor, prestador de serviço).</a:t>
            </a:r>
          </a:p>
          <a:p>
            <a:pPr lvl="1"/>
            <a:r>
              <a:rPr lang="pt-BR" dirty="0"/>
              <a:t>Mudanças no servidor, tem grande potencial e afetar o cliente</a:t>
            </a:r>
          </a:p>
          <a:p>
            <a:pPr lvl="1"/>
            <a:r>
              <a:rPr lang="pt-BR" dirty="0"/>
              <a:t>Exibe, além disso, a rastreabilidade de um elemento em outro</a:t>
            </a:r>
          </a:p>
          <a:p>
            <a:pPr lvl="1"/>
            <a:r>
              <a:rPr lang="pt-BR" dirty="0"/>
              <a:t>São modelados com setas pontilhadas e de ponta fina</a:t>
            </a:r>
          </a:p>
          <a:p>
            <a:endParaRPr lang="pt-BR" sz="800" dirty="0"/>
          </a:p>
          <a:p>
            <a:r>
              <a:rPr lang="pt-BR" dirty="0"/>
              <a:t>Sempre que um elemento do modelo for modificado, você deve percorrer o modelo e encontrar todos os elementos que são rastreáveis (dependentes), para investigar se (e quais) partes deles elementos também precisarão ser modificados (ou não) para que o sistema permaneça funcionando. </a:t>
            </a:r>
          </a:p>
          <a:p>
            <a:endParaRPr lang="pt-BR" sz="800" dirty="0"/>
          </a:p>
          <a:p>
            <a:r>
              <a:rPr lang="pt-BR" dirty="0"/>
              <a:t>Comentários (ou Notas) são textos livres que o modelador usa para adicionar valor ao modelo. Tem o formato de </a:t>
            </a:r>
            <a:r>
              <a:rPr lang="pt-BR" dirty="0" err="1"/>
              <a:t>PostIT</a:t>
            </a:r>
            <a:r>
              <a:rPr lang="pt-BR" dirty="0"/>
              <a:t> ligado ao item comentado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263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3ED86-A1DE-490D-8BF6-69169F4A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211"/>
            <a:ext cx="10515600" cy="1176557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Exemplo de Dependência e Notas (Comentários)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8D825D-CA04-4EE2-A290-22AC4E473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7" y="1428750"/>
            <a:ext cx="68675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7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9E388-ED70-4039-A6DF-961E63F9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Diagrama IBD em </a:t>
            </a:r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dirty="0" err="1"/>
              <a:t>Internal</a:t>
            </a:r>
            <a:r>
              <a:rPr lang="pt-BR" dirty="0"/>
              <a:t> </a:t>
            </a:r>
            <a:r>
              <a:rPr lang="pt-BR" dirty="0" err="1"/>
              <a:t>Block</a:t>
            </a:r>
            <a:r>
              <a:rPr lang="pt-BR" dirty="0"/>
              <a:t>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D1DC25-2F66-4800-BC77-FEC7FEAF7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498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4065084-6DBD-437D-A039-4F751353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IBD - </a:t>
            </a:r>
            <a:r>
              <a:rPr lang="pt-BR" dirty="0" err="1"/>
              <a:t>Internal</a:t>
            </a:r>
            <a:r>
              <a:rPr lang="pt-BR" dirty="0"/>
              <a:t> </a:t>
            </a:r>
            <a:r>
              <a:rPr lang="pt-BR" dirty="0" err="1"/>
              <a:t>Block</a:t>
            </a:r>
            <a:r>
              <a:rPr lang="pt-BR" dirty="0"/>
              <a:t>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28C930F-10A8-4EC4-A94D-5FF94D273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IBDs</a:t>
            </a:r>
            <a:r>
              <a:rPr lang="pt-BR" dirty="0"/>
              <a:t> são criados para especificar a estrutura interna de um bloco</a:t>
            </a:r>
          </a:p>
          <a:p>
            <a:r>
              <a:rPr lang="pt-BR" dirty="0"/>
              <a:t>Continua sendo um modelo estrutural, mas diferente do BDD (</a:t>
            </a:r>
            <a:r>
              <a:rPr lang="pt-BR" dirty="0" err="1"/>
              <a:t>Block</a:t>
            </a:r>
            <a:r>
              <a:rPr lang="pt-BR" dirty="0"/>
              <a:t> </a:t>
            </a:r>
            <a:r>
              <a:rPr lang="pt-BR" dirty="0" err="1"/>
              <a:t>Definition</a:t>
            </a:r>
            <a:r>
              <a:rPr lang="pt-BR" dirty="0"/>
              <a:t> </a:t>
            </a:r>
            <a:r>
              <a:rPr lang="pt-BR" dirty="0" err="1"/>
              <a:t>Diagram</a:t>
            </a:r>
            <a:r>
              <a:rPr lang="pt-BR" dirty="0"/>
              <a:t>), não mostra blocos, mas sim o uso dos blocos.</a:t>
            </a:r>
          </a:p>
          <a:p>
            <a:r>
              <a:rPr lang="pt-BR" dirty="0"/>
              <a:t>Permitem que as referências externas (</a:t>
            </a:r>
            <a:r>
              <a:rPr lang="pt-BR" b="1" i="1" dirty="0" err="1"/>
              <a:t>references</a:t>
            </a:r>
            <a:r>
              <a:rPr lang="pt-BR" dirty="0"/>
              <a:t>) ou internas (</a:t>
            </a:r>
            <a:r>
              <a:rPr lang="pt-BR" b="1" i="1" dirty="0" err="1"/>
              <a:t>parts</a:t>
            </a:r>
            <a:r>
              <a:rPr lang="pt-BR" dirty="0"/>
              <a:t>) de um bloco sejam melhor modeladas, com informações adicionais de como se dá a </a:t>
            </a:r>
            <a:r>
              <a:rPr lang="pt-BR" b="1" dirty="0"/>
              <a:t>estrutura</a:t>
            </a:r>
            <a:r>
              <a:rPr lang="pt-BR" dirty="0"/>
              <a:t> destas relações, que não aparecem no BDD</a:t>
            </a:r>
          </a:p>
          <a:p>
            <a:pPr lvl="1"/>
            <a:r>
              <a:rPr lang="pt-BR" dirty="0"/>
              <a:t>Detalhes das conexões internas e externas (</a:t>
            </a:r>
            <a:r>
              <a:rPr lang="pt-BR" b="1" dirty="0" err="1"/>
              <a:t>references</a:t>
            </a:r>
            <a:r>
              <a:rPr lang="pt-BR" dirty="0"/>
              <a:t> e </a:t>
            </a:r>
            <a:r>
              <a:rPr lang="pt-BR" b="1" dirty="0" err="1"/>
              <a:t>parts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Os tipos de matéria, energia e dados que fluem (cruzam) através destas conexões</a:t>
            </a:r>
          </a:p>
          <a:p>
            <a:pPr lvl="1"/>
            <a:r>
              <a:rPr lang="pt-BR" dirty="0"/>
              <a:t>Serviços que são providos e requeridos através das conexões 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226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9B3A3-2573-43B2-A781-D54E866C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IBDs</a:t>
            </a:r>
            <a:r>
              <a:rPr lang="pt-BR" dirty="0"/>
              <a:t> e </a:t>
            </a:r>
            <a:r>
              <a:rPr lang="pt-BR" dirty="0" err="1"/>
              <a:t>BDDs</a:t>
            </a:r>
            <a:r>
              <a:rPr lang="pt-BR" dirty="0"/>
              <a:t> – Visões Complementares de Blocos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1B402C-5C61-4E4A-B99A-165B2B66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91" y="1946084"/>
            <a:ext cx="5813671" cy="1639400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2640F99E-6C4D-4759-A0A1-FBF70F36C8F1}"/>
              </a:ext>
            </a:extLst>
          </p:cNvPr>
          <p:cNvGrpSpPr/>
          <p:nvPr/>
        </p:nvGrpSpPr>
        <p:grpSpPr>
          <a:xfrm>
            <a:off x="363416" y="4207556"/>
            <a:ext cx="9411286" cy="2621804"/>
            <a:chOff x="882632" y="3669181"/>
            <a:chExt cx="9411286" cy="2621804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0321451-48E9-4CC0-B861-1C76FA5F4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632" y="3669181"/>
              <a:ext cx="9411286" cy="2621804"/>
            </a:xfrm>
            <a:prstGeom prst="rect">
              <a:avLst/>
            </a:prstGeom>
          </p:spPr>
        </p:pic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8595CDB9-658B-4287-B92A-C5383F8C4B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6578" y="5711482"/>
              <a:ext cx="2655164" cy="1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iângulo isósceles 8">
              <a:extLst>
                <a:ext uri="{FF2B5EF4-FFF2-40B4-BE49-F238E27FC236}">
                  <a16:creationId xmlns:a16="http://schemas.microsoft.com/office/drawing/2014/main" id="{29F172BE-2531-4023-88CE-50C14900C94E}"/>
                </a:ext>
              </a:extLst>
            </p:cNvPr>
            <p:cNvSpPr/>
            <p:nvPr/>
          </p:nvSpPr>
          <p:spPr>
            <a:xfrm rot="16200000">
              <a:off x="5948496" y="5564363"/>
              <a:ext cx="295009" cy="29423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6D8CBEE-13BC-40ED-86A8-973E0598EE5C}"/>
                </a:ext>
              </a:extLst>
            </p:cNvPr>
            <p:cNvSpPr/>
            <p:nvPr/>
          </p:nvSpPr>
          <p:spPr>
            <a:xfrm>
              <a:off x="5758375" y="5875373"/>
              <a:ext cx="956603" cy="178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Boolean</a:t>
              </a:r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479D34-F235-4125-85F7-0924F1B92099}"/>
              </a:ext>
            </a:extLst>
          </p:cNvPr>
          <p:cNvSpPr txBox="1"/>
          <p:nvPr/>
        </p:nvSpPr>
        <p:spPr>
          <a:xfrm>
            <a:off x="10438227" y="2377440"/>
            <a:ext cx="1491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BDD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05AC0E-396C-4827-B01F-744A2FC4D96C}"/>
              </a:ext>
            </a:extLst>
          </p:cNvPr>
          <p:cNvSpPr txBox="1"/>
          <p:nvPr/>
        </p:nvSpPr>
        <p:spPr>
          <a:xfrm>
            <a:off x="10438227" y="4766603"/>
            <a:ext cx="1491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IBD</a:t>
            </a:r>
          </a:p>
        </p:txBody>
      </p:sp>
    </p:spTree>
    <p:extLst>
      <p:ext uri="{BB962C8B-B14F-4D97-AF65-F5344CB8AC3E}">
        <p14:creationId xmlns:p14="http://schemas.microsoft.com/office/powerpoint/2010/main" val="891828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69A7BF6-C8FB-4803-AF2D-FDA8CC008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59" y="635756"/>
            <a:ext cx="7934325" cy="589597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921B082-3A99-4AE9-A0CC-48AC8163974C}"/>
              </a:ext>
            </a:extLst>
          </p:cNvPr>
          <p:cNvSpPr/>
          <p:nvPr/>
        </p:nvSpPr>
        <p:spPr>
          <a:xfrm>
            <a:off x="4701898" y="4279780"/>
            <a:ext cx="3418450" cy="2106953"/>
          </a:xfrm>
          <a:prstGeom prst="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09B8712-EF63-4B5B-B5A4-01ED9997FCA8}"/>
              </a:ext>
            </a:extLst>
          </p:cNvPr>
          <p:cNvSpPr/>
          <p:nvPr/>
        </p:nvSpPr>
        <p:spPr>
          <a:xfrm>
            <a:off x="50108" y="635756"/>
            <a:ext cx="4515875" cy="4684289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31F267D-FA28-4606-A7A9-5D19BBE4EA02}"/>
              </a:ext>
            </a:extLst>
          </p:cNvPr>
          <p:cNvSpPr/>
          <p:nvPr/>
        </p:nvSpPr>
        <p:spPr>
          <a:xfrm>
            <a:off x="4565983" y="622545"/>
            <a:ext cx="3418450" cy="3133529"/>
          </a:xfrm>
          <a:prstGeom prst="rect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Título 3">
            <a:extLst>
              <a:ext uri="{FF2B5EF4-FFF2-40B4-BE49-F238E27FC236}">
                <a16:creationId xmlns:a16="http://schemas.microsoft.com/office/drawing/2014/main" id="{FD0E0B2F-F65C-48BA-9339-2CF992E7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529" y="2607713"/>
            <a:ext cx="349547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As cores ao lado delimitam as </a:t>
            </a:r>
            <a:r>
              <a:rPr lang="pt-BR" b="1" i="1" dirty="0" err="1"/>
              <a:t>parts</a:t>
            </a:r>
            <a:r>
              <a:rPr lang="pt-BR" dirty="0"/>
              <a:t> que compõe os blocos </a:t>
            </a:r>
            <a:r>
              <a:rPr lang="pt-BR" b="1" dirty="0">
                <a:highlight>
                  <a:srgbClr val="00FFFF"/>
                </a:highlight>
              </a:rPr>
              <a:t>TOTEM</a:t>
            </a:r>
            <a:r>
              <a:rPr lang="pt-BR" dirty="0"/>
              <a:t> e  </a:t>
            </a:r>
            <a:r>
              <a:rPr lang="pt-BR" b="1" dirty="0">
                <a:highlight>
                  <a:srgbClr val="FFFF00"/>
                </a:highlight>
              </a:rPr>
              <a:t>CANCELA</a:t>
            </a:r>
            <a:r>
              <a:rPr lang="pt-BR" dirty="0">
                <a:highlight>
                  <a:srgbClr val="FFFF00"/>
                </a:highlight>
              </a:rPr>
              <a:t> </a:t>
            </a:r>
            <a:r>
              <a:rPr lang="pt-BR" dirty="0"/>
              <a:t>e também a associação de </a:t>
            </a:r>
            <a:r>
              <a:rPr lang="pt-BR" b="1" i="1" dirty="0"/>
              <a:t>referencia</a:t>
            </a:r>
            <a:r>
              <a:rPr lang="pt-BR" dirty="0"/>
              <a:t> entre ambos (linha)</a:t>
            </a:r>
          </a:p>
        </p:txBody>
      </p:sp>
    </p:spTree>
    <p:extLst>
      <p:ext uri="{BB962C8B-B14F-4D97-AF65-F5344CB8AC3E}">
        <p14:creationId xmlns:p14="http://schemas.microsoft.com/office/powerpoint/2010/main" val="1978740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9B3A3-2573-43B2-A781-D54E866C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Aumentando os detalhes e informações contidas no IBD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911EC-F66A-47D0-AB23-01EA79AA6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modelo abaixo é um </a:t>
            </a:r>
            <a:r>
              <a:rPr lang="pt-BR" dirty="0" smtClean="0"/>
              <a:t>IBD, </a:t>
            </a:r>
            <a:r>
              <a:rPr lang="pt-BR" dirty="0"/>
              <a:t>que vimos na aula sobre PORTAS</a:t>
            </a:r>
          </a:p>
          <a:p>
            <a:r>
              <a:rPr lang="pt-BR" dirty="0"/>
              <a:t>Tem como objetivo mostrar o FLUXO entre as portas e o tipo de dados (</a:t>
            </a:r>
            <a:r>
              <a:rPr lang="pt-BR" dirty="0" err="1"/>
              <a:t>Boolean</a:t>
            </a:r>
            <a:r>
              <a:rPr lang="pt-BR" dirty="0"/>
              <a:t>) que passa através da conexão.</a:t>
            </a:r>
          </a:p>
          <a:p>
            <a:r>
              <a:rPr lang="pt-BR" dirty="0"/>
              <a:t>Mostra também a associação de referência entre os blocos (Totem e Cancela colaboram entre si)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640F99E-6C4D-4759-A0A1-FBF70F36C8F1}"/>
              </a:ext>
            </a:extLst>
          </p:cNvPr>
          <p:cNvGrpSpPr/>
          <p:nvPr/>
        </p:nvGrpSpPr>
        <p:grpSpPr>
          <a:xfrm>
            <a:off x="1390357" y="4236196"/>
            <a:ext cx="9411286" cy="2621804"/>
            <a:chOff x="882632" y="3669181"/>
            <a:chExt cx="9411286" cy="2621804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0321451-48E9-4CC0-B861-1C76FA5F4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2632" y="3669181"/>
              <a:ext cx="9411286" cy="2621804"/>
            </a:xfrm>
            <a:prstGeom prst="rect">
              <a:avLst/>
            </a:prstGeom>
          </p:spPr>
        </p:pic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8595CDB9-658B-4287-B92A-C5383F8C4B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6578" y="5711482"/>
              <a:ext cx="2655164" cy="1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iângulo isósceles 8">
              <a:extLst>
                <a:ext uri="{FF2B5EF4-FFF2-40B4-BE49-F238E27FC236}">
                  <a16:creationId xmlns:a16="http://schemas.microsoft.com/office/drawing/2014/main" id="{29F172BE-2531-4023-88CE-50C14900C94E}"/>
                </a:ext>
              </a:extLst>
            </p:cNvPr>
            <p:cNvSpPr/>
            <p:nvPr/>
          </p:nvSpPr>
          <p:spPr>
            <a:xfrm rot="16200000">
              <a:off x="5948496" y="5564363"/>
              <a:ext cx="295009" cy="29423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6D8CBEE-13BC-40ED-86A8-973E0598EE5C}"/>
                </a:ext>
              </a:extLst>
            </p:cNvPr>
            <p:cNvSpPr/>
            <p:nvPr/>
          </p:nvSpPr>
          <p:spPr>
            <a:xfrm>
              <a:off x="5758375" y="5875373"/>
              <a:ext cx="956603" cy="178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Boolean</a:t>
              </a:r>
              <a:endParaRPr lang="pt-BR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2591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9B3A3-2573-43B2-A781-D54E866C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Aumentando os detalhes e informações contidas em um IBD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911EC-F66A-47D0-AB23-01EA79AA6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1" y="1825625"/>
            <a:ext cx="11331794" cy="4351338"/>
          </a:xfrm>
        </p:spPr>
        <p:txBody>
          <a:bodyPr/>
          <a:lstStyle/>
          <a:p>
            <a:r>
              <a:rPr lang="pt-BR" dirty="0"/>
              <a:t>Comparando com o anterior, o IBD abaixo contém também informações do funcionamento interno, ou seja, sobre o uso das partes internas ao boco e como se relacionam, bem como quais os serviços que cada bloco ou parte presta a outro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406AD8-C298-4D62-A34F-29FBE095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15" y="3555609"/>
            <a:ext cx="11439490" cy="318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366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4326</TotalTime>
  <Words>1184</Words>
  <Application>Microsoft Office PowerPoint</Application>
  <PresentationFormat>Widescreen</PresentationFormat>
  <Paragraphs>90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Avançando em Modelagem de Sistemas - usando SysML  Associações e IBDs (Internal Block Definition Diagram)</vt:lpstr>
      <vt:lpstr>Associações em SysML</vt:lpstr>
      <vt:lpstr>Associações de Referência</vt:lpstr>
      <vt:lpstr>Associações de Referência</vt:lpstr>
      <vt:lpstr>Associações de Referência</vt:lpstr>
      <vt:lpstr>Exemplos de Associações de Referência</vt:lpstr>
      <vt:lpstr>Associações por Composições</vt:lpstr>
      <vt:lpstr>Associações por composição</vt:lpstr>
      <vt:lpstr>Exemplos de Associações por Composição</vt:lpstr>
      <vt:lpstr>Generalizações</vt:lpstr>
      <vt:lpstr>Generalizações</vt:lpstr>
      <vt:lpstr>Exemplo de Generalização </vt:lpstr>
      <vt:lpstr>Dependências e Comentários</vt:lpstr>
      <vt:lpstr>Exemplo de Dependência e Notas (Comentários)</vt:lpstr>
      <vt:lpstr>Diagrama IBD em SysML – Internal Block Definition</vt:lpstr>
      <vt:lpstr>IBD - Internal Block Definition</vt:lpstr>
      <vt:lpstr>IBDs e BDDs – Visões Complementares de Blocos</vt:lpstr>
      <vt:lpstr>As cores ao lado delimitam as parts que compõe os blocos TOTEM e  CANCELA e também a associação de referencia entre ambos (linha)</vt:lpstr>
      <vt:lpstr>Aumentando os detalhes e informações contidas no IBD</vt:lpstr>
      <vt:lpstr>Aumentando os detalhes e informações contidas em um IBD</vt:lpstr>
    </vt:vector>
  </TitlesOfParts>
  <Company>PUC-CAMPINAS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 TICs nas Empresas</dc:title>
  <dc:creator>coord.ntic</dc:creator>
  <cp:lastModifiedBy>IVAN GRANJA</cp:lastModifiedBy>
  <cp:revision>62</cp:revision>
  <dcterms:created xsi:type="dcterms:W3CDTF">2016-02-26T13:12:04Z</dcterms:created>
  <dcterms:modified xsi:type="dcterms:W3CDTF">2022-09-15T12:51:15Z</dcterms:modified>
</cp:coreProperties>
</file>