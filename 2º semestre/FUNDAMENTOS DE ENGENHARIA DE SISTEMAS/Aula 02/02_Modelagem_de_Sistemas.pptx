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345" r:id="rId5"/>
    <p:sldId id="259" r:id="rId6"/>
    <p:sldId id="260" r:id="rId7"/>
    <p:sldId id="261" r:id="rId8"/>
    <p:sldId id="341" r:id="rId9"/>
    <p:sldId id="337" r:id="rId10"/>
    <p:sldId id="335" r:id="rId11"/>
    <p:sldId id="340" r:id="rId12"/>
    <p:sldId id="343" r:id="rId13"/>
    <p:sldId id="336" r:id="rId14"/>
    <p:sldId id="342" r:id="rId15"/>
    <p:sldId id="344" r:id="rId16"/>
    <p:sldId id="348" r:id="rId17"/>
    <p:sldId id="346" r:id="rId18"/>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van Granja" userId="d0a12471-25a3-466a-a647-7cb796ed786c" providerId="ADAL" clId="{40AEDC3C-7692-4245-A3E8-A5B622E2754A}"/>
    <pc:docChg chg="undo redo custSel addSld delSld modSld sldOrd">
      <pc:chgData name="Ivan Granja" userId="d0a12471-25a3-466a-a647-7cb796ed786c" providerId="ADAL" clId="{40AEDC3C-7692-4245-A3E8-A5B622E2754A}" dt="2021-08-05T12:07:40.506" v="1977" actId="313"/>
      <pc:docMkLst>
        <pc:docMk/>
      </pc:docMkLst>
      <pc:sldChg chg="modSp mod">
        <pc:chgData name="Ivan Granja" userId="d0a12471-25a3-466a-a647-7cb796ed786c" providerId="ADAL" clId="{40AEDC3C-7692-4245-A3E8-A5B622E2754A}" dt="2021-08-05T01:01:59.067" v="11" actId="313"/>
        <pc:sldMkLst>
          <pc:docMk/>
          <pc:sldMk cId="1201363542" sldId="256"/>
        </pc:sldMkLst>
        <pc:spChg chg="mod">
          <ac:chgData name="Ivan Granja" userId="d0a12471-25a3-466a-a647-7cb796ed786c" providerId="ADAL" clId="{40AEDC3C-7692-4245-A3E8-A5B622E2754A}" dt="2021-08-05T01:01:59.067" v="11" actId="313"/>
          <ac:spMkLst>
            <pc:docMk/>
            <pc:sldMk cId="1201363542" sldId="256"/>
            <ac:spMk id="2" creationId="{00000000-0000-0000-0000-000000000000}"/>
          </ac:spMkLst>
        </pc:spChg>
      </pc:sldChg>
      <pc:sldChg chg="delSp modSp mod">
        <pc:chgData name="Ivan Granja" userId="d0a12471-25a3-466a-a647-7cb796ed786c" providerId="ADAL" clId="{40AEDC3C-7692-4245-A3E8-A5B622E2754A}" dt="2021-08-05T01:02:26.358" v="35" actId="20577"/>
        <pc:sldMkLst>
          <pc:docMk/>
          <pc:sldMk cId="3830582881" sldId="259"/>
        </pc:sldMkLst>
        <pc:spChg chg="mod">
          <ac:chgData name="Ivan Granja" userId="d0a12471-25a3-466a-a647-7cb796ed786c" providerId="ADAL" clId="{40AEDC3C-7692-4245-A3E8-A5B622E2754A}" dt="2021-08-05T01:02:26.358" v="35" actId="20577"/>
          <ac:spMkLst>
            <pc:docMk/>
            <pc:sldMk cId="3830582881" sldId="259"/>
            <ac:spMk id="6147" creationId="{00000000-0000-0000-0000-000000000000}"/>
          </ac:spMkLst>
        </pc:spChg>
        <pc:picChg chg="del">
          <ac:chgData name="Ivan Granja" userId="d0a12471-25a3-466a-a647-7cb796ed786c" providerId="ADAL" clId="{40AEDC3C-7692-4245-A3E8-A5B622E2754A}" dt="2021-08-05T01:02:02.781" v="12" actId="478"/>
          <ac:picMkLst>
            <pc:docMk/>
            <pc:sldMk cId="3830582881" sldId="259"/>
            <ac:picMk id="5" creationId="{CD03078A-4408-4987-866E-387BFC1B3BDD}"/>
          </ac:picMkLst>
        </pc:picChg>
        <pc:picChg chg="mod">
          <ac:chgData name="Ivan Granja" userId="d0a12471-25a3-466a-a647-7cb796ed786c" providerId="ADAL" clId="{40AEDC3C-7692-4245-A3E8-A5B622E2754A}" dt="2021-08-05T01:02:10.193" v="15" actId="1076"/>
          <ac:picMkLst>
            <pc:docMk/>
            <pc:sldMk cId="3830582881" sldId="259"/>
            <ac:picMk id="7" creationId="{1454A203-921D-4C4D-94E5-568E45726185}"/>
          </ac:picMkLst>
        </pc:picChg>
      </pc:sldChg>
      <pc:sldChg chg="del">
        <pc:chgData name="Ivan Granja" userId="d0a12471-25a3-466a-a647-7cb796ed786c" providerId="ADAL" clId="{40AEDC3C-7692-4245-A3E8-A5B622E2754A}" dt="2021-08-05T01:31:11.428" v="1130" actId="47"/>
        <pc:sldMkLst>
          <pc:docMk/>
          <pc:sldMk cId="593275043" sldId="262"/>
        </pc:sldMkLst>
      </pc:sldChg>
      <pc:sldChg chg="del">
        <pc:chgData name="Ivan Granja" userId="d0a12471-25a3-466a-a647-7cb796ed786c" providerId="ADAL" clId="{40AEDC3C-7692-4245-A3E8-A5B622E2754A}" dt="2021-08-05T01:31:12.277" v="1131" actId="47"/>
        <pc:sldMkLst>
          <pc:docMk/>
          <pc:sldMk cId="3140837240" sldId="273"/>
        </pc:sldMkLst>
      </pc:sldChg>
      <pc:sldChg chg="del">
        <pc:chgData name="Ivan Granja" userId="d0a12471-25a3-466a-a647-7cb796ed786c" providerId="ADAL" clId="{40AEDC3C-7692-4245-A3E8-A5B622E2754A}" dt="2021-08-05T01:31:13.135" v="1132" actId="47"/>
        <pc:sldMkLst>
          <pc:docMk/>
          <pc:sldMk cId="2875105139" sldId="274"/>
        </pc:sldMkLst>
      </pc:sldChg>
      <pc:sldChg chg="modSp mod">
        <pc:chgData name="Ivan Granja" userId="d0a12471-25a3-466a-a647-7cb796ed786c" providerId="ADAL" clId="{40AEDC3C-7692-4245-A3E8-A5B622E2754A}" dt="2021-08-05T01:17:18.203" v="312" actId="1076"/>
        <pc:sldMkLst>
          <pc:docMk/>
          <pc:sldMk cId="234818704" sldId="276"/>
        </pc:sldMkLst>
        <pc:spChg chg="mod">
          <ac:chgData name="Ivan Granja" userId="d0a12471-25a3-466a-a647-7cb796ed786c" providerId="ADAL" clId="{40AEDC3C-7692-4245-A3E8-A5B622E2754A}" dt="2021-08-05T01:17:15.506" v="311" actId="1076"/>
          <ac:spMkLst>
            <pc:docMk/>
            <pc:sldMk cId="234818704" sldId="276"/>
            <ac:spMk id="2" creationId="{00000000-0000-0000-0000-000000000000}"/>
          </ac:spMkLst>
        </pc:spChg>
        <pc:spChg chg="mod">
          <ac:chgData name="Ivan Granja" userId="d0a12471-25a3-466a-a647-7cb796ed786c" providerId="ADAL" clId="{40AEDC3C-7692-4245-A3E8-A5B622E2754A}" dt="2021-08-05T01:17:18.203" v="312" actId="1076"/>
          <ac:spMkLst>
            <pc:docMk/>
            <pc:sldMk cId="234818704" sldId="276"/>
            <ac:spMk id="3" creationId="{00000000-0000-0000-0000-000000000000}"/>
          </ac:spMkLst>
        </pc:spChg>
      </pc:sldChg>
      <pc:sldChg chg="modSp mod">
        <pc:chgData name="Ivan Granja" userId="d0a12471-25a3-466a-a647-7cb796ed786c" providerId="ADAL" clId="{40AEDC3C-7692-4245-A3E8-A5B622E2754A}" dt="2021-08-05T01:43:02.392" v="1487" actId="122"/>
        <pc:sldMkLst>
          <pc:docMk/>
          <pc:sldMk cId="3945787129" sldId="278"/>
        </pc:sldMkLst>
        <pc:spChg chg="mod">
          <ac:chgData name="Ivan Granja" userId="d0a12471-25a3-466a-a647-7cb796ed786c" providerId="ADAL" clId="{40AEDC3C-7692-4245-A3E8-A5B622E2754A}" dt="2021-08-05T01:43:02.392" v="1487" actId="122"/>
          <ac:spMkLst>
            <pc:docMk/>
            <pc:sldMk cId="3945787129" sldId="278"/>
            <ac:spMk id="2" creationId="{00000000-0000-0000-0000-000000000000}"/>
          </ac:spMkLst>
        </pc:spChg>
      </pc:sldChg>
      <pc:sldChg chg="del">
        <pc:chgData name="Ivan Granja" userId="d0a12471-25a3-466a-a647-7cb796ed786c" providerId="ADAL" clId="{40AEDC3C-7692-4245-A3E8-A5B622E2754A}" dt="2021-08-05T01:31:06.048" v="1127" actId="47"/>
        <pc:sldMkLst>
          <pc:docMk/>
          <pc:sldMk cId="2685936931" sldId="279"/>
        </pc:sldMkLst>
      </pc:sldChg>
      <pc:sldChg chg="addSp modSp mod">
        <pc:chgData name="Ivan Granja" userId="d0a12471-25a3-466a-a647-7cb796ed786c" providerId="ADAL" clId="{40AEDC3C-7692-4245-A3E8-A5B622E2754A}" dt="2021-08-05T12:07:40.506" v="1977" actId="313"/>
        <pc:sldMkLst>
          <pc:docMk/>
          <pc:sldMk cId="2873310479" sldId="288"/>
        </pc:sldMkLst>
        <pc:spChg chg="mod">
          <ac:chgData name="Ivan Granja" userId="d0a12471-25a3-466a-a647-7cb796ed786c" providerId="ADAL" clId="{40AEDC3C-7692-4245-A3E8-A5B622E2754A}" dt="2021-08-05T01:47:04.726" v="1619" actId="1076"/>
          <ac:spMkLst>
            <pc:docMk/>
            <pc:sldMk cId="2873310479" sldId="288"/>
            <ac:spMk id="2" creationId="{00000000-0000-0000-0000-000000000000}"/>
          </ac:spMkLst>
        </pc:spChg>
        <pc:spChg chg="mod">
          <ac:chgData name="Ivan Granja" userId="d0a12471-25a3-466a-a647-7cb796ed786c" providerId="ADAL" clId="{40AEDC3C-7692-4245-A3E8-A5B622E2754A}" dt="2021-08-05T01:52:10.109" v="1891" actId="113"/>
          <ac:spMkLst>
            <pc:docMk/>
            <pc:sldMk cId="2873310479" sldId="288"/>
            <ac:spMk id="3" creationId="{00000000-0000-0000-0000-000000000000}"/>
          </ac:spMkLst>
        </pc:spChg>
        <pc:spChg chg="add mod">
          <ac:chgData name="Ivan Granja" userId="d0a12471-25a3-466a-a647-7cb796ed786c" providerId="ADAL" clId="{40AEDC3C-7692-4245-A3E8-A5B622E2754A}" dt="2021-08-05T01:50:31.477" v="1833" actId="1038"/>
          <ac:spMkLst>
            <pc:docMk/>
            <pc:sldMk cId="2873310479" sldId="288"/>
            <ac:spMk id="4" creationId="{D270127B-4092-4145-BFD2-FF9245339D4C}"/>
          </ac:spMkLst>
        </pc:spChg>
        <pc:spChg chg="add mod">
          <ac:chgData name="Ivan Granja" userId="d0a12471-25a3-466a-a647-7cb796ed786c" providerId="ADAL" clId="{40AEDC3C-7692-4245-A3E8-A5B622E2754A}" dt="2021-08-05T01:50:31.477" v="1833" actId="1038"/>
          <ac:spMkLst>
            <pc:docMk/>
            <pc:sldMk cId="2873310479" sldId="288"/>
            <ac:spMk id="5" creationId="{560A9D03-55F9-4DF5-917F-4ADD0975D880}"/>
          </ac:spMkLst>
        </pc:spChg>
        <pc:spChg chg="add mod">
          <ac:chgData name="Ivan Granja" userId="d0a12471-25a3-466a-a647-7cb796ed786c" providerId="ADAL" clId="{40AEDC3C-7692-4245-A3E8-A5B622E2754A}" dt="2021-08-05T01:48:56.240" v="1677" actId="1076"/>
          <ac:spMkLst>
            <pc:docMk/>
            <pc:sldMk cId="2873310479" sldId="288"/>
            <ac:spMk id="6" creationId="{4076FF2C-5028-4426-B821-DB87D88EC798}"/>
          </ac:spMkLst>
        </pc:spChg>
        <pc:spChg chg="add mod">
          <ac:chgData name="Ivan Granja" userId="d0a12471-25a3-466a-a647-7cb796ed786c" providerId="ADAL" clId="{40AEDC3C-7692-4245-A3E8-A5B622E2754A}" dt="2021-08-05T01:49:26.421" v="1683" actId="1076"/>
          <ac:spMkLst>
            <pc:docMk/>
            <pc:sldMk cId="2873310479" sldId="288"/>
            <ac:spMk id="7" creationId="{465BBE9E-C48C-42AC-9170-60F04CB43D2D}"/>
          </ac:spMkLst>
        </pc:spChg>
        <pc:spChg chg="add mod">
          <ac:chgData name="Ivan Granja" userId="d0a12471-25a3-466a-a647-7cb796ed786c" providerId="ADAL" clId="{40AEDC3C-7692-4245-A3E8-A5B622E2754A}" dt="2021-08-05T01:50:58.740" v="1841" actId="1076"/>
          <ac:spMkLst>
            <pc:docMk/>
            <pc:sldMk cId="2873310479" sldId="288"/>
            <ac:spMk id="8" creationId="{4A677DEA-5B42-46B3-81A9-EABE091E23B3}"/>
          </ac:spMkLst>
        </pc:spChg>
        <pc:spChg chg="add mod">
          <ac:chgData name="Ivan Granja" userId="d0a12471-25a3-466a-a647-7cb796ed786c" providerId="ADAL" clId="{40AEDC3C-7692-4245-A3E8-A5B622E2754A}" dt="2021-08-05T01:51:02.871" v="1848" actId="20577"/>
          <ac:spMkLst>
            <pc:docMk/>
            <pc:sldMk cId="2873310479" sldId="288"/>
            <ac:spMk id="9" creationId="{4559665D-10CF-4EE7-9C31-9FE72A46502E}"/>
          </ac:spMkLst>
        </pc:spChg>
        <pc:spChg chg="add mod">
          <ac:chgData name="Ivan Granja" userId="d0a12471-25a3-466a-a647-7cb796ed786c" providerId="ADAL" clId="{40AEDC3C-7692-4245-A3E8-A5B622E2754A}" dt="2021-08-05T01:51:48.344" v="1884" actId="1076"/>
          <ac:spMkLst>
            <pc:docMk/>
            <pc:sldMk cId="2873310479" sldId="288"/>
            <ac:spMk id="10" creationId="{9B3EF820-42EA-4457-86B0-FAB35ECD633F}"/>
          </ac:spMkLst>
        </pc:spChg>
        <pc:spChg chg="add mod">
          <ac:chgData name="Ivan Granja" userId="d0a12471-25a3-466a-a647-7cb796ed786c" providerId="ADAL" clId="{40AEDC3C-7692-4245-A3E8-A5B622E2754A}" dt="2021-08-05T12:07:40.506" v="1977" actId="313"/>
          <ac:spMkLst>
            <pc:docMk/>
            <pc:sldMk cId="2873310479" sldId="288"/>
            <ac:spMk id="11" creationId="{148EF753-3867-4D66-8F70-ABD4D934B80F}"/>
          </ac:spMkLst>
        </pc:spChg>
      </pc:sldChg>
      <pc:sldChg chg="del">
        <pc:chgData name="Ivan Granja" userId="d0a12471-25a3-466a-a647-7cb796ed786c" providerId="ADAL" clId="{40AEDC3C-7692-4245-A3E8-A5B622E2754A}" dt="2021-08-05T01:31:08.785" v="1128" actId="47"/>
        <pc:sldMkLst>
          <pc:docMk/>
          <pc:sldMk cId="0" sldId="289"/>
        </pc:sldMkLst>
      </pc:sldChg>
      <pc:sldChg chg="del">
        <pc:chgData name="Ivan Granja" userId="d0a12471-25a3-466a-a647-7cb796ed786c" providerId="ADAL" clId="{40AEDC3C-7692-4245-A3E8-A5B622E2754A}" dt="2021-08-05T01:31:21.865" v="1133" actId="47"/>
        <pc:sldMkLst>
          <pc:docMk/>
          <pc:sldMk cId="0" sldId="290"/>
        </pc:sldMkLst>
      </pc:sldChg>
      <pc:sldChg chg="del">
        <pc:chgData name="Ivan Granja" userId="d0a12471-25a3-466a-a647-7cb796ed786c" providerId="ADAL" clId="{40AEDC3C-7692-4245-A3E8-A5B622E2754A}" dt="2021-08-05T01:31:10.106" v="1129" actId="47"/>
        <pc:sldMkLst>
          <pc:docMk/>
          <pc:sldMk cId="0" sldId="291"/>
        </pc:sldMkLst>
      </pc:sldChg>
      <pc:sldChg chg="addSp delSp modSp add mod modAnim">
        <pc:chgData name="Ivan Granja" userId="d0a12471-25a3-466a-a647-7cb796ed786c" providerId="ADAL" clId="{40AEDC3C-7692-4245-A3E8-A5B622E2754A}" dt="2021-08-05T01:17:05.060" v="310" actId="20577"/>
        <pc:sldMkLst>
          <pc:docMk/>
          <pc:sldMk cId="1011473818" sldId="292"/>
        </pc:sldMkLst>
        <pc:spChg chg="mod">
          <ac:chgData name="Ivan Granja" userId="d0a12471-25a3-466a-a647-7cb796ed786c" providerId="ADAL" clId="{40AEDC3C-7692-4245-A3E8-A5B622E2754A}" dt="2021-08-05T01:11:45.531" v="206" actId="1076"/>
          <ac:spMkLst>
            <pc:docMk/>
            <pc:sldMk cId="1011473818" sldId="292"/>
            <ac:spMk id="2" creationId="{00000000-0000-0000-0000-000000000000}"/>
          </ac:spMkLst>
        </pc:spChg>
        <pc:spChg chg="mod">
          <ac:chgData name="Ivan Granja" userId="d0a12471-25a3-466a-a647-7cb796ed786c" providerId="ADAL" clId="{40AEDC3C-7692-4245-A3E8-A5B622E2754A}" dt="2021-08-05T01:17:05.060" v="310" actId="20577"/>
          <ac:spMkLst>
            <pc:docMk/>
            <pc:sldMk cId="1011473818" sldId="292"/>
            <ac:spMk id="3"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5"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7"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8"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9"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10"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11"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12"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13"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14"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15"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16"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17"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18"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19"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20"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21"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22"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25"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27"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28"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29" creationId="{00000000-0000-0000-0000-000000000000}"/>
          </ac:spMkLst>
        </pc:spChg>
        <pc:spChg chg="del">
          <ac:chgData name="Ivan Granja" userId="d0a12471-25a3-466a-a647-7cb796ed786c" providerId="ADAL" clId="{40AEDC3C-7692-4245-A3E8-A5B622E2754A}" dt="2021-08-05T01:10:04.330" v="117" actId="478"/>
          <ac:spMkLst>
            <pc:docMk/>
            <pc:sldMk cId="1011473818" sldId="292"/>
            <ac:spMk id="30" creationId="{00000000-0000-0000-0000-000000000000}"/>
          </ac:spMkLst>
        </pc:spChg>
        <pc:spChg chg="mod">
          <ac:chgData name="Ivan Granja" userId="d0a12471-25a3-466a-a647-7cb796ed786c" providerId="ADAL" clId="{40AEDC3C-7692-4245-A3E8-A5B622E2754A}" dt="2021-08-05T01:16:57.474" v="308" actId="1076"/>
          <ac:spMkLst>
            <pc:docMk/>
            <pc:sldMk cId="1011473818" sldId="292"/>
            <ac:spMk id="31" creationId="{00000000-0000-0000-0000-000000000000}"/>
          </ac:spMkLst>
        </pc:spChg>
        <pc:grpChg chg="mod">
          <ac:chgData name="Ivan Granja" userId="d0a12471-25a3-466a-a647-7cb796ed786c" providerId="ADAL" clId="{40AEDC3C-7692-4245-A3E8-A5B622E2754A}" dt="2021-08-05T01:16:57.474" v="308" actId="1076"/>
          <ac:grpSpMkLst>
            <pc:docMk/>
            <pc:sldMk cId="1011473818" sldId="292"/>
            <ac:grpSpMk id="4" creationId="{00000000-0000-0000-0000-000000000000}"/>
          </ac:grpSpMkLst>
        </pc:grpChg>
        <pc:grpChg chg="mod">
          <ac:chgData name="Ivan Granja" userId="d0a12471-25a3-466a-a647-7cb796ed786c" providerId="ADAL" clId="{40AEDC3C-7692-4245-A3E8-A5B622E2754A}" dt="2021-08-05T01:16:57.474" v="308" actId="1076"/>
          <ac:grpSpMkLst>
            <pc:docMk/>
            <pc:sldMk cId="1011473818" sldId="292"/>
            <ac:grpSpMk id="6" creationId="{00000000-0000-0000-0000-000000000000}"/>
          </ac:grpSpMkLst>
        </pc:grpChg>
        <pc:grpChg chg="add mod">
          <ac:chgData name="Ivan Granja" userId="d0a12471-25a3-466a-a647-7cb796ed786c" providerId="ADAL" clId="{40AEDC3C-7692-4245-A3E8-A5B622E2754A}" dt="2021-08-05T01:08:47.037" v="94" actId="164"/>
          <ac:grpSpMkLst>
            <pc:docMk/>
            <pc:sldMk cId="1011473818" sldId="292"/>
            <ac:grpSpMk id="23" creationId="{9991C789-2A99-4605-BAA7-C95FD9F94DE9}"/>
          </ac:grpSpMkLst>
        </pc:grpChg>
        <pc:grpChg chg="add del mod">
          <ac:chgData name="Ivan Granja" userId="d0a12471-25a3-466a-a647-7cb796ed786c" providerId="ADAL" clId="{40AEDC3C-7692-4245-A3E8-A5B622E2754A}" dt="2021-08-05T01:16:57.474" v="308" actId="1076"/>
          <ac:grpSpMkLst>
            <pc:docMk/>
            <pc:sldMk cId="1011473818" sldId="292"/>
            <ac:grpSpMk id="24" creationId="{2442360D-2630-436A-84EF-03F956B713BB}"/>
          </ac:grpSpMkLst>
        </pc:grpChg>
      </pc:sldChg>
      <pc:sldChg chg="new del ord">
        <pc:chgData name="Ivan Granja" userId="d0a12471-25a3-466a-a647-7cb796ed786c" providerId="ADAL" clId="{40AEDC3C-7692-4245-A3E8-A5B622E2754A}" dt="2021-08-05T01:17:48.398" v="332" actId="47"/>
        <pc:sldMkLst>
          <pc:docMk/>
          <pc:sldMk cId="2418569368" sldId="293"/>
        </pc:sldMkLst>
      </pc:sldChg>
      <pc:sldChg chg="addSp delSp modSp add mod modAnim">
        <pc:chgData name="Ivan Granja" userId="d0a12471-25a3-466a-a647-7cb796ed786c" providerId="ADAL" clId="{40AEDC3C-7692-4245-A3E8-A5B622E2754A}" dt="2021-08-05T11:35:03.672" v="1976" actId="20577"/>
        <pc:sldMkLst>
          <pc:docMk/>
          <pc:sldMk cId="3699569609" sldId="294"/>
        </pc:sldMkLst>
        <pc:spChg chg="mod">
          <ac:chgData name="Ivan Granja" userId="d0a12471-25a3-466a-a647-7cb796ed786c" providerId="ADAL" clId="{40AEDC3C-7692-4245-A3E8-A5B622E2754A}" dt="2021-08-05T01:27:01.023" v="801" actId="20577"/>
          <ac:spMkLst>
            <pc:docMk/>
            <pc:sldMk cId="3699569609" sldId="294"/>
            <ac:spMk id="2" creationId="{00000000-0000-0000-0000-000000000000}"/>
          </ac:spMkLst>
        </pc:spChg>
        <pc:spChg chg="mod">
          <ac:chgData name="Ivan Granja" userId="d0a12471-25a3-466a-a647-7cb796ed786c" providerId="ADAL" clId="{40AEDC3C-7692-4245-A3E8-A5B622E2754A}" dt="2021-08-05T11:35:03.672" v="1976" actId="20577"/>
          <ac:spMkLst>
            <pc:docMk/>
            <pc:sldMk cId="3699569609" sldId="294"/>
            <ac:spMk id="3" creationId="{00000000-0000-0000-0000-000000000000}"/>
          </ac:spMkLst>
        </pc:spChg>
        <pc:spChg chg="mod">
          <ac:chgData name="Ivan Granja" userId="d0a12471-25a3-466a-a647-7cb796ed786c" providerId="ADAL" clId="{40AEDC3C-7692-4245-A3E8-A5B622E2754A}" dt="2021-08-05T01:18:49.926" v="335" actId="1076"/>
          <ac:spMkLst>
            <pc:docMk/>
            <pc:sldMk cId="3699569609" sldId="294"/>
            <ac:spMk id="5" creationId="{00000000-0000-0000-0000-000000000000}"/>
          </ac:spMkLst>
        </pc:spChg>
        <pc:spChg chg="mod">
          <ac:chgData name="Ivan Granja" userId="d0a12471-25a3-466a-a647-7cb796ed786c" providerId="ADAL" clId="{40AEDC3C-7692-4245-A3E8-A5B622E2754A}" dt="2021-08-05T01:18:49.926" v="335" actId="1076"/>
          <ac:spMkLst>
            <pc:docMk/>
            <pc:sldMk cId="3699569609" sldId="294"/>
            <ac:spMk id="7" creationId="{00000000-0000-0000-0000-000000000000}"/>
          </ac:spMkLst>
        </pc:spChg>
        <pc:spChg chg="mod">
          <ac:chgData name="Ivan Granja" userId="d0a12471-25a3-466a-a647-7cb796ed786c" providerId="ADAL" clId="{40AEDC3C-7692-4245-A3E8-A5B622E2754A}" dt="2021-08-05T01:18:49.926" v="335" actId="1076"/>
          <ac:spMkLst>
            <pc:docMk/>
            <pc:sldMk cId="3699569609" sldId="294"/>
            <ac:spMk id="8" creationId="{00000000-0000-0000-0000-000000000000}"/>
          </ac:spMkLst>
        </pc:spChg>
        <pc:spChg chg="mod">
          <ac:chgData name="Ivan Granja" userId="d0a12471-25a3-466a-a647-7cb796ed786c" providerId="ADAL" clId="{40AEDC3C-7692-4245-A3E8-A5B622E2754A}" dt="2021-08-05T01:18:49.926" v="335" actId="1076"/>
          <ac:spMkLst>
            <pc:docMk/>
            <pc:sldMk cId="3699569609" sldId="294"/>
            <ac:spMk id="9" creationId="{00000000-0000-0000-0000-000000000000}"/>
          </ac:spMkLst>
        </pc:spChg>
        <pc:spChg chg="mod">
          <ac:chgData name="Ivan Granja" userId="d0a12471-25a3-466a-a647-7cb796ed786c" providerId="ADAL" clId="{40AEDC3C-7692-4245-A3E8-A5B622E2754A}" dt="2021-08-05T01:18:49.926" v="335" actId="1076"/>
          <ac:spMkLst>
            <pc:docMk/>
            <pc:sldMk cId="3699569609" sldId="294"/>
            <ac:spMk id="10" creationId="{00000000-0000-0000-0000-000000000000}"/>
          </ac:spMkLst>
        </pc:spChg>
        <pc:spChg chg="mod">
          <ac:chgData name="Ivan Granja" userId="d0a12471-25a3-466a-a647-7cb796ed786c" providerId="ADAL" clId="{40AEDC3C-7692-4245-A3E8-A5B622E2754A}" dt="2021-08-05T01:18:49.926" v="335" actId="1076"/>
          <ac:spMkLst>
            <pc:docMk/>
            <pc:sldMk cId="3699569609" sldId="294"/>
            <ac:spMk id="11" creationId="{00000000-0000-0000-0000-000000000000}"/>
          </ac:spMkLst>
        </pc:spChg>
        <pc:spChg chg="mod">
          <ac:chgData name="Ivan Granja" userId="d0a12471-25a3-466a-a647-7cb796ed786c" providerId="ADAL" clId="{40AEDC3C-7692-4245-A3E8-A5B622E2754A}" dt="2021-08-05T01:18:49.926" v="335" actId="1076"/>
          <ac:spMkLst>
            <pc:docMk/>
            <pc:sldMk cId="3699569609" sldId="294"/>
            <ac:spMk id="12" creationId="{00000000-0000-0000-0000-000000000000}"/>
          </ac:spMkLst>
        </pc:spChg>
        <pc:spChg chg="mod">
          <ac:chgData name="Ivan Granja" userId="d0a12471-25a3-466a-a647-7cb796ed786c" providerId="ADAL" clId="{40AEDC3C-7692-4245-A3E8-A5B622E2754A}" dt="2021-08-05T01:18:49.926" v="335" actId="1076"/>
          <ac:spMkLst>
            <pc:docMk/>
            <pc:sldMk cId="3699569609" sldId="294"/>
            <ac:spMk id="13" creationId="{00000000-0000-0000-0000-000000000000}"/>
          </ac:spMkLst>
        </pc:spChg>
        <pc:spChg chg="mod">
          <ac:chgData name="Ivan Granja" userId="d0a12471-25a3-466a-a647-7cb796ed786c" providerId="ADAL" clId="{40AEDC3C-7692-4245-A3E8-A5B622E2754A}" dt="2021-08-05T01:18:49.926" v="335" actId="1076"/>
          <ac:spMkLst>
            <pc:docMk/>
            <pc:sldMk cId="3699569609" sldId="294"/>
            <ac:spMk id="14" creationId="{00000000-0000-0000-0000-000000000000}"/>
          </ac:spMkLst>
        </pc:spChg>
        <pc:spChg chg="mod">
          <ac:chgData name="Ivan Granja" userId="d0a12471-25a3-466a-a647-7cb796ed786c" providerId="ADAL" clId="{40AEDC3C-7692-4245-A3E8-A5B622E2754A}" dt="2021-08-05T01:18:49.926" v="335" actId="1076"/>
          <ac:spMkLst>
            <pc:docMk/>
            <pc:sldMk cId="3699569609" sldId="294"/>
            <ac:spMk id="15" creationId="{00000000-0000-0000-0000-000000000000}"/>
          </ac:spMkLst>
        </pc:spChg>
        <pc:spChg chg="mod">
          <ac:chgData name="Ivan Granja" userId="d0a12471-25a3-466a-a647-7cb796ed786c" providerId="ADAL" clId="{40AEDC3C-7692-4245-A3E8-A5B622E2754A}" dt="2021-08-05T01:18:49.926" v="335" actId="1076"/>
          <ac:spMkLst>
            <pc:docMk/>
            <pc:sldMk cId="3699569609" sldId="294"/>
            <ac:spMk id="16" creationId="{00000000-0000-0000-0000-000000000000}"/>
          </ac:spMkLst>
        </pc:spChg>
        <pc:spChg chg="mod">
          <ac:chgData name="Ivan Granja" userId="d0a12471-25a3-466a-a647-7cb796ed786c" providerId="ADAL" clId="{40AEDC3C-7692-4245-A3E8-A5B622E2754A}" dt="2021-08-05T01:18:49.926" v="335" actId="1076"/>
          <ac:spMkLst>
            <pc:docMk/>
            <pc:sldMk cId="3699569609" sldId="294"/>
            <ac:spMk id="17" creationId="{00000000-0000-0000-0000-000000000000}"/>
          </ac:spMkLst>
        </pc:spChg>
        <pc:spChg chg="mod">
          <ac:chgData name="Ivan Granja" userId="d0a12471-25a3-466a-a647-7cb796ed786c" providerId="ADAL" clId="{40AEDC3C-7692-4245-A3E8-A5B622E2754A}" dt="2021-08-05T01:18:49.926" v="335" actId="1076"/>
          <ac:spMkLst>
            <pc:docMk/>
            <pc:sldMk cId="3699569609" sldId="294"/>
            <ac:spMk id="18" creationId="{00000000-0000-0000-0000-000000000000}"/>
          </ac:spMkLst>
        </pc:spChg>
        <pc:spChg chg="mod">
          <ac:chgData name="Ivan Granja" userId="d0a12471-25a3-466a-a647-7cb796ed786c" providerId="ADAL" clId="{40AEDC3C-7692-4245-A3E8-A5B622E2754A}" dt="2021-08-05T01:18:49.926" v="335" actId="1076"/>
          <ac:spMkLst>
            <pc:docMk/>
            <pc:sldMk cId="3699569609" sldId="294"/>
            <ac:spMk id="19" creationId="{00000000-0000-0000-0000-000000000000}"/>
          </ac:spMkLst>
        </pc:spChg>
        <pc:spChg chg="mod">
          <ac:chgData name="Ivan Granja" userId="d0a12471-25a3-466a-a647-7cb796ed786c" providerId="ADAL" clId="{40AEDC3C-7692-4245-A3E8-A5B622E2754A}" dt="2021-08-05T01:18:49.926" v="335" actId="1076"/>
          <ac:spMkLst>
            <pc:docMk/>
            <pc:sldMk cId="3699569609" sldId="294"/>
            <ac:spMk id="20" creationId="{00000000-0000-0000-0000-000000000000}"/>
          </ac:spMkLst>
        </pc:spChg>
        <pc:spChg chg="mod">
          <ac:chgData name="Ivan Granja" userId="d0a12471-25a3-466a-a647-7cb796ed786c" providerId="ADAL" clId="{40AEDC3C-7692-4245-A3E8-A5B622E2754A}" dt="2021-08-05T01:18:49.926" v="335" actId="1076"/>
          <ac:spMkLst>
            <pc:docMk/>
            <pc:sldMk cId="3699569609" sldId="294"/>
            <ac:spMk id="21" creationId="{00000000-0000-0000-0000-000000000000}"/>
          </ac:spMkLst>
        </pc:spChg>
        <pc:spChg chg="mod">
          <ac:chgData name="Ivan Granja" userId="d0a12471-25a3-466a-a647-7cb796ed786c" providerId="ADAL" clId="{40AEDC3C-7692-4245-A3E8-A5B622E2754A}" dt="2021-08-05T01:18:49.926" v="335" actId="1076"/>
          <ac:spMkLst>
            <pc:docMk/>
            <pc:sldMk cId="3699569609" sldId="294"/>
            <ac:spMk id="22" creationId="{00000000-0000-0000-0000-000000000000}"/>
          </ac:spMkLst>
        </pc:spChg>
        <pc:spChg chg="del">
          <ac:chgData name="Ivan Granja" userId="d0a12471-25a3-466a-a647-7cb796ed786c" providerId="ADAL" clId="{40AEDC3C-7692-4245-A3E8-A5B622E2754A}" dt="2021-08-05T01:21:25.946" v="369" actId="478"/>
          <ac:spMkLst>
            <pc:docMk/>
            <pc:sldMk cId="3699569609" sldId="294"/>
            <ac:spMk id="25" creationId="{00000000-0000-0000-0000-000000000000}"/>
          </ac:spMkLst>
        </pc:spChg>
        <pc:spChg chg="del mod">
          <ac:chgData name="Ivan Granja" userId="d0a12471-25a3-466a-a647-7cb796ed786c" providerId="ADAL" clId="{40AEDC3C-7692-4245-A3E8-A5B622E2754A}" dt="2021-08-05T01:21:27.484" v="370" actId="478"/>
          <ac:spMkLst>
            <pc:docMk/>
            <pc:sldMk cId="3699569609" sldId="294"/>
            <ac:spMk id="27" creationId="{00000000-0000-0000-0000-000000000000}"/>
          </ac:spMkLst>
        </pc:spChg>
        <pc:spChg chg="del">
          <ac:chgData name="Ivan Granja" userId="d0a12471-25a3-466a-a647-7cb796ed786c" providerId="ADAL" clId="{40AEDC3C-7692-4245-A3E8-A5B622E2754A}" dt="2021-08-05T01:21:31.384" v="372" actId="478"/>
          <ac:spMkLst>
            <pc:docMk/>
            <pc:sldMk cId="3699569609" sldId="294"/>
            <ac:spMk id="28" creationId="{00000000-0000-0000-0000-000000000000}"/>
          </ac:spMkLst>
        </pc:spChg>
        <pc:spChg chg="del">
          <ac:chgData name="Ivan Granja" userId="d0a12471-25a3-466a-a647-7cb796ed786c" providerId="ADAL" clId="{40AEDC3C-7692-4245-A3E8-A5B622E2754A}" dt="2021-08-05T01:21:32.202" v="373" actId="478"/>
          <ac:spMkLst>
            <pc:docMk/>
            <pc:sldMk cId="3699569609" sldId="294"/>
            <ac:spMk id="29" creationId="{00000000-0000-0000-0000-000000000000}"/>
          </ac:spMkLst>
        </pc:spChg>
        <pc:spChg chg="del">
          <ac:chgData name="Ivan Granja" userId="d0a12471-25a3-466a-a647-7cb796ed786c" providerId="ADAL" clId="{40AEDC3C-7692-4245-A3E8-A5B622E2754A}" dt="2021-08-05T01:19:01.916" v="336" actId="478"/>
          <ac:spMkLst>
            <pc:docMk/>
            <pc:sldMk cId="3699569609" sldId="294"/>
            <ac:spMk id="30" creationId="{00000000-0000-0000-0000-000000000000}"/>
          </ac:spMkLst>
        </pc:spChg>
        <pc:spChg chg="del">
          <ac:chgData name="Ivan Granja" userId="d0a12471-25a3-466a-a647-7cb796ed786c" providerId="ADAL" clId="{40AEDC3C-7692-4245-A3E8-A5B622E2754A}" dt="2021-08-05T01:21:30.210" v="371" actId="478"/>
          <ac:spMkLst>
            <pc:docMk/>
            <pc:sldMk cId="3699569609" sldId="294"/>
            <ac:spMk id="31" creationId="{00000000-0000-0000-0000-000000000000}"/>
          </ac:spMkLst>
        </pc:spChg>
        <pc:spChg chg="add mod">
          <ac:chgData name="Ivan Granja" userId="d0a12471-25a3-466a-a647-7cb796ed786c" providerId="ADAL" clId="{40AEDC3C-7692-4245-A3E8-A5B622E2754A}" dt="2021-08-05T01:21:05.020" v="366" actId="20577"/>
          <ac:spMkLst>
            <pc:docMk/>
            <pc:sldMk cId="3699569609" sldId="294"/>
            <ac:spMk id="32" creationId="{DEA965A1-2DDD-4295-A2F1-B0AF36E01294}"/>
          </ac:spMkLst>
        </pc:spChg>
        <pc:spChg chg="mod">
          <ac:chgData name="Ivan Granja" userId="d0a12471-25a3-466a-a647-7cb796ed786c" providerId="ADAL" clId="{40AEDC3C-7692-4245-A3E8-A5B622E2754A}" dt="2021-08-05T01:24:58.691" v="662" actId="1076"/>
          <ac:spMkLst>
            <pc:docMk/>
            <pc:sldMk cId="3699569609" sldId="294"/>
            <ac:spMk id="35" creationId="{E3749DB4-5382-4811-A594-65717FC9E47B}"/>
          </ac:spMkLst>
        </pc:spChg>
        <pc:spChg chg="mod">
          <ac:chgData name="Ivan Granja" userId="d0a12471-25a3-466a-a647-7cb796ed786c" providerId="ADAL" clId="{40AEDC3C-7692-4245-A3E8-A5B622E2754A}" dt="2021-08-05T01:24:58.691" v="662" actId="1076"/>
          <ac:spMkLst>
            <pc:docMk/>
            <pc:sldMk cId="3699569609" sldId="294"/>
            <ac:spMk id="36" creationId="{772985AD-D45A-4E34-B87C-2FD617818971}"/>
          </ac:spMkLst>
        </pc:spChg>
        <pc:spChg chg="mod">
          <ac:chgData name="Ivan Granja" userId="d0a12471-25a3-466a-a647-7cb796ed786c" providerId="ADAL" clId="{40AEDC3C-7692-4245-A3E8-A5B622E2754A}" dt="2021-08-05T01:24:58.691" v="662" actId="1076"/>
          <ac:spMkLst>
            <pc:docMk/>
            <pc:sldMk cId="3699569609" sldId="294"/>
            <ac:spMk id="37" creationId="{3747DE35-C377-4D5F-83BA-2B96185B23C2}"/>
          </ac:spMkLst>
        </pc:spChg>
        <pc:spChg chg="mod">
          <ac:chgData name="Ivan Granja" userId="d0a12471-25a3-466a-a647-7cb796ed786c" providerId="ADAL" clId="{40AEDC3C-7692-4245-A3E8-A5B622E2754A}" dt="2021-08-05T01:24:58.691" v="662" actId="1076"/>
          <ac:spMkLst>
            <pc:docMk/>
            <pc:sldMk cId="3699569609" sldId="294"/>
            <ac:spMk id="38" creationId="{2A43C162-5C56-4AE9-9080-4C13B0D6BA3C}"/>
          </ac:spMkLst>
        </pc:spChg>
        <pc:spChg chg="mod">
          <ac:chgData name="Ivan Granja" userId="d0a12471-25a3-466a-a647-7cb796ed786c" providerId="ADAL" clId="{40AEDC3C-7692-4245-A3E8-A5B622E2754A}" dt="2021-08-05T01:24:58.691" v="662" actId="1076"/>
          <ac:spMkLst>
            <pc:docMk/>
            <pc:sldMk cId="3699569609" sldId="294"/>
            <ac:spMk id="39" creationId="{CB1EE0FE-3E53-4CE7-A8E7-7879A4B84448}"/>
          </ac:spMkLst>
        </pc:spChg>
        <pc:spChg chg="mod">
          <ac:chgData name="Ivan Granja" userId="d0a12471-25a3-466a-a647-7cb796ed786c" providerId="ADAL" clId="{40AEDC3C-7692-4245-A3E8-A5B622E2754A}" dt="2021-08-05T01:24:58.691" v="662" actId="1076"/>
          <ac:spMkLst>
            <pc:docMk/>
            <pc:sldMk cId="3699569609" sldId="294"/>
            <ac:spMk id="40" creationId="{3C7ECB4A-02C8-4B04-A3E6-18728AA69519}"/>
          </ac:spMkLst>
        </pc:spChg>
        <pc:spChg chg="mod">
          <ac:chgData name="Ivan Granja" userId="d0a12471-25a3-466a-a647-7cb796ed786c" providerId="ADAL" clId="{40AEDC3C-7692-4245-A3E8-A5B622E2754A}" dt="2021-08-05T01:24:58.691" v="662" actId="1076"/>
          <ac:spMkLst>
            <pc:docMk/>
            <pc:sldMk cId="3699569609" sldId="294"/>
            <ac:spMk id="42" creationId="{B0AE6AB1-7B64-471B-A1E9-B9CBDD971CEF}"/>
          </ac:spMkLst>
        </pc:spChg>
        <pc:spChg chg="mod">
          <ac:chgData name="Ivan Granja" userId="d0a12471-25a3-466a-a647-7cb796ed786c" providerId="ADAL" clId="{40AEDC3C-7692-4245-A3E8-A5B622E2754A}" dt="2021-08-05T01:24:58.691" v="662" actId="1076"/>
          <ac:spMkLst>
            <pc:docMk/>
            <pc:sldMk cId="3699569609" sldId="294"/>
            <ac:spMk id="43" creationId="{76DAEAA3-BBB6-4DF7-AA0B-9DDEACD590D7}"/>
          </ac:spMkLst>
        </pc:spChg>
        <pc:spChg chg="mod">
          <ac:chgData name="Ivan Granja" userId="d0a12471-25a3-466a-a647-7cb796ed786c" providerId="ADAL" clId="{40AEDC3C-7692-4245-A3E8-A5B622E2754A}" dt="2021-08-05T01:24:58.691" v="662" actId="1076"/>
          <ac:spMkLst>
            <pc:docMk/>
            <pc:sldMk cId="3699569609" sldId="294"/>
            <ac:spMk id="44" creationId="{43E858D7-2F97-48A1-9F78-5F3744649924}"/>
          </ac:spMkLst>
        </pc:spChg>
        <pc:spChg chg="mod">
          <ac:chgData name="Ivan Granja" userId="d0a12471-25a3-466a-a647-7cb796ed786c" providerId="ADAL" clId="{40AEDC3C-7692-4245-A3E8-A5B622E2754A}" dt="2021-08-05T01:24:58.691" v="662" actId="1076"/>
          <ac:spMkLst>
            <pc:docMk/>
            <pc:sldMk cId="3699569609" sldId="294"/>
            <ac:spMk id="45" creationId="{672794A5-DA95-4A74-ABED-BCEEBD4236DB}"/>
          </ac:spMkLst>
        </pc:spChg>
        <pc:spChg chg="mod">
          <ac:chgData name="Ivan Granja" userId="d0a12471-25a3-466a-a647-7cb796ed786c" providerId="ADAL" clId="{40AEDC3C-7692-4245-A3E8-A5B622E2754A}" dt="2021-08-05T01:24:58.691" v="662" actId="1076"/>
          <ac:spMkLst>
            <pc:docMk/>
            <pc:sldMk cId="3699569609" sldId="294"/>
            <ac:spMk id="46" creationId="{73755573-0036-42F0-89D7-CDA27D962259}"/>
          </ac:spMkLst>
        </pc:spChg>
        <pc:spChg chg="mod">
          <ac:chgData name="Ivan Granja" userId="d0a12471-25a3-466a-a647-7cb796ed786c" providerId="ADAL" clId="{40AEDC3C-7692-4245-A3E8-A5B622E2754A}" dt="2021-08-05T01:25:34.008" v="672" actId="20577"/>
          <ac:spMkLst>
            <pc:docMk/>
            <pc:sldMk cId="3699569609" sldId="294"/>
            <ac:spMk id="47" creationId="{E2B25F7B-CAEA-4A8F-B293-260C4E234B12}"/>
          </ac:spMkLst>
        </pc:spChg>
        <pc:spChg chg="mod">
          <ac:chgData name="Ivan Granja" userId="d0a12471-25a3-466a-a647-7cb796ed786c" providerId="ADAL" clId="{40AEDC3C-7692-4245-A3E8-A5B622E2754A}" dt="2021-08-05T01:25:30.478" v="670" actId="20577"/>
          <ac:spMkLst>
            <pc:docMk/>
            <pc:sldMk cId="3699569609" sldId="294"/>
            <ac:spMk id="48" creationId="{65D85069-5259-43E8-A37A-C65BF3300967}"/>
          </ac:spMkLst>
        </pc:spChg>
        <pc:spChg chg="mod">
          <ac:chgData name="Ivan Granja" userId="d0a12471-25a3-466a-a647-7cb796ed786c" providerId="ADAL" clId="{40AEDC3C-7692-4245-A3E8-A5B622E2754A}" dt="2021-08-05T01:25:26.437" v="668" actId="20577"/>
          <ac:spMkLst>
            <pc:docMk/>
            <pc:sldMk cId="3699569609" sldId="294"/>
            <ac:spMk id="49" creationId="{C54444B7-B9D1-4154-A5F4-E920812ED3B0}"/>
          </ac:spMkLst>
        </pc:spChg>
        <pc:spChg chg="mod">
          <ac:chgData name="Ivan Granja" userId="d0a12471-25a3-466a-a647-7cb796ed786c" providerId="ADAL" clId="{40AEDC3C-7692-4245-A3E8-A5B622E2754A}" dt="2021-08-05T01:25:21.287" v="666" actId="255"/>
          <ac:spMkLst>
            <pc:docMk/>
            <pc:sldMk cId="3699569609" sldId="294"/>
            <ac:spMk id="50" creationId="{35B4BEC3-ABE7-4A01-AEFA-F3772E956E5E}"/>
          </ac:spMkLst>
        </pc:spChg>
        <pc:spChg chg="mod">
          <ac:chgData name="Ivan Granja" userId="d0a12471-25a3-466a-a647-7cb796ed786c" providerId="ADAL" clId="{40AEDC3C-7692-4245-A3E8-A5B622E2754A}" dt="2021-08-05T01:24:58.691" v="662" actId="1076"/>
          <ac:spMkLst>
            <pc:docMk/>
            <pc:sldMk cId="3699569609" sldId="294"/>
            <ac:spMk id="51" creationId="{C2385FF2-7C80-43AB-9547-C358810D4A5D}"/>
          </ac:spMkLst>
        </pc:spChg>
        <pc:spChg chg="mod">
          <ac:chgData name="Ivan Granja" userId="d0a12471-25a3-466a-a647-7cb796ed786c" providerId="ADAL" clId="{40AEDC3C-7692-4245-A3E8-A5B622E2754A}" dt="2021-08-05T01:24:58.691" v="662" actId="1076"/>
          <ac:spMkLst>
            <pc:docMk/>
            <pc:sldMk cId="3699569609" sldId="294"/>
            <ac:spMk id="52" creationId="{15A7BA4F-19FD-4493-BEED-F0740899EA4B}"/>
          </ac:spMkLst>
        </pc:spChg>
        <pc:spChg chg="mod">
          <ac:chgData name="Ivan Granja" userId="d0a12471-25a3-466a-a647-7cb796ed786c" providerId="ADAL" clId="{40AEDC3C-7692-4245-A3E8-A5B622E2754A}" dt="2021-08-05T01:24:58.691" v="662" actId="1076"/>
          <ac:spMkLst>
            <pc:docMk/>
            <pc:sldMk cId="3699569609" sldId="294"/>
            <ac:spMk id="53" creationId="{73E2109E-B158-479D-83C6-658FDF6CF451}"/>
          </ac:spMkLst>
        </pc:spChg>
        <pc:spChg chg="mod">
          <ac:chgData name="Ivan Granja" userId="d0a12471-25a3-466a-a647-7cb796ed786c" providerId="ADAL" clId="{40AEDC3C-7692-4245-A3E8-A5B622E2754A}" dt="2021-08-05T01:24:58.691" v="662" actId="1076"/>
          <ac:spMkLst>
            <pc:docMk/>
            <pc:sldMk cId="3699569609" sldId="294"/>
            <ac:spMk id="54" creationId="{94C645F1-A822-4548-8037-0710D0A1D76A}"/>
          </ac:spMkLst>
        </pc:spChg>
        <pc:spChg chg="mod">
          <ac:chgData name="Ivan Granja" userId="d0a12471-25a3-466a-a647-7cb796ed786c" providerId="ADAL" clId="{40AEDC3C-7692-4245-A3E8-A5B622E2754A}" dt="2021-08-05T01:24:58.691" v="662" actId="1076"/>
          <ac:spMkLst>
            <pc:docMk/>
            <pc:sldMk cId="3699569609" sldId="294"/>
            <ac:spMk id="55" creationId="{CE9E399B-A3E1-43EB-8A8A-830833033F92}"/>
          </ac:spMkLst>
        </pc:spChg>
        <pc:spChg chg="mod">
          <ac:chgData name="Ivan Granja" userId="d0a12471-25a3-466a-a647-7cb796ed786c" providerId="ADAL" clId="{40AEDC3C-7692-4245-A3E8-A5B622E2754A}" dt="2021-08-05T01:24:58.691" v="662" actId="1076"/>
          <ac:spMkLst>
            <pc:docMk/>
            <pc:sldMk cId="3699569609" sldId="294"/>
            <ac:spMk id="56" creationId="{DF985600-BA13-4B16-9752-46923C4DA349}"/>
          </ac:spMkLst>
        </pc:spChg>
        <pc:spChg chg="mod">
          <ac:chgData name="Ivan Granja" userId="d0a12471-25a3-466a-a647-7cb796ed786c" providerId="ADAL" clId="{40AEDC3C-7692-4245-A3E8-A5B622E2754A}" dt="2021-08-05T01:24:58.691" v="662" actId="1076"/>
          <ac:spMkLst>
            <pc:docMk/>
            <pc:sldMk cId="3699569609" sldId="294"/>
            <ac:spMk id="57" creationId="{3F871211-DAD5-47B5-9F5B-0CBBB359D0BE}"/>
          </ac:spMkLst>
        </pc:spChg>
        <pc:spChg chg="add del">
          <ac:chgData name="Ivan Granja" userId="d0a12471-25a3-466a-a647-7cb796ed786c" providerId="ADAL" clId="{40AEDC3C-7692-4245-A3E8-A5B622E2754A}" dt="2021-08-05T01:25:42.062" v="674" actId="478"/>
          <ac:spMkLst>
            <pc:docMk/>
            <pc:sldMk cId="3699569609" sldId="294"/>
            <ac:spMk id="58" creationId="{AF029B21-7057-4AA8-8C85-11F6DF5790AB}"/>
          </ac:spMkLst>
        </pc:spChg>
        <pc:spChg chg="add del">
          <ac:chgData name="Ivan Granja" userId="d0a12471-25a3-466a-a647-7cb796ed786c" providerId="ADAL" clId="{40AEDC3C-7692-4245-A3E8-A5B622E2754A}" dt="2021-08-05T01:25:38.788" v="673" actId="478"/>
          <ac:spMkLst>
            <pc:docMk/>
            <pc:sldMk cId="3699569609" sldId="294"/>
            <ac:spMk id="59" creationId="{0D3EFD1E-9243-4EF5-8BB9-3686DB9324B7}"/>
          </ac:spMkLst>
        </pc:spChg>
        <pc:grpChg chg="del mod">
          <ac:chgData name="Ivan Granja" userId="d0a12471-25a3-466a-a647-7cb796ed786c" providerId="ADAL" clId="{40AEDC3C-7692-4245-A3E8-A5B622E2754A}" dt="2021-08-05T01:21:23.252" v="367" actId="478"/>
          <ac:grpSpMkLst>
            <pc:docMk/>
            <pc:sldMk cId="3699569609" sldId="294"/>
            <ac:grpSpMk id="4" creationId="{00000000-0000-0000-0000-000000000000}"/>
          </ac:grpSpMkLst>
        </pc:grpChg>
        <pc:grpChg chg="mod">
          <ac:chgData name="Ivan Granja" userId="d0a12471-25a3-466a-a647-7cb796ed786c" providerId="ADAL" clId="{40AEDC3C-7692-4245-A3E8-A5B622E2754A}" dt="2021-08-05T01:18:49.926" v="335" actId="1076"/>
          <ac:grpSpMkLst>
            <pc:docMk/>
            <pc:sldMk cId="3699569609" sldId="294"/>
            <ac:grpSpMk id="6" creationId="{00000000-0000-0000-0000-000000000000}"/>
          </ac:grpSpMkLst>
        </pc:grpChg>
        <pc:grpChg chg="add mod">
          <ac:chgData name="Ivan Granja" userId="d0a12471-25a3-466a-a647-7cb796ed786c" providerId="ADAL" clId="{40AEDC3C-7692-4245-A3E8-A5B622E2754A}" dt="2021-08-05T01:28:56.825" v="992" actId="167"/>
          <ac:grpSpMkLst>
            <pc:docMk/>
            <pc:sldMk cId="3699569609" sldId="294"/>
            <ac:grpSpMk id="33" creationId="{F8EFE807-FC96-417B-9B96-7C3196C77A34}"/>
          </ac:grpSpMkLst>
        </pc:grpChg>
        <pc:grpChg chg="mod">
          <ac:chgData name="Ivan Granja" userId="d0a12471-25a3-466a-a647-7cb796ed786c" providerId="ADAL" clId="{40AEDC3C-7692-4245-A3E8-A5B622E2754A}" dt="2021-08-05T01:24:58.691" v="662" actId="1076"/>
          <ac:grpSpMkLst>
            <pc:docMk/>
            <pc:sldMk cId="3699569609" sldId="294"/>
            <ac:grpSpMk id="34" creationId="{C368309B-75C2-4D4A-A00A-5EBD1659343E}"/>
          </ac:grpSpMkLst>
        </pc:grpChg>
        <pc:grpChg chg="mod">
          <ac:chgData name="Ivan Granja" userId="d0a12471-25a3-466a-a647-7cb796ed786c" providerId="ADAL" clId="{40AEDC3C-7692-4245-A3E8-A5B622E2754A}" dt="2021-08-05T01:24:58.691" v="662" actId="1076"/>
          <ac:grpSpMkLst>
            <pc:docMk/>
            <pc:sldMk cId="3699569609" sldId="294"/>
            <ac:grpSpMk id="41" creationId="{B2E8112B-A068-4F18-99C3-E70BA2E2F9CA}"/>
          </ac:grpSpMkLst>
        </pc:grpChg>
      </pc:sldChg>
      <pc:sldChg chg="modSp new mod">
        <pc:chgData name="Ivan Granja" userId="d0a12471-25a3-466a-a647-7cb796ed786c" providerId="ADAL" clId="{40AEDC3C-7692-4245-A3E8-A5B622E2754A}" dt="2021-08-05T01:53:51.233" v="1965" actId="20577"/>
        <pc:sldMkLst>
          <pc:docMk/>
          <pc:sldMk cId="515359538" sldId="295"/>
        </pc:sldMkLst>
        <pc:spChg chg="mod">
          <ac:chgData name="Ivan Granja" userId="d0a12471-25a3-466a-a647-7cb796ed786c" providerId="ADAL" clId="{40AEDC3C-7692-4245-A3E8-A5B622E2754A}" dt="2021-08-05T01:34:45.383" v="1199" actId="20577"/>
          <ac:spMkLst>
            <pc:docMk/>
            <pc:sldMk cId="515359538" sldId="295"/>
            <ac:spMk id="2" creationId="{9587F693-3760-48F1-AE2B-C6BA6D17E0EF}"/>
          </ac:spMkLst>
        </pc:spChg>
        <pc:spChg chg="mod">
          <ac:chgData name="Ivan Granja" userId="d0a12471-25a3-466a-a647-7cb796ed786c" providerId="ADAL" clId="{40AEDC3C-7692-4245-A3E8-A5B622E2754A}" dt="2021-08-05T01:53:51.233" v="1965" actId="20577"/>
          <ac:spMkLst>
            <pc:docMk/>
            <pc:sldMk cId="515359538" sldId="295"/>
            <ac:spMk id="3" creationId="{F8713EE9-6A88-4DBF-BA2D-4A6663C63328}"/>
          </ac:spMkLst>
        </pc:spChg>
      </pc:sldChg>
      <pc:sldChg chg="modSp new mod">
        <pc:chgData name="Ivan Granja" userId="d0a12471-25a3-466a-a647-7cb796ed786c" providerId="ADAL" clId="{40AEDC3C-7692-4245-A3E8-A5B622E2754A}" dt="2021-08-05T01:54:21.646" v="1974" actId="27636"/>
        <pc:sldMkLst>
          <pc:docMk/>
          <pc:sldMk cId="119354715" sldId="296"/>
        </pc:sldMkLst>
        <pc:spChg chg="mod">
          <ac:chgData name="Ivan Granja" userId="d0a12471-25a3-466a-a647-7cb796ed786c" providerId="ADAL" clId="{40AEDC3C-7692-4245-A3E8-A5B622E2754A}" dt="2021-08-05T01:54:09.647" v="1969" actId="1076"/>
          <ac:spMkLst>
            <pc:docMk/>
            <pc:sldMk cId="119354715" sldId="296"/>
            <ac:spMk id="2" creationId="{5A95B625-F7E2-4476-8338-362951D68E4A}"/>
          </ac:spMkLst>
        </pc:spChg>
        <pc:spChg chg="mod">
          <ac:chgData name="Ivan Granja" userId="d0a12471-25a3-466a-a647-7cb796ed786c" providerId="ADAL" clId="{40AEDC3C-7692-4245-A3E8-A5B622E2754A}" dt="2021-08-05T01:54:21.646" v="1974" actId="27636"/>
          <ac:spMkLst>
            <pc:docMk/>
            <pc:sldMk cId="119354715" sldId="296"/>
            <ac:spMk id="3" creationId="{5C18F851-C49D-4755-9CE4-AD305668781D}"/>
          </ac:spMkLst>
        </pc:spChg>
      </pc:sldChg>
      <pc:sldChg chg="modSp add mod">
        <pc:chgData name="Ivan Granja" userId="d0a12471-25a3-466a-a647-7cb796ed786c" providerId="ADAL" clId="{40AEDC3C-7692-4245-A3E8-A5B622E2754A}" dt="2021-08-05T01:46:46.878" v="1618" actId="5793"/>
        <pc:sldMkLst>
          <pc:docMk/>
          <pc:sldMk cId="3452476024" sldId="297"/>
        </pc:sldMkLst>
        <pc:spChg chg="mod">
          <ac:chgData name="Ivan Granja" userId="d0a12471-25a3-466a-a647-7cb796ed786c" providerId="ADAL" clId="{40AEDC3C-7692-4245-A3E8-A5B622E2754A}" dt="2021-08-05T01:43:17.038" v="1502" actId="20577"/>
          <ac:spMkLst>
            <pc:docMk/>
            <pc:sldMk cId="3452476024" sldId="297"/>
            <ac:spMk id="2" creationId="{00000000-0000-0000-0000-000000000000}"/>
          </ac:spMkLst>
        </pc:spChg>
        <pc:spChg chg="mod">
          <ac:chgData name="Ivan Granja" userId="d0a12471-25a3-466a-a647-7cb796ed786c" providerId="ADAL" clId="{40AEDC3C-7692-4245-A3E8-A5B622E2754A}" dt="2021-08-05T01:46:46.878" v="1618" actId="5793"/>
          <ac:spMkLst>
            <pc:docMk/>
            <pc:sldMk cId="3452476024" sldId="297"/>
            <ac:spMk id="3" creationId="{00000000-0000-0000-0000-000000000000}"/>
          </ac:spMkLst>
        </pc:spChg>
      </pc:sldChg>
    </pc:docChg>
  </pc:docChgLst>
  <pc:docChgLst>
    <pc:chgData name="Ivan Granja" userId="d0a12471-25a3-466a-a647-7cb796ed786c" providerId="ADAL" clId="{22582235-09F7-45E3-98C0-97562D418BF3}"/>
    <pc:docChg chg="undo custSel addSld delSld modSld sldOrd">
      <pc:chgData name="Ivan Granja" userId="d0a12471-25a3-466a-a647-7cb796ed786c" providerId="ADAL" clId="{22582235-09F7-45E3-98C0-97562D418BF3}" dt="2021-08-11T21:11:15.393" v="6400" actId="1076"/>
      <pc:docMkLst>
        <pc:docMk/>
      </pc:docMkLst>
      <pc:sldChg chg="modSp add del mod">
        <pc:chgData name="Ivan Granja" userId="d0a12471-25a3-466a-a647-7cb796ed786c" providerId="ADAL" clId="{22582235-09F7-45E3-98C0-97562D418BF3}" dt="2021-08-11T19:23:53.612" v="20" actId="47"/>
        <pc:sldMkLst>
          <pc:docMk/>
          <pc:sldMk cId="1201363542" sldId="256"/>
        </pc:sldMkLst>
        <pc:spChg chg="mod">
          <ac:chgData name="Ivan Granja" userId="d0a12471-25a3-466a-a647-7cb796ed786c" providerId="ADAL" clId="{22582235-09F7-45E3-98C0-97562D418BF3}" dt="2021-08-11T19:23:46.134" v="8" actId="20577"/>
          <ac:spMkLst>
            <pc:docMk/>
            <pc:sldMk cId="1201363542" sldId="256"/>
            <ac:spMk id="2" creationId="{00000000-0000-0000-0000-000000000000}"/>
          </ac:spMkLst>
        </pc:spChg>
      </pc:sldChg>
      <pc:sldChg chg="modSp new mod">
        <pc:chgData name="Ivan Granja" userId="d0a12471-25a3-466a-a647-7cb796ed786c" providerId="ADAL" clId="{22582235-09F7-45E3-98C0-97562D418BF3}" dt="2021-08-11T19:36:45.909" v="633" actId="113"/>
        <pc:sldMkLst>
          <pc:docMk/>
          <pc:sldMk cId="26368949" sldId="257"/>
        </pc:sldMkLst>
        <pc:spChg chg="mod">
          <ac:chgData name="Ivan Granja" userId="d0a12471-25a3-466a-a647-7cb796ed786c" providerId="ADAL" clId="{22582235-09F7-45E3-98C0-97562D418BF3}" dt="2021-08-11T19:28:52.660" v="67" actId="20577"/>
          <ac:spMkLst>
            <pc:docMk/>
            <pc:sldMk cId="26368949" sldId="257"/>
            <ac:spMk id="2" creationId="{204F0022-2298-4516-8CFE-000A7C027548}"/>
          </ac:spMkLst>
        </pc:spChg>
        <pc:spChg chg="mod">
          <ac:chgData name="Ivan Granja" userId="d0a12471-25a3-466a-a647-7cb796ed786c" providerId="ADAL" clId="{22582235-09F7-45E3-98C0-97562D418BF3}" dt="2021-08-11T19:36:45.909" v="633" actId="113"/>
          <ac:spMkLst>
            <pc:docMk/>
            <pc:sldMk cId="26368949" sldId="257"/>
            <ac:spMk id="3" creationId="{38C0B961-7BC8-487C-92A4-730F0F309565}"/>
          </ac:spMkLst>
        </pc:spChg>
      </pc:sldChg>
      <pc:sldChg chg="modSp new mod">
        <pc:chgData name="Ivan Granja" userId="d0a12471-25a3-466a-a647-7cb796ed786c" providerId="ADAL" clId="{22582235-09F7-45E3-98C0-97562D418BF3}" dt="2021-08-11T19:50:53.025" v="1712" actId="20577"/>
        <pc:sldMkLst>
          <pc:docMk/>
          <pc:sldMk cId="3398296660" sldId="258"/>
        </pc:sldMkLst>
        <pc:spChg chg="mod">
          <ac:chgData name="Ivan Granja" userId="d0a12471-25a3-466a-a647-7cb796ed786c" providerId="ADAL" clId="{22582235-09F7-45E3-98C0-97562D418BF3}" dt="2021-08-11T19:39:13.900" v="653" actId="20577"/>
          <ac:spMkLst>
            <pc:docMk/>
            <pc:sldMk cId="3398296660" sldId="258"/>
            <ac:spMk id="2" creationId="{BB59A946-2012-48BD-B233-273C831B6679}"/>
          </ac:spMkLst>
        </pc:spChg>
        <pc:spChg chg="mod">
          <ac:chgData name="Ivan Granja" userId="d0a12471-25a3-466a-a647-7cb796ed786c" providerId="ADAL" clId="{22582235-09F7-45E3-98C0-97562D418BF3}" dt="2021-08-11T19:50:53.025" v="1712" actId="20577"/>
          <ac:spMkLst>
            <pc:docMk/>
            <pc:sldMk cId="3398296660" sldId="258"/>
            <ac:spMk id="3" creationId="{0E594540-3749-4D8F-803D-5F3576DEDC21}"/>
          </ac:spMkLst>
        </pc:spChg>
      </pc:sldChg>
      <pc:sldChg chg="modSp new mod">
        <pc:chgData name="Ivan Granja" userId="d0a12471-25a3-466a-a647-7cb796ed786c" providerId="ADAL" clId="{22582235-09F7-45E3-98C0-97562D418BF3}" dt="2021-08-11T20:57:32.304" v="5605" actId="20577"/>
        <pc:sldMkLst>
          <pc:docMk/>
          <pc:sldMk cId="1339328808" sldId="259"/>
        </pc:sldMkLst>
        <pc:spChg chg="mod">
          <ac:chgData name="Ivan Granja" userId="d0a12471-25a3-466a-a647-7cb796ed786c" providerId="ADAL" clId="{22582235-09F7-45E3-98C0-97562D418BF3}" dt="2021-08-11T20:57:32.304" v="5605" actId="20577"/>
          <ac:spMkLst>
            <pc:docMk/>
            <pc:sldMk cId="1339328808" sldId="259"/>
            <ac:spMk id="2" creationId="{2303B06E-B4BE-4E45-BCD8-FE7F6DE9EE59}"/>
          </ac:spMkLst>
        </pc:spChg>
        <pc:spChg chg="mod">
          <ac:chgData name="Ivan Granja" userId="d0a12471-25a3-466a-a647-7cb796ed786c" providerId="ADAL" clId="{22582235-09F7-45E3-98C0-97562D418BF3}" dt="2021-08-11T20:05:10.392" v="2824" actId="14100"/>
          <ac:spMkLst>
            <pc:docMk/>
            <pc:sldMk cId="1339328808" sldId="259"/>
            <ac:spMk id="3" creationId="{7463E89D-F9C2-46A3-B5B3-EE2EB990A5D9}"/>
          </ac:spMkLst>
        </pc:spChg>
      </pc:sldChg>
      <pc:sldChg chg="del">
        <pc:chgData name="Ivan Granja" userId="d0a12471-25a3-466a-a647-7cb796ed786c" providerId="ADAL" clId="{22582235-09F7-45E3-98C0-97562D418BF3}" dt="2021-08-11T19:23:49.865" v="9" actId="47"/>
        <pc:sldMkLst>
          <pc:docMk/>
          <pc:sldMk cId="3830582881" sldId="259"/>
        </pc:sldMkLst>
      </pc:sldChg>
      <pc:sldChg chg="modSp new mod">
        <pc:chgData name="Ivan Granja" userId="d0a12471-25a3-466a-a647-7cb796ed786c" providerId="ADAL" clId="{22582235-09F7-45E3-98C0-97562D418BF3}" dt="2021-08-11T20:52:35.338" v="5145" actId="14100"/>
        <pc:sldMkLst>
          <pc:docMk/>
          <pc:sldMk cId="866914733" sldId="260"/>
        </pc:sldMkLst>
        <pc:spChg chg="mod">
          <ac:chgData name="Ivan Granja" userId="d0a12471-25a3-466a-a647-7cb796ed786c" providerId="ADAL" clId="{22582235-09F7-45E3-98C0-97562D418BF3}" dt="2021-08-11T20:05:18.703" v="2841" actId="20577"/>
          <ac:spMkLst>
            <pc:docMk/>
            <pc:sldMk cId="866914733" sldId="260"/>
            <ac:spMk id="2" creationId="{CA8BE4A3-799A-47D5-AB6B-2E81EF936D61}"/>
          </ac:spMkLst>
        </pc:spChg>
        <pc:spChg chg="mod">
          <ac:chgData name="Ivan Granja" userId="d0a12471-25a3-466a-a647-7cb796ed786c" providerId="ADAL" clId="{22582235-09F7-45E3-98C0-97562D418BF3}" dt="2021-08-11T20:52:35.338" v="5145" actId="14100"/>
          <ac:spMkLst>
            <pc:docMk/>
            <pc:sldMk cId="866914733" sldId="260"/>
            <ac:spMk id="3" creationId="{DD499E79-11BD-4F0D-A886-8AF8E31063D7}"/>
          </ac:spMkLst>
        </pc:spChg>
      </pc:sldChg>
      <pc:sldChg chg="modSp new mod">
        <pc:chgData name="Ivan Granja" userId="d0a12471-25a3-466a-a647-7cb796ed786c" providerId="ADAL" clId="{22582235-09F7-45E3-98C0-97562D418BF3}" dt="2021-08-11T20:54:39.285" v="5243" actId="14100"/>
        <pc:sldMkLst>
          <pc:docMk/>
          <pc:sldMk cId="2604560124" sldId="261"/>
        </pc:sldMkLst>
        <pc:spChg chg="mod">
          <ac:chgData name="Ivan Granja" userId="d0a12471-25a3-466a-a647-7cb796ed786c" providerId="ADAL" clId="{22582235-09F7-45E3-98C0-97562D418BF3}" dt="2021-08-11T20:24:25.070" v="3611" actId="20577"/>
          <ac:spMkLst>
            <pc:docMk/>
            <pc:sldMk cId="2604560124" sldId="261"/>
            <ac:spMk id="2" creationId="{3AE8B15B-DE28-4E5E-892F-4135612798B9}"/>
          </ac:spMkLst>
        </pc:spChg>
        <pc:spChg chg="mod">
          <ac:chgData name="Ivan Granja" userId="d0a12471-25a3-466a-a647-7cb796ed786c" providerId="ADAL" clId="{22582235-09F7-45E3-98C0-97562D418BF3}" dt="2021-08-11T20:54:39.285" v="5243" actId="14100"/>
          <ac:spMkLst>
            <pc:docMk/>
            <pc:sldMk cId="2604560124" sldId="261"/>
            <ac:spMk id="3" creationId="{6B2E134F-F2B9-4058-A73E-1FF8417AB404}"/>
          </ac:spMkLst>
        </pc:spChg>
      </pc:sldChg>
      <pc:sldChg chg="del">
        <pc:chgData name="Ivan Granja" userId="d0a12471-25a3-466a-a647-7cb796ed786c" providerId="ADAL" clId="{22582235-09F7-45E3-98C0-97562D418BF3}" dt="2021-08-11T19:23:50.346" v="10" actId="47"/>
        <pc:sldMkLst>
          <pc:docMk/>
          <pc:sldMk cId="234818704" sldId="276"/>
        </pc:sldMkLst>
      </pc:sldChg>
      <pc:sldChg chg="del">
        <pc:chgData name="Ivan Granja" userId="d0a12471-25a3-466a-a647-7cb796ed786c" providerId="ADAL" clId="{22582235-09F7-45E3-98C0-97562D418BF3}" dt="2021-08-11T19:23:51.353" v="15" actId="47"/>
        <pc:sldMkLst>
          <pc:docMk/>
          <pc:sldMk cId="268673754" sldId="277"/>
        </pc:sldMkLst>
      </pc:sldChg>
      <pc:sldChg chg="del">
        <pc:chgData name="Ivan Granja" userId="d0a12471-25a3-466a-a647-7cb796ed786c" providerId="ADAL" clId="{22582235-09F7-45E3-98C0-97562D418BF3}" dt="2021-08-11T19:23:50.893" v="13" actId="47"/>
        <pc:sldMkLst>
          <pc:docMk/>
          <pc:sldMk cId="3945787129" sldId="278"/>
        </pc:sldMkLst>
      </pc:sldChg>
      <pc:sldChg chg="del">
        <pc:chgData name="Ivan Granja" userId="d0a12471-25a3-466a-a647-7cb796ed786c" providerId="ADAL" clId="{22582235-09F7-45E3-98C0-97562D418BF3}" dt="2021-08-11T19:23:51.529" v="16" actId="47"/>
        <pc:sldMkLst>
          <pc:docMk/>
          <pc:sldMk cId="2873310479" sldId="288"/>
        </pc:sldMkLst>
      </pc:sldChg>
      <pc:sldChg chg="del">
        <pc:chgData name="Ivan Granja" userId="d0a12471-25a3-466a-a647-7cb796ed786c" providerId="ADAL" clId="{22582235-09F7-45E3-98C0-97562D418BF3}" dt="2021-08-11T19:23:50.701" v="12" actId="47"/>
        <pc:sldMkLst>
          <pc:docMk/>
          <pc:sldMk cId="1011473818" sldId="292"/>
        </pc:sldMkLst>
      </pc:sldChg>
      <pc:sldChg chg="del">
        <pc:chgData name="Ivan Granja" userId="d0a12471-25a3-466a-a647-7cb796ed786c" providerId="ADAL" clId="{22582235-09F7-45E3-98C0-97562D418BF3}" dt="2021-08-11T19:23:50.534" v="11" actId="47"/>
        <pc:sldMkLst>
          <pc:docMk/>
          <pc:sldMk cId="3699569609" sldId="294"/>
        </pc:sldMkLst>
      </pc:sldChg>
      <pc:sldChg chg="del">
        <pc:chgData name="Ivan Granja" userId="d0a12471-25a3-466a-a647-7cb796ed786c" providerId="ADAL" clId="{22582235-09F7-45E3-98C0-97562D418BF3}" dt="2021-08-11T19:23:51.704" v="17" actId="47"/>
        <pc:sldMkLst>
          <pc:docMk/>
          <pc:sldMk cId="515359538" sldId="295"/>
        </pc:sldMkLst>
      </pc:sldChg>
      <pc:sldChg chg="del">
        <pc:chgData name="Ivan Granja" userId="d0a12471-25a3-466a-a647-7cb796ed786c" providerId="ADAL" clId="{22582235-09F7-45E3-98C0-97562D418BF3}" dt="2021-08-11T19:23:51.888" v="18" actId="47"/>
        <pc:sldMkLst>
          <pc:docMk/>
          <pc:sldMk cId="119354715" sldId="296"/>
        </pc:sldMkLst>
      </pc:sldChg>
      <pc:sldChg chg="del">
        <pc:chgData name="Ivan Granja" userId="d0a12471-25a3-466a-a647-7cb796ed786c" providerId="ADAL" clId="{22582235-09F7-45E3-98C0-97562D418BF3}" dt="2021-08-11T19:23:51.155" v="14" actId="47"/>
        <pc:sldMkLst>
          <pc:docMk/>
          <pc:sldMk cId="3452476024" sldId="297"/>
        </pc:sldMkLst>
      </pc:sldChg>
      <pc:sldChg chg="modSp del mod">
        <pc:chgData name="Ivan Granja" userId="d0a12471-25a3-466a-a647-7cb796ed786c" providerId="ADAL" clId="{22582235-09F7-45E3-98C0-97562D418BF3}" dt="2021-08-11T20:23:06.226" v="3579" actId="47"/>
        <pc:sldMkLst>
          <pc:docMk/>
          <pc:sldMk cId="0" sldId="334"/>
        </pc:sldMkLst>
        <pc:spChg chg="mod">
          <ac:chgData name="Ivan Granja" userId="d0a12471-25a3-466a-a647-7cb796ed786c" providerId="ADAL" clId="{22582235-09F7-45E3-98C0-97562D418BF3}" dt="2021-08-11T20:18:54.336" v="3497" actId="27636"/>
          <ac:spMkLst>
            <pc:docMk/>
            <pc:sldMk cId="0" sldId="334"/>
            <ac:spMk id="17410" creationId="{6F392C07-5277-4D70-AA87-077045A43424}"/>
          </ac:spMkLst>
        </pc:spChg>
      </pc:sldChg>
      <pc:sldChg chg="modSp mod">
        <pc:chgData name="Ivan Granja" userId="d0a12471-25a3-466a-a647-7cb796ed786c" providerId="ADAL" clId="{22582235-09F7-45E3-98C0-97562D418BF3}" dt="2021-08-11T20:24:07.826" v="3607" actId="1076"/>
        <pc:sldMkLst>
          <pc:docMk/>
          <pc:sldMk cId="0" sldId="335"/>
        </pc:sldMkLst>
        <pc:spChg chg="mod">
          <ac:chgData name="Ivan Granja" userId="d0a12471-25a3-466a-a647-7cb796ed786c" providerId="ADAL" clId="{22582235-09F7-45E3-98C0-97562D418BF3}" dt="2021-08-11T20:22:36.924" v="3578" actId="1076"/>
          <ac:spMkLst>
            <pc:docMk/>
            <pc:sldMk cId="0" sldId="335"/>
            <ac:spMk id="14338" creationId="{349116C4-C663-4B6B-BE34-DFAD2507FD03}"/>
          </ac:spMkLst>
        </pc:spChg>
        <pc:spChg chg="mod">
          <ac:chgData name="Ivan Granja" userId="d0a12471-25a3-466a-a647-7cb796ed786c" providerId="ADAL" clId="{22582235-09F7-45E3-98C0-97562D418BF3}" dt="2021-08-11T20:24:07.826" v="3607" actId="1076"/>
          <ac:spMkLst>
            <pc:docMk/>
            <pc:sldMk cId="0" sldId="335"/>
            <ac:spMk id="14339" creationId="{905AB0B5-A93F-4875-AC7B-1454D618FC8C}"/>
          </ac:spMkLst>
        </pc:spChg>
        <pc:picChg chg="mod">
          <ac:chgData name="Ivan Granja" userId="d0a12471-25a3-466a-a647-7cb796ed786c" providerId="ADAL" clId="{22582235-09F7-45E3-98C0-97562D418BF3}" dt="2021-08-11T20:20:35.615" v="3519" actId="1076"/>
          <ac:picMkLst>
            <pc:docMk/>
            <pc:sldMk cId="0" sldId="335"/>
            <ac:picMk id="14340" creationId="{48FC3846-00E4-4EFB-89BD-5F7B411DB34D}"/>
          </ac:picMkLst>
        </pc:picChg>
      </pc:sldChg>
      <pc:sldChg chg="modSp mod">
        <pc:chgData name="Ivan Granja" userId="d0a12471-25a3-466a-a647-7cb796ed786c" providerId="ADAL" clId="{22582235-09F7-45E3-98C0-97562D418BF3}" dt="2021-08-11T20:43:08.426" v="4446" actId="20577"/>
        <pc:sldMkLst>
          <pc:docMk/>
          <pc:sldMk cId="0" sldId="336"/>
        </pc:sldMkLst>
        <pc:spChg chg="mod">
          <ac:chgData name="Ivan Granja" userId="d0a12471-25a3-466a-a647-7cb796ed786c" providerId="ADAL" clId="{22582235-09F7-45E3-98C0-97562D418BF3}" dt="2021-08-11T20:23:55.986" v="3606" actId="20577"/>
          <ac:spMkLst>
            <pc:docMk/>
            <pc:sldMk cId="0" sldId="336"/>
            <ac:spMk id="16386" creationId="{F1AF1931-BC32-421F-AB01-3B0BEAD3EA66}"/>
          </ac:spMkLst>
        </pc:spChg>
        <pc:spChg chg="mod">
          <ac:chgData name="Ivan Granja" userId="d0a12471-25a3-466a-a647-7cb796ed786c" providerId="ADAL" clId="{22582235-09F7-45E3-98C0-97562D418BF3}" dt="2021-08-11T20:43:08.426" v="4446" actId="20577"/>
          <ac:spMkLst>
            <pc:docMk/>
            <pc:sldMk cId="0" sldId="336"/>
            <ac:spMk id="16387" creationId="{2B88E9A3-CC8B-4A8E-BAAE-2F07CE95B8B1}"/>
          </ac:spMkLst>
        </pc:spChg>
      </pc:sldChg>
      <pc:sldChg chg="modSp mod">
        <pc:chgData name="Ivan Granja" userId="d0a12471-25a3-466a-a647-7cb796ed786c" providerId="ADAL" clId="{22582235-09F7-45E3-98C0-97562D418BF3}" dt="2021-08-11T20:24:11.999" v="3608" actId="1076"/>
        <pc:sldMkLst>
          <pc:docMk/>
          <pc:sldMk cId="0" sldId="337"/>
        </pc:sldMkLst>
        <pc:spChg chg="mod">
          <ac:chgData name="Ivan Granja" userId="d0a12471-25a3-466a-a647-7cb796ed786c" providerId="ADAL" clId="{22582235-09F7-45E3-98C0-97562D418BF3}" dt="2021-08-11T20:24:11.999" v="3608" actId="1076"/>
          <ac:spMkLst>
            <pc:docMk/>
            <pc:sldMk cId="0" sldId="337"/>
            <ac:spMk id="13314" creationId="{DEBCA8C4-ACF3-46E6-8B65-40FDE0E50AFE}"/>
          </ac:spMkLst>
        </pc:spChg>
        <pc:spChg chg="mod">
          <ac:chgData name="Ivan Granja" userId="d0a12471-25a3-466a-a647-7cb796ed786c" providerId="ADAL" clId="{22582235-09F7-45E3-98C0-97562D418BF3}" dt="2021-08-11T20:20:02.714" v="3511" actId="1076"/>
          <ac:spMkLst>
            <pc:docMk/>
            <pc:sldMk cId="0" sldId="337"/>
            <ac:spMk id="13315" creationId="{362544C5-AA99-4DB9-800F-31C824773556}"/>
          </ac:spMkLst>
        </pc:spChg>
      </pc:sldChg>
      <pc:sldChg chg="modSp mod">
        <pc:chgData name="Ivan Granja" userId="d0a12471-25a3-466a-a647-7cb796ed786c" providerId="ADAL" clId="{22582235-09F7-45E3-98C0-97562D418BF3}" dt="2021-08-11T20:22:32.238" v="3577" actId="20577"/>
        <pc:sldMkLst>
          <pc:docMk/>
          <pc:sldMk cId="0" sldId="340"/>
        </pc:sldMkLst>
        <pc:spChg chg="mod">
          <ac:chgData name="Ivan Granja" userId="d0a12471-25a3-466a-a647-7cb796ed786c" providerId="ADAL" clId="{22582235-09F7-45E3-98C0-97562D418BF3}" dt="2021-08-11T20:22:32.238" v="3577" actId="20577"/>
          <ac:spMkLst>
            <pc:docMk/>
            <pc:sldMk cId="0" sldId="340"/>
            <ac:spMk id="15362" creationId="{116E32FA-FE7B-4109-AA79-2523B4626E12}"/>
          </ac:spMkLst>
        </pc:spChg>
        <pc:spChg chg="mod">
          <ac:chgData name="Ivan Granja" userId="d0a12471-25a3-466a-a647-7cb796ed786c" providerId="ADAL" clId="{22582235-09F7-45E3-98C0-97562D418BF3}" dt="2021-08-11T20:21:00.689" v="3525" actId="122"/>
          <ac:spMkLst>
            <pc:docMk/>
            <pc:sldMk cId="0" sldId="340"/>
            <ac:spMk id="15363" creationId="{665E828D-8063-412E-A6CF-77A54F2389DA}"/>
          </ac:spMkLst>
        </pc:spChg>
        <pc:picChg chg="mod">
          <ac:chgData name="Ivan Granja" userId="d0a12471-25a3-466a-a647-7cb796ed786c" providerId="ADAL" clId="{22582235-09F7-45E3-98C0-97562D418BF3}" dt="2021-08-11T20:21:47.395" v="3542" actId="1076"/>
          <ac:picMkLst>
            <pc:docMk/>
            <pc:sldMk cId="0" sldId="340"/>
            <ac:picMk id="15364" creationId="{877443FB-60AF-4BD0-87BA-01F4A7E2C607}"/>
          </ac:picMkLst>
        </pc:picChg>
        <pc:picChg chg="mod">
          <ac:chgData name="Ivan Granja" userId="d0a12471-25a3-466a-a647-7cb796ed786c" providerId="ADAL" clId="{22582235-09F7-45E3-98C0-97562D418BF3}" dt="2021-08-11T20:22:17.100" v="3575" actId="1076"/>
          <ac:picMkLst>
            <pc:docMk/>
            <pc:sldMk cId="0" sldId="340"/>
            <ac:picMk id="15365" creationId="{AD6F0165-4CE6-4A9D-BC85-8A6632D217C1}"/>
          </ac:picMkLst>
        </pc:picChg>
        <pc:picChg chg="mod">
          <ac:chgData name="Ivan Granja" userId="d0a12471-25a3-466a-a647-7cb796ed786c" providerId="ADAL" clId="{22582235-09F7-45E3-98C0-97562D418BF3}" dt="2021-08-11T20:22:13.361" v="3573" actId="1076"/>
          <ac:picMkLst>
            <pc:docMk/>
            <pc:sldMk cId="0" sldId="340"/>
            <ac:picMk id="15366" creationId="{BFB9B3CB-0D1C-4B05-9827-65B7F98407B4}"/>
          </ac:picMkLst>
        </pc:picChg>
      </pc:sldChg>
      <pc:sldChg chg="modSp mod">
        <pc:chgData name="Ivan Granja" userId="d0a12471-25a3-466a-a647-7cb796ed786c" providerId="ADAL" clId="{22582235-09F7-45E3-98C0-97562D418BF3}" dt="2021-08-11T20:24:15.164" v="3609" actId="1076"/>
        <pc:sldMkLst>
          <pc:docMk/>
          <pc:sldMk cId="0" sldId="341"/>
        </pc:sldMkLst>
        <pc:spChg chg="mod">
          <ac:chgData name="Ivan Granja" userId="d0a12471-25a3-466a-a647-7cb796ed786c" providerId="ADAL" clId="{22582235-09F7-45E3-98C0-97562D418BF3}" dt="2021-08-11T20:24:15.164" v="3609" actId="1076"/>
          <ac:spMkLst>
            <pc:docMk/>
            <pc:sldMk cId="0" sldId="341"/>
            <ac:spMk id="12290" creationId="{625E4B23-6860-407B-A3C3-D5F71AD19AA6}"/>
          </ac:spMkLst>
        </pc:spChg>
        <pc:spChg chg="mod">
          <ac:chgData name="Ivan Granja" userId="d0a12471-25a3-466a-a647-7cb796ed786c" providerId="ADAL" clId="{22582235-09F7-45E3-98C0-97562D418BF3}" dt="2021-08-11T20:19:16.585" v="3502" actId="1076"/>
          <ac:spMkLst>
            <pc:docMk/>
            <pc:sldMk cId="0" sldId="341"/>
            <ac:spMk id="12291" creationId="{08D3728F-DCC1-4667-B0A7-07CF0BD28F0B}"/>
          </ac:spMkLst>
        </pc:spChg>
      </pc:sldChg>
      <pc:sldChg chg="modSp new mod">
        <pc:chgData name="Ivan Granja" userId="d0a12471-25a3-466a-a647-7cb796ed786c" providerId="ADAL" clId="{22582235-09F7-45E3-98C0-97562D418BF3}" dt="2021-08-11T21:11:15.393" v="6400" actId="1076"/>
        <pc:sldMkLst>
          <pc:docMk/>
          <pc:sldMk cId="2438119696" sldId="342"/>
        </pc:sldMkLst>
        <pc:spChg chg="mod">
          <ac:chgData name="Ivan Granja" userId="d0a12471-25a3-466a-a647-7cb796ed786c" providerId="ADAL" clId="{22582235-09F7-45E3-98C0-97562D418BF3}" dt="2021-08-11T21:11:15.393" v="6400" actId="1076"/>
          <ac:spMkLst>
            <pc:docMk/>
            <pc:sldMk cId="2438119696" sldId="342"/>
            <ac:spMk id="2" creationId="{0AA013B1-9899-4153-A766-1A42737EF9F1}"/>
          </ac:spMkLst>
        </pc:spChg>
        <pc:spChg chg="mod">
          <ac:chgData name="Ivan Granja" userId="d0a12471-25a3-466a-a647-7cb796ed786c" providerId="ADAL" clId="{22582235-09F7-45E3-98C0-97562D418BF3}" dt="2021-08-11T21:11:09.356" v="6399" actId="14100"/>
          <ac:spMkLst>
            <pc:docMk/>
            <pc:sldMk cId="2438119696" sldId="342"/>
            <ac:spMk id="3" creationId="{D3AFA238-D495-430C-843D-00EE3727ADA2}"/>
          </ac:spMkLst>
        </pc:spChg>
      </pc:sldChg>
      <pc:sldChg chg="modSp new mod">
        <pc:chgData name="Ivan Granja" userId="d0a12471-25a3-466a-a647-7cb796ed786c" providerId="ADAL" clId="{22582235-09F7-45E3-98C0-97562D418BF3}" dt="2021-08-11T20:57:57.515" v="5610" actId="20577"/>
        <pc:sldMkLst>
          <pc:docMk/>
          <pc:sldMk cId="886231306" sldId="343"/>
        </pc:sldMkLst>
        <pc:spChg chg="mod">
          <ac:chgData name="Ivan Granja" userId="d0a12471-25a3-466a-a647-7cb796ed786c" providerId="ADAL" clId="{22582235-09F7-45E3-98C0-97562D418BF3}" dt="2021-08-11T20:57:57.515" v="5610" actId="20577"/>
          <ac:spMkLst>
            <pc:docMk/>
            <pc:sldMk cId="886231306" sldId="343"/>
            <ac:spMk id="2" creationId="{A7159566-1F75-4873-8498-17EC42935995}"/>
          </ac:spMkLst>
        </pc:spChg>
        <pc:spChg chg="mod">
          <ac:chgData name="Ivan Granja" userId="d0a12471-25a3-466a-a647-7cb796ed786c" providerId="ADAL" clId="{22582235-09F7-45E3-98C0-97562D418BF3}" dt="2021-08-11T20:42:53.047" v="4431" actId="20577"/>
          <ac:spMkLst>
            <pc:docMk/>
            <pc:sldMk cId="886231306" sldId="343"/>
            <ac:spMk id="3" creationId="{D6BAC3C5-6838-4098-A167-9324A826A3B7}"/>
          </ac:spMkLst>
        </pc:spChg>
      </pc:sldChg>
      <pc:sldChg chg="modSp new mod">
        <pc:chgData name="Ivan Granja" userId="d0a12471-25a3-466a-a647-7cb796ed786c" providerId="ADAL" clId="{22582235-09F7-45E3-98C0-97562D418BF3}" dt="2021-08-11T21:09:19.454" v="6355" actId="313"/>
        <pc:sldMkLst>
          <pc:docMk/>
          <pc:sldMk cId="2421033290" sldId="344"/>
        </pc:sldMkLst>
        <pc:spChg chg="mod">
          <ac:chgData name="Ivan Granja" userId="d0a12471-25a3-466a-a647-7cb796ed786c" providerId="ADAL" clId="{22582235-09F7-45E3-98C0-97562D418BF3}" dt="2021-08-11T20:58:13.778" v="5612" actId="1076"/>
          <ac:spMkLst>
            <pc:docMk/>
            <pc:sldMk cId="2421033290" sldId="344"/>
            <ac:spMk id="2" creationId="{330CCA9C-7CAB-418D-9B36-86787090A1FB}"/>
          </ac:spMkLst>
        </pc:spChg>
        <pc:spChg chg="mod">
          <ac:chgData name="Ivan Granja" userId="d0a12471-25a3-466a-a647-7cb796ed786c" providerId="ADAL" clId="{22582235-09F7-45E3-98C0-97562D418BF3}" dt="2021-08-11T21:09:19.454" v="6355" actId="313"/>
          <ac:spMkLst>
            <pc:docMk/>
            <pc:sldMk cId="2421033290" sldId="344"/>
            <ac:spMk id="3" creationId="{E1A20C5E-6AA4-45EC-896D-10CD4E63E40B}"/>
          </ac:spMkLst>
        </pc:spChg>
      </pc:sldChg>
      <pc:sldChg chg="new del">
        <pc:chgData name="Ivan Granja" userId="d0a12471-25a3-466a-a647-7cb796ed786c" providerId="ADAL" clId="{22582235-09F7-45E3-98C0-97562D418BF3}" dt="2021-08-11T20:55:05.551" v="5245" actId="680"/>
        <pc:sldMkLst>
          <pc:docMk/>
          <pc:sldMk cId="1359231142" sldId="345"/>
        </pc:sldMkLst>
      </pc:sldChg>
      <pc:sldChg chg="modSp add mod ord">
        <pc:chgData name="Ivan Granja" userId="d0a12471-25a3-466a-a647-7cb796ed786c" providerId="ADAL" clId="{22582235-09F7-45E3-98C0-97562D418BF3}" dt="2021-08-11T20:59:09.023" v="5680" actId="20577"/>
        <pc:sldMkLst>
          <pc:docMk/>
          <pc:sldMk cId="1758867312" sldId="345"/>
        </pc:sldMkLst>
        <pc:spChg chg="mod">
          <ac:chgData name="Ivan Granja" userId="d0a12471-25a3-466a-a647-7cb796ed786c" providerId="ADAL" clId="{22582235-09F7-45E3-98C0-97562D418BF3}" dt="2021-08-11T20:55:18.896" v="5262" actId="20577"/>
          <ac:spMkLst>
            <pc:docMk/>
            <pc:sldMk cId="1758867312" sldId="345"/>
            <ac:spMk id="2" creationId="{204F0022-2298-4516-8CFE-000A7C027548}"/>
          </ac:spMkLst>
        </pc:spChg>
        <pc:spChg chg="mod">
          <ac:chgData name="Ivan Granja" userId="d0a12471-25a3-466a-a647-7cb796ed786c" providerId="ADAL" clId="{22582235-09F7-45E3-98C0-97562D418BF3}" dt="2021-08-11T20:59:09.023" v="5680" actId="20577"/>
          <ac:spMkLst>
            <pc:docMk/>
            <pc:sldMk cId="1758867312" sldId="345"/>
            <ac:spMk id="3" creationId="{38C0B961-7BC8-487C-92A4-730F0F309565}"/>
          </ac:spMkLst>
        </pc:spChg>
      </pc:sldChg>
      <pc:sldChg chg="modSp new mod">
        <pc:chgData name="Ivan Granja" userId="d0a12471-25a3-466a-a647-7cb796ed786c" providerId="ADAL" clId="{22582235-09F7-45E3-98C0-97562D418BF3}" dt="2021-08-11T21:06:53.727" v="6224" actId="313"/>
        <pc:sldMkLst>
          <pc:docMk/>
          <pc:sldMk cId="53232798" sldId="346"/>
        </pc:sldMkLst>
        <pc:spChg chg="mod">
          <ac:chgData name="Ivan Granja" userId="d0a12471-25a3-466a-a647-7cb796ed786c" providerId="ADAL" clId="{22582235-09F7-45E3-98C0-97562D418BF3}" dt="2021-08-11T21:06:53.727" v="6224" actId="313"/>
          <ac:spMkLst>
            <pc:docMk/>
            <pc:sldMk cId="53232798" sldId="346"/>
            <ac:spMk id="2" creationId="{C015E019-258D-4C53-AB9C-9B507C07FD9B}"/>
          </ac:spMkLst>
        </pc:spChg>
        <pc:spChg chg="mod">
          <ac:chgData name="Ivan Granja" userId="d0a12471-25a3-466a-a647-7cb796ed786c" providerId="ADAL" clId="{22582235-09F7-45E3-98C0-97562D418BF3}" dt="2021-08-11T21:02:33.875" v="6223" actId="20577"/>
          <ac:spMkLst>
            <pc:docMk/>
            <pc:sldMk cId="53232798" sldId="346"/>
            <ac:spMk id="3" creationId="{11E4D0A3-50AC-4EF7-9101-4D9C7D6F2639}"/>
          </ac:spMkLst>
        </pc:spChg>
      </pc:sldChg>
    </pc:docChg>
  </pc:docChgLst>
  <pc:docChgLst>
    <pc:chgData name="Ivan Granja" userId="d0a12471-25a3-466a-a647-7cb796ed786c" providerId="ADAL" clId="{5B044D06-029C-496D-87B8-A9142683B341}"/>
    <pc:docChg chg="undo custSel addSld delSld modSld sldOrd">
      <pc:chgData name="Ivan Granja" userId="d0a12471-25a3-466a-a647-7cb796ed786c" providerId="ADAL" clId="{5B044D06-029C-496D-87B8-A9142683B341}" dt="2020-08-09T22:01:49.224" v="1537" actId="20577"/>
      <pc:docMkLst>
        <pc:docMk/>
      </pc:docMkLst>
      <pc:sldChg chg="modSp mod">
        <pc:chgData name="Ivan Granja" userId="d0a12471-25a3-466a-a647-7cb796ed786c" providerId="ADAL" clId="{5B044D06-029C-496D-87B8-A9142683B341}" dt="2020-08-02T02:13:23.573" v="1493" actId="20577"/>
        <pc:sldMkLst>
          <pc:docMk/>
          <pc:sldMk cId="1201363542" sldId="256"/>
        </pc:sldMkLst>
        <pc:spChg chg="mod">
          <ac:chgData name="Ivan Granja" userId="d0a12471-25a3-466a-a647-7cb796ed786c" providerId="ADAL" clId="{5B044D06-029C-496D-87B8-A9142683B341}" dt="2020-08-02T01:15:18.528" v="20" actId="20577"/>
          <ac:spMkLst>
            <pc:docMk/>
            <pc:sldMk cId="1201363542" sldId="256"/>
            <ac:spMk id="2" creationId="{00000000-0000-0000-0000-000000000000}"/>
          </ac:spMkLst>
        </pc:spChg>
        <pc:spChg chg="mod">
          <ac:chgData name="Ivan Granja" userId="d0a12471-25a3-466a-a647-7cb796ed786c" providerId="ADAL" clId="{5B044D06-029C-496D-87B8-A9142683B341}" dt="2020-08-02T02:13:23.573" v="1493" actId="20577"/>
          <ac:spMkLst>
            <pc:docMk/>
            <pc:sldMk cId="1201363542" sldId="256"/>
            <ac:spMk id="3" creationId="{00000000-0000-0000-0000-000000000000}"/>
          </ac:spMkLst>
        </pc:spChg>
      </pc:sldChg>
      <pc:sldChg chg="del">
        <pc:chgData name="Ivan Granja" userId="d0a12471-25a3-466a-a647-7cb796ed786c" providerId="ADAL" clId="{5B044D06-029C-496D-87B8-A9142683B341}" dt="2020-08-02T02:11:58.032" v="1492" actId="47"/>
        <pc:sldMkLst>
          <pc:docMk/>
          <pc:sldMk cId="919794181" sldId="258"/>
        </pc:sldMkLst>
      </pc:sldChg>
      <pc:sldChg chg="addSp delSp modSp mod">
        <pc:chgData name="Ivan Granja" userId="d0a12471-25a3-466a-a647-7cb796ed786c" providerId="ADAL" clId="{5B044D06-029C-496D-87B8-A9142683B341}" dt="2020-08-02T01:32:46.628" v="323" actId="1035"/>
        <pc:sldMkLst>
          <pc:docMk/>
          <pc:sldMk cId="3830582881" sldId="259"/>
        </pc:sldMkLst>
        <pc:spChg chg="add del mod">
          <ac:chgData name="Ivan Granja" userId="d0a12471-25a3-466a-a647-7cb796ed786c" providerId="ADAL" clId="{5B044D06-029C-496D-87B8-A9142683B341}" dt="2020-08-02T01:29:42.119" v="293" actId="478"/>
          <ac:spMkLst>
            <pc:docMk/>
            <pc:sldMk cId="3830582881" sldId="259"/>
            <ac:spMk id="3" creationId="{46D03010-BD69-4062-87BE-17F199098283}"/>
          </ac:spMkLst>
        </pc:spChg>
        <pc:spChg chg="mod">
          <ac:chgData name="Ivan Granja" userId="d0a12471-25a3-466a-a647-7cb796ed786c" providerId="ADAL" clId="{5B044D06-029C-496D-87B8-A9142683B341}" dt="2020-08-02T01:31:27.605" v="316" actId="1076"/>
          <ac:spMkLst>
            <pc:docMk/>
            <pc:sldMk cId="3830582881" sldId="259"/>
            <ac:spMk id="6147" creationId="{00000000-0000-0000-0000-000000000000}"/>
          </ac:spMkLst>
        </pc:spChg>
        <pc:spChg chg="del mod">
          <ac:chgData name="Ivan Granja" userId="d0a12471-25a3-466a-a647-7cb796ed786c" providerId="ADAL" clId="{5B044D06-029C-496D-87B8-A9142683B341}" dt="2020-08-02T01:29:38.271" v="292" actId="478"/>
          <ac:spMkLst>
            <pc:docMk/>
            <pc:sldMk cId="3830582881" sldId="259"/>
            <ac:spMk id="6148" creationId="{00000000-0000-0000-0000-000000000000}"/>
          </ac:spMkLst>
        </pc:spChg>
        <pc:picChg chg="add mod">
          <ac:chgData name="Ivan Granja" userId="d0a12471-25a3-466a-a647-7cb796ed786c" providerId="ADAL" clId="{5B044D06-029C-496D-87B8-A9142683B341}" dt="2020-08-02T01:31:47.585" v="320" actId="14100"/>
          <ac:picMkLst>
            <pc:docMk/>
            <pc:sldMk cId="3830582881" sldId="259"/>
            <ac:picMk id="5" creationId="{CD03078A-4408-4987-866E-387BFC1B3BDD}"/>
          </ac:picMkLst>
        </pc:picChg>
        <pc:picChg chg="add mod">
          <ac:chgData name="Ivan Granja" userId="d0a12471-25a3-466a-a647-7cb796ed786c" providerId="ADAL" clId="{5B044D06-029C-496D-87B8-A9142683B341}" dt="2020-08-02T01:32:46.628" v="323" actId="1035"/>
          <ac:picMkLst>
            <pc:docMk/>
            <pc:sldMk cId="3830582881" sldId="259"/>
            <ac:picMk id="7" creationId="{1454A203-921D-4C4D-94E5-568E45726185}"/>
          </ac:picMkLst>
        </pc:picChg>
      </pc:sldChg>
      <pc:sldChg chg="del">
        <pc:chgData name="Ivan Granja" userId="d0a12471-25a3-466a-a647-7cb796ed786c" providerId="ADAL" clId="{5B044D06-029C-496D-87B8-A9142683B341}" dt="2020-08-02T02:17:53.013" v="1504" actId="2696"/>
        <pc:sldMkLst>
          <pc:docMk/>
          <pc:sldMk cId="1925147206" sldId="261"/>
        </pc:sldMkLst>
      </pc:sldChg>
      <pc:sldChg chg="modSp mod">
        <pc:chgData name="Ivan Granja" userId="d0a12471-25a3-466a-a647-7cb796ed786c" providerId="ADAL" clId="{5B044D06-029C-496D-87B8-A9142683B341}" dt="2020-08-02T02:16:35.683" v="1500"/>
        <pc:sldMkLst>
          <pc:docMk/>
          <pc:sldMk cId="593275043" sldId="262"/>
        </pc:sldMkLst>
        <pc:spChg chg="mod">
          <ac:chgData name="Ivan Granja" userId="d0a12471-25a3-466a-a647-7cb796ed786c" providerId="ADAL" clId="{5B044D06-029C-496D-87B8-A9142683B341}" dt="2020-08-02T01:16:22.072" v="56" actId="20577"/>
          <ac:spMkLst>
            <pc:docMk/>
            <pc:sldMk cId="593275043" sldId="262"/>
            <ac:spMk id="2" creationId="{00000000-0000-0000-0000-000000000000}"/>
          </ac:spMkLst>
        </pc:spChg>
        <pc:graphicFrameChg chg="mod modGraphic">
          <ac:chgData name="Ivan Granja" userId="d0a12471-25a3-466a-a647-7cb796ed786c" providerId="ADAL" clId="{5B044D06-029C-496D-87B8-A9142683B341}" dt="2020-08-02T02:16:35.683" v="1500"/>
          <ac:graphicFrameMkLst>
            <pc:docMk/>
            <pc:sldMk cId="593275043" sldId="262"/>
            <ac:graphicFrameMk id="5" creationId="{00000000-0000-0000-0000-000000000000}"/>
          </ac:graphicFrameMkLst>
        </pc:graphicFrameChg>
      </pc:sldChg>
      <pc:sldChg chg="del">
        <pc:chgData name="Ivan Granja" userId="d0a12471-25a3-466a-a647-7cb796ed786c" providerId="ADAL" clId="{5B044D06-029C-496D-87B8-A9142683B341}" dt="2020-08-02T02:18:00.973" v="1506" actId="47"/>
        <pc:sldMkLst>
          <pc:docMk/>
          <pc:sldMk cId="3531393047" sldId="263"/>
        </pc:sldMkLst>
      </pc:sldChg>
      <pc:sldChg chg="del">
        <pc:chgData name="Ivan Granja" userId="d0a12471-25a3-466a-a647-7cb796ed786c" providerId="ADAL" clId="{5B044D06-029C-496D-87B8-A9142683B341}" dt="2020-08-02T02:18:01.683" v="1507" actId="47"/>
        <pc:sldMkLst>
          <pc:docMk/>
          <pc:sldMk cId="2856652731" sldId="264"/>
        </pc:sldMkLst>
      </pc:sldChg>
      <pc:sldChg chg="del">
        <pc:chgData name="Ivan Granja" userId="d0a12471-25a3-466a-a647-7cb796ed786c" providerId="ADAL" clId="{5B044D06-029C-496D-87B8-A9142683B341}" dt="2020-08-02T02:18:02.217" v="1508" actId="47"/>
        <pc:sldMkLst>
          <pc:docMk/>
          <pc:sldMk cId="4087180314" sldId="265"/>
        </pc:sldMkLst>
      </pc:sldChg>
      <pc:sldChg chg="del">
        <pc:chgData name="Ivan Granja" userId="d0a12471-25a3-466a-a647-7cb796ed786c" providerId="ADAL" clId="{5B044D06-029C-496D-87B8-A9142683B341}" dt="2020-08-02T02:18:02.774" v="1509" actId="47"/>
        <pc:sldMkLst>
          <pc:docMk/>
          <pc:sldMk cId="518279953" sldId="266"/>
        </pc:sldMkLst>
      </pc:sldChg>
      <pc:sldChg chg="del">
        <pc:chgData name="Ivan Granja" userId="d0a12471-25a3-466a-a647-7cb796ed786c" providerId="ADAL" clId="{5B044D06-029C-496D-87B8-A9142683B341}" dt="2020-08-02T02:18:03.280" v="1510" actId="47"/>
        <pc:sldMkLst>
          <pc:docMk/>
          <pc:sldMk cId="757525701" sldId="267"/>
        </pc:sldMkLst>
      </pc:sldChg>
      <pc:sldChg chg="del">
        <pc:chgData name="Ivan Granja" userId="d0a12471-25a3-466a-a647-7cb796ed786c" providerId="ADAL" clId="{5B044D06-029C-496D-87B8-A9142683B341}" dt="2020-08-02T02:18:04.423" v="1512" actId="47"/>
        <pc:sldMkLst>
          <pc:docMk/>
          <pc:sldMk cId="3549269256" sldId="268"/>
        </pc:sldMkLst>
      </pc:sldChg>
      <pc:sldChg chg="del">
        <pc:chgData name="Ivan Granja" userId="d0a12471-25a3-466a-a647-7cb796ed786c" providerId="ADAL" clId="{5B044D06-029C-496D-87B8-A9142683B341}" dt="2020-08-02T02:18:04.933" v="1513" actId="47"/>
        <pc:sldMkLst>
          <pc:docMk/>
          <pc:sldMk cId="1000993009" sldId="269"/>
        </pc:sldMkLst>
      </pc:sldChg>
      <pc:sldChg chg="del">
        <pc:chgData name="Ivan Granja" userId="d0a12471-25a3-466a-a647-7cb796ed786c" providerId="ADAL" clId="{5B044D06-029C-496D-87B8-A9142683B341}" dt="2020-08-02T02:18:05.582" v="1514" actId="47"/>
        <pc:sldMkLst>
          <pc:docMk/>
          <pc:sldMk cId="239420357" sldId="270"/>
        </pc:sldMkLst>
      </pc:sldChg>
      <pc:sldChg chg="del">
        <pc:chgData name="Ivan Granja" userId="d0a12471-25a3-466a-a647-7cb796ed786c" providerId="ADAL" clId="{5B044D06-029C-496D-87B8-A9142683B341}" dt="2020-08-02T02:18:03.865" v="1511" actId="47"/>
        <pc:sldMkLst>
          <pc:docMk/>
          <pc:sldMk cId="1270784930" sldId="271"/>
        </pc:sldMkLst>
      </pc:sldChg>
      <pc:sldChg chg="del">
        <pc:chgData name="Ivan Granja" userId="d0a12471-25a3-466a-a647-7cb796ed786c" providerId="ADAL" clId="{5B044D06-029C-496D-87B8-A9142683B341}" dt="2020-08-02T02:17:59.454" v="1505" actId="47"/>
        <pc:sldMkLst>
          <pc:docMk/>
          <pc:sldMk cId="820209512" sldId="272"/>
        </pc:sldMkLst>
      </pc:sldChg>
      <pc:sldChg chg="modSp add mod">
        <pc:chgData name="Ivan Granja" userId="d0a12471-25a3-466a-a647-7cb796ed786c" providerId="ADAL" clId="{5B044D06-029C-496D-87B8-A9142683B341}" dt="2020-08-09T22:01:49.224" v="1537" actId="20577"/>
        <pc:sldMkLst>
          <pc:docMk/>
          <pc:sldMk cId="3140837240" sldId="273"/>
        </pc:sldMkLst>
        <pc:spChg chg="mod">
          <ac:chgData name="Ivan Granja" userId="d0a12471-25a3-466a-a647-7cb796ed786c" providerId="ADAL" clId="{5B044D06-029C-496D-87B8-A9142683B341}" dt="2020-08-02T01:22:59.473" v="289" actId="20577"/>
          <ac:spMkLst>
            <pc:docMk/>
            <pc:sldMk cId="3140837240" sldId="273"/>
            <ac:spMk id="2" creationId="{00000000-0000-0000-0000-000000000000}"/>
          </ac:spMkLst>
        </pc:spChg>
        <pc:graphicFrameChg chg="modGraphic">
          <ac:chgData name="Ivan Granja" userId="d0a12471-25a3-466a-a647-7cb796ed786c" providerId="ADAL" clId="{5B044D06-029C-496D-87B8-A9142683B341}" dt="2020-08-09T22:01:49.224" v="1537" actId="20577"/>
          <ac:graphicFrameMkLst>
            <pc:docMk/>
            <pc:sldMk cId="3140837240" sldId="273"/>
            <ac:graphicFrameMk id="5" creationId="{00000000-0000-0000-0000-000000000000}"/>
          </ac:graphicFrameMkLst>
        </pc:graphicFrameChg>
      </pc:sldChg>
      <pc:sldChg chg="addSp modSp add mod">
        <pc:chgData name="Ivan Granja" userId="d0a12471-25a3-466a-a647-7cb796ed786c" providerId="ADAL" clId="{5B044D06-029C-496D-87B8-A9142683B341}" dt="2020-08-02T02:17:08.042" v="1503" actId="20577"/>
        <pc:sldMkLst>
          <pc:docMk/>
          <pc:sldMk cId="2875105139" sldId="274"/>
        </pc:sldMkLst>
        <pc:spChg chg="mod">
          <ac:chgData name="Ivan Granja" userId="d0a12471-25a3-466a-a647-7cb796ed786c" providerId="ADAL" clId="{5B044D06-029C-496D-87B8-A9142683B341}" dt="2020-08-02T01:22:46.575" v="287" actId="20577"/>
          <ac:spMkLst>
            <pc:docMk/>
            <pc:sldMk cId="2875105139" sldId="274"/>
            <ac:spMk id="2" creationId="{00000000-0000-0000-0000-000000000000}"/>
          </ac:spMkLst>
        </pc:spChg>
        <pc:spChg chg="add mod">
          <ac:chgData name="Ivan Granja" userId="d0a12471-25a3-466a-a647-7cb796ed786c" providerId="ADAL" clId="{5B044D06-029C-496D-87B8-A9142683B341}" dt="2020-08-02T01:22:04.199" v="271" actId="14100"/>
          <ac:spMkLst>
            <pc:docMk/>
            <pc:sldMk cId="2875105139" sldId="274"/>
            <ac:spMk id="4" creationId="{18F317BD-3757-4DD0-95F1-EEA82F993D5E}"/>
          </ac:spMkLst>
        </pc:spChg>
        <pc:spChg chg="add mod">
          <ac:chgData name="Ivan Granja" userId="d0a12471-25a3-466a-a647-7cb796ed786c" providerId="ADAL" clId="{5B044D06-029C-496D-87B8-A9142683B341}" dt="2020-08-02T01:21:57.757" v="270" actId="20577"/>
          <ac:spMkLst>
            <pc:docMk/>
            <pc:sldMk cId="2875105139" sldId="274"/>
            <ac:spMk id="6" creationId="{7DCA8C33-A180-4734-88E2-C1D7DFAFC803}"/>
          </ac:spMkLst>
        </pc:spChg>
        <pc:spChg chg="add mod">
          <ac:chgData name="Ivan Granja" userId="d0a12471-25a3-466a-a647-7cb796ed786c" providerId="ADAL" clId="{5B044D06-029C-496D-87B8-A9142683B341}" dt="2020-08-02T02:17:08.042" v="1503" actId="20577"/>
          <ac:spMkLst>
            <pc:docMk/>
            <pc:sldMk cId="2875105139" sldId="274"/>
            <ac:spMk id="7" creationId="{A971F315-031B-46DD-B514-F0F9AE1EE32C}"/>
          </ac:spMkLst>
        </pc:spChg>
      </pc:sldChg>
      <pc:sldChg chg="add del">
        <pc:chgData name="Ivan Granja" userId="d0a12471-25a3-466a-a647-7cb796ed786c" providerId="ADAL" clId="{5B044D06-029C-496D-87B8-A9142683B341}" dt="2020-08-02T02:11:53.924" v="1491" actId="47"/>
        <pc:sldMkLst>
          <pc:docMk/>
          <pc:sldMk cId="3325001757" sldId="275"/>
        </pc:sldMkLst>
      </pc:sldChg>
      <pc:sldChg chg="modSp add mod">
        <pc:chgData name="Ivan Granja" userId="d0a12471-25a3-466a-a647-7cb796ed786c" providerId="ADAL" clId="{5B044D06-029C-496D-87B8-A9142683B341}" dt="2020-08-02T01:43:31.864" v="513" actId="14100"/>
        <pc:sldMkLst>
          <pc:docMk/>
          <pc:sldMk cId="234818704" sldId="276"/>
        </pc:sldMkLst>
        <pc:spChg chg="mod">
          <ac:chgData name="Ivan Granja" userId="d0a12471-25a3-466a-a647-7cb796ed786c" providerId="ADAL" clId="{5B044D06-029C-496D-87B8-A9142683B341}" dt="2020-08-02T01:43:31.864" v="513" actId="14100"/>
          <ac:spMkLst>
            <pc:docMk/>
            <pc:sldMk cId="234818704" sldId="276"/>
            <ac:spMk id="3" creationId="{00000000-0000-0000-0000-000000000000}"/>
          </ac:spMkLst>
        </pc:spChg>
        <pc:spChg chg="mod">
          <ac:chgData name="Ivan Granja" userId="d0a12471-25a3-466a-a647-7cb796ed786c" providerId="ADAL" clId="{5B044D06-029C-496D-87B8-A9142683B341}" dt="2020-08-02T01:43:26.404" v="512" actId="20577"/>
          <ac:spMkLst>
            <pc:docMk/>
            <pc:sldMk cId="234818704" sldId="276"/>
            <ac:spMk id="27" creationId="{00000000-0000-0000-0000-000000000000}"/>
          </ac:spMkLst>
        </pc:spChg>
        <pc:spChg chg="mod">
          <ac:chgData name="Ivan Granja" userId="d0a12471-25a3-466a-a647-7cb796ed786c" providerId="ADAL" clId="{5B044D06-029C-496D-87B8-A9142683B341}" dt="2020-08-02T01:43:20.415" v="507" actId="20577"/>
          <ac:spMkLst>
            <pc:docMk/>
            <pc:sldMk cId="234818704" sldId="276"/>
            <ac:spMk id="31" creationId="{00000000-0000-0000-0000-000000000000}"/>
          </ac:spMkLst>
        </pc:spChg>
      </pc:sldChg>
      <pc:sldChg chg="modSp add mod ord">
        <pc:chgData name="Ivan Granja" userId="d0a12471-25a3-466a-a647-7cb796ed786c" providerId="ADAL" clId="{5B044D06-029C-496D-87B8-A9142683B341}" dt="2020-08-02T01:44:18.373" v="524"/>
        <pc:sldMkLst>
          <pc:docMk/>
          <pc:sldMk cId="268673754" sldId="277"/>
        </pc:sldMkLst>
        <pc:spChg chg="mod">
          <ac:chgData name="Ivan Granja" userId="d0a12471-25a3-466a-a647-7cb796ed786c" providerId="ADAL" clId="{5B044D06-029C-496D-87B8-A9142683B341}" dt="2020-08-02T01:37:48.524" v="325" actId="113"/>
          <ac:spMkLst>
            <pc:docMk/>
            <pc:sldMk cId="268673754" sldId="277"/>
            <ac:spMk id="3" creationId="{00000000-0000-0000-0000-000000000000}"/>
          </ac:spMkLst>
        </pc:spChg>
      </pc:sldChg>
      <pc:sldChg chg="modSp add mod">
        <pc:chgData name="Ivan Granja" userId="d0a12471-25a3-466a-a647-7cb796ed786c" providerId="ADAL" clId="{5B044D06-029C-496D-87B8-A9142683B341}" dt="2020-08-02T01:43:57.456" v="522" actId="20577"/>
        <pc:sldMkLst>
          <pc:docMk/>
          <pc:sldMk cId="3945787129" sldId="278"/>
        </pc:sldMkLst>
        <pc:spChg chg="mod">
          <ac:chgData name="Ivan Granja" userId="d0a12471-25a3-466a-a647-7cb796ed786c" providerId="ADAL" clId="{5B044D06-029C-496D-87B8-A9142683B341}" dt="2020-08-02T01:43:57.456" v="522" actId="20577"/>
          <ac:spMkLst>
            <pc:docMk/>
            <pc:sldMk cId="3945787129" sldId="278"/>
            <ac:spMk id="3" creationId="{00000000-0000-0000-0000-000000000000}"/>
          </ac:spMkLst>
        </pc:spChg>
      </pc:sldChg>
      <pc:sldChg chg="addSp modSp add mod">
        <pc:chgData name="Ivan Granja" userId="d0a12471-25a3-466a-a647-7cb796ed786c" providerId="ADAL" clId="{5B044D06-029C-496D-87B8-A9142683B341}" dt="2020-08-02T01:58:46.403" v="1058" actId="20577"/>
        <pc:sldMkLst>
          <pc:docMk/>
          <pc:sldMk cId="2685936931" sldId="279"/>
        </pc:sldMkLst>
        <pc:spChg chg="mod">
          <ac:chgData name="Ivan Granja" userId="d0a12471-25a3-466a-a647-7cb796ed786c" providerId="ADAL" clId="{5B044D06-029C-496D-87B8-A9142683B341}" dt="2020-08-02T01:38:07.942" v="346" actId="20577"/>
          <ac:spMkLst>
            <pc:docMk/>
            <pc:sldMk cId="2685936931" sldId="279"/>
            <ac:spMk id="2" creationId="{00000000-0000-0000-0000-000000000000}"/>
          </ac:spMkLst>
        </pc:spChg>
        <pc:spChg chg="mod">
          <ac:chgData name="Ivan Granja" userId="d0a12471-25a3-466a-a647-7cb796ed786c" providerId="ADAL" clId="{5B044D06-029C-496D-87B8-A9142683B341}" dt="2020-08-02T01:58:46.403" v="1058" actId="20577"/>
          <ac:spMkLst>
            <pc:docMk/>
            <pc:sldMk cId="2685936931" sldId="279"/>
            <ac:spMk id="3" creationId="{00000000-0000-0000-0000-000000000000}"/>
          </ac:spMkLst>
        </pc:spChg>
        <pc:picChg chg="add mod">
          <ac:chgData name="Ivan Granja" userId="d0a12471-25a3-466a-a647-7cb796ed786c" providerId="ADAL" clId="{5B044D06-029C-496D-87B8-A9142683B341}" dt="2020-08-02T01:54:12.668" v="760" actId="1035"/>
          <ac:picMkLst>
            <pc:docMk/>
            <pc:sldMk cId="2685936931" sldId="279"/>
            <ac:picMk id="5" creationId="{0E4DC3E0-FC27-4591-BA79-A4E09A4E9557}"/>
          </ac:picMkLst>
        </pc:picChg>
      </pc:sldChg>
      <pc:sldChg chg="add">
        <pc:chgData name="Ivan Granja" userId="d0a12471-25a3-466a-a647-7cb796ed786c" providerId="ADAL" clId="{5B044D06-029C-496D-87B8-A9142683B341}" dt="2020-08-02T01:36:15.931" v="324"/>
        <pc:sldMkLst>
          <pc:docMk/>
          <pc:sldMk cId="2873310479" sldId="288"/>
        </pc:sldMkLst>
      </pc:sldChg>
      <pc:sldChg chg="modSp add mod">
        <pc:chgData name="Ivan Granja" userId="d0a12471-25a3-466a-a647-7cb796ed786c" providerId="ADAL" clId="{5B044D06-029C-496D-87B8-A9142683B341}" dt="2020-08-02T02:15:07.844" v="1499" actId="20577"/>
        <pc:sldMkLst>
          <pc:docMk/>
          <pc:sldMk cId="0" sldId="289"/>
        </pc:sldMkLst>
        <pc:spChg chg="mod">
          <ac:chgData name="Ivan Granja" userId="d0a12471-25a3-466a-a647-7cb796ed786c" providerId="ADAL" clId="{5B044D06-029C-496D-87B8-A9142683B341}" dt="2020-08-02T01:41:48.366" v="455" actId="20577"/>
          <ac:spMkLst>
            <pc:docMk/>
            <pc:sldMk cId="0" sldId="289"/>
            <ac:spMk id="132098" creationId="{4CA77B1B-9BB8-4EC2-9EDA-F5B9F36FA74D}"/>
          </ac:spMkLst>
        </pc:spChg>
        <pc:spChg chg="mod">
          <ac:chgData name="Ivan Granja" userId="d0a12471-25a3-466a-a647-7cb796ed786c" providerId="ADAL" clId="{5B044D06-029C-496D-87B8-A9142683B341}" dt="2020-08-02T02:15:07.844" v="1499" actId="20577"/>
          <ac:spMkLst>
            <pc:docMk/>
            <pc:sldMk cId="0" sldId="289"/>
            <ac:spMk id="132099" creationId="{F61D5B3A-968D-4DF4-9FE8-632722055F25}"/>
          </ac:spMkLst>
        </pc:spChg>
      </pc:sldChg>
      <pc:sldChg chg="modSp add mod">
        <pc:chgData name="Ivan Granja" userId="d0a12471-25a3-466a-a647-7cb796ed786c" providerId="ADAL" clId="{5B044D06-029C-496D-87B8-A9142683B341}" dt="2020-08-02T02:08:54.249" v="1395" actId="1036"/>
        <pc:sldMkLst>
          <pc:docMk/>
          <pc:sldMk cId="0" sldId="290"/>
        </pc:sldMkLst>
        <pc:spChg chg="mod">
          <ac:chgData name="Ivan Granja" userId="d0a12471-25a3-466a-a647-7cb796ed786c" providerId="ADAL" clId="{5B044D06-029C-496D-87B8-A9142683B341}" dt="2020-08-02T02:01:10.348" v="1122" actId="20577"/>
          <ac:spMkLst>
            <pc:docMk/>
            <pc:sldMk cId="0" sldId="290"/>
            <ac:spMk id="108546" creationId="{C6AD5A48-C3D3-44D7-B305-DD7C0BEA5687}"/>
          </ac:spMkLst>
        </pc:spChg>
        <pc:spChg chg="mod">
          <ac:chgData name="Ivan Granja" userId="d0a12471-25a3-466a-a647-7cb796ed786c" providerId="ADAL" clId="{5B044D06-029C-496D-87B8-A9142683B341}" dt="2020-08-02T02:08:43.039" v="1382" actId="114"/>
          <ac:spMkLst>
            <pc:docMk/>
            <pc:sldMk cId="0" sldId="290"/>
            <ac:spMk id="108547" creationId="{C6D14FED-F918-4017-9228-76F6B4419AF3}"/>
          </ac:spMkLst>
        </pc:spChg>
        <pc:spChg chg="mod">
          <ac:chgData name="Ivan Granja" userId="d0a12471-25a3-466a-a647-7cb796ed786c" providerId="ADAL" clId="{5B044D06-029C-496D-87B8-A9142683B341}" dt="2020-08-02T02:08:54.249" v="1395" actId="1036"/>
          <ac:spMkLst>
            <pc:docMk/>
            <pc:sldMk cId="0" sldId="290"/>
            <ac:spMk id="108548" creationId="{841A01A6-CD13-4293-8E98-20D33B91E9AA}"/>
          </ac:spMkLst>
        </pc:spChg>
      </pc:sldChg>
      <pc:sldChg chg="addSp delSp modSp add mod">
        <pc:chgData name="Ivan Granja" userId="d0a12471-25a3-466a-a647-7cb796ed786c" providerId="ADAL" clId="{5B044D06-029C-496D-87B8-A9142683B341}" dt="2020-08-02T02:11:12.266" v="1490" actId="20577"/>
        <pc:sldMkLst>
          <pc:docMk/>
          <pc:sldMk cId="0" sldId="291"/>
        </pc:sldMkLst>
        <pc:spChg chg="add del mod">
          <ac:chgData name="Ivan Granja" userId="d0a12471-25a3-466a-a647-7cb796ed786c" providerId="ADAL" clId="{5B044D06-029C-496D-87B8-A9142683B341}" dt="2020-08-02T02:01:38.879" v="1125" actId="478"/>
          <ac:spMkLst>
            <pc:docMk/>
            <pc:sldMk cId="0" sldId="291"/>
            <ac:spMk id="2" creationId="{1038B375-00B8-41D9-BA4E-340A5573F37C}"/>
          </ac:spMkLst>
        </pc:spChg>
        <pc:spChg chg="add mod">
          <ac:chgData name="Ivan Granja" userId="d0a12471-25a3-466a-a647-7cb796ed786c" providerId="ADAL" clId="{5B044D06-029C-496D-87B8-A9142683B341}" dt="2020-08-02T02:03:40.630" v="1228" actId="113"/>
          <ac:spMkLst>
            <pc:docMk/>
            <pc:sldMk cId="0" sldId="291"/>
            <ac:spMk id="3" creationId="{DCE33A2F-64B5-4271-95C6-5934308D56E7}"/>
          </ac:spMkLst>
        </pc:spChg>
        <pc:spChg chg="add mod">
          <ac:chgData name="Ivan Granja" userId="d0a12471-25a3-466a-a647-7cb796ed786c" providerId="ADAL" clId="{5B044D06-029C-496D-87B8-A9142683B341}" dt="2020-08-02T02:04:09.697" v="1248" actId="20577"/>
          <ac:spMkLst>
            <pc:docMk/>
            <pc:sldMk cId="0" sldId="291"/>
            <ac:spMk id="15" creationId="{81865975-2B20-42A0-A534-EF37782692F6}"/>
          </ac:spMkLst>
        </pc:spChg>
        <pc:spChg chg="add mod">
          <ac:chgData name="Ivan Granja" userId="d0a12471-25a3-466a-a647-7cb796ed786c" providerId="ADAL" clId="{5B044D06-029C-496D-87B8-A9142683B341}" dt="2020-08-02T02:05:46.312" v="1304" actId="14100"/>
          <ac:spMkLst>
            <pc:docMk/>
            <pc:sldMk cId="0" sldId="291"/>
            <ac:spMk id="16" creationId="{24D0809A-6443-4A1E-883C-000543F35AFB}"/>
          </ac:spMkLst>
        </pc:spChg>
        <pc:spChg chg="add mod">
          <ac:chgData name="Ivan Granja" userId="d0a12471-25a3-466a-a647-7cb796ed786c" providerId="ADAL" clId="{5B044D06-029C-496D-87B8-A9142683B341}" dt="2020-08-02T02:11:12.266" v="1490" actId="20577"/>
          <ac:spMkLst>
            <pc:docMk/>
            <pc:sldMk cId="0" sldId="291"/>
            <ac:spMk id="19" creationId="{53901301-B9BA-4573-B6C3-D85B2E140F40}"/>
          </ac:spMkLst>
        </pc:spChg>
        <pc:spChg chg="mod">
          <ac:chgData name="Ivan Granja" userId="d0a12471-25a3-466a-a647-7cb796ed786c" providerId="ADAL" clId="{5B044D06-029C-496D-87B8-A9142683B341}" dt="2020-08-02T02:05:21.839" v="1300" actId="14100"/>
          <ac:spMkLst>
            <pc:docMk/>
            <pc:sldMk cId="0" sldId="291"/>
            <ac:spMk id="109572" creationId="{8F43C3F2-BD85-4318-AD08-7BEB226BB4D8}"/>
          </ac:spMkLst>
        </pc:spChg>
        <pc:spChg chg="mod">
          <ac:chgData name="Ivan Granja" userId="d0a12471-25a3-466a-a647-7cb796ed786c" providerId="ADAL" clId="{5B044D06-029C-496D-87B8-A9142683B341}" dt="2020-08-02T02:02:19.902" v="1173" actId="1037"/>
          <ac:spMkLst>
            <pc:docMk/>
            <pc:sldMk cId="0" sldId="291"/>
            <ac:spMk id="109575" creationId="{FBC97350-2DAF-445C-A76E-2040C828EA00}"/>
          </ac:spMkLst>
        </pc:spChg>
        <pc:spChg chg="mod">
          <ac:chgData name="Ivan Granja" userId="d0a12471-25a3-466a-a647-7cb796ed786c" providerId="ADAL" clId="{5B044D06-029C-496D-87B8-A9142683B341}" dt="2020-08-02T02:04:25.078" v="1273" actId="1038"/>
          <ac:spMkLst>
            <pc:docMk/>
            <pc:sldMk cId="0" sldId="291"/>
            <ac:spMk id="109576" creationId="{BDECCB1C-7DD0-4EDC-93A3-240672FAB7C2}"/>
          </ac:spMkLst>
        </pc:spChg>
        <pc:spChg chg="mod">
          <ac:chgData name="Ivan Granja" userId="d0a12471-25a3-466a-a647-7cb796ed786c" providerId="ADAL" clId="{5B044D06-029C-496D-87B8-A9142683B341}" dt="2020-08-02T02:04:25.078" v="1273" actId="1038"/>
          <ac:spMkLst>
            <pc:docMk/>
            <pc:sldMk cId="0" sldId="291"/>
            <ac:spMk id="109579" creationId="{0457ADF7-96BC-452D-93F6-6E85D64CCEDE}"/>
          </ac:spMkLst>
        </pc:spChg>
        <pc:spChg chg="mod">
          <ac:chgData name="Ivan Granja" userId="d0a12471-25a3-466a-a647-7cb796ed786c" providerId="ADAL" clId="{5B044D06-029C-496D-87B8-A9142683B341}" dt="2020-08-02T02:04:33.404" v="1297" actId="1038"/>
          <ac:spMkLst>
            <pc:docMk/>
            <pc:sldMk cId="0" sldId="291"/>
            <ac:spMk id="109580" creationId="{56A40390-5032-4E4C-B1FD-FD4E3CB4F0A7}"/>
          </ac:spMkLst>
        </pc:spChg>
        <pc:spChg chg="mod">
          <ac:chgData name="Ivan Granja" userId="d0a12471-25a3-466a-a647-7cb796ed786c" providerId="ADAL" clId="{5B044D06-029C-496D-87B8-A9142683B341}" dt="2020-08-02T02:10:40.773" v="1478" actId="113"/>
          <ac:spMkLst>
            <pc:docMk/>
            <pc:sldMk cId="0" sldId="291"/>
            <ac:spMk id="109582" creationId="{8132C426-3975-43B7-B995-E93745174E07}"/>
          </ac:spMkLst>
        </pc:spChg>
        <pc:spChg chg="mod">
          <ac:chgData name="Ivan Granja" userId="d0a12471-25a3-466a-a647-7cb796ed786c" providerId="ADAL" clId="{5B044D06-029C-496D-87B8-A9142683B341}" dt="2020-08-02T02:02:52.457" v="1197" actId="1076"/>
          <ac:spMkLst>
            <pc:docMk/>
            <pc:sldMk cId="0" sldId="291"/>
            <ac:spMk id="109583" creationId="{6C22BB03-C168-4DD1-96B0-760128D1E6CB}"/>
          </ac:spMkLst>
        </pc:spChg>
        <pc:graphicFrameChg chg="mod">
          <ac:chgData name="Ivan Granja" userId="d0a12471-25a3-466a-a647-7cb796ed786c" providerId="ADAL" clId="{5B044D06-029C-496D-87B8-A9142683B341}" dt="2020-08-02T02:04:25.078" v="1273" actId="1038"/>
          <ac:graphicFrameMkLst>
            <pc:docMk/>
            <pc:sldMk cId="0" sldId="291"/>
            <ac:graphicFrameMk id="109574" creationId="{F709891E-C366-406F-AE6E-056044E905AF}"/>
          </ac:graphicFrameMkLst>
        </pc:graphicFrameChg>
        <pc:graphicFrameChg chg="mod">
          <ac:chgData name="Ivan Granja" userId="d0a12471-25a3-466a-a647-7cb796ed786c" providerId="ADAL" clId="{5B044D06-029C-496D-87B8-A9142683B341}" dt="2020-08-02T02:04:25.078" v="1273" actId="1038"/>
          <ac:graphicFrameMkLst>
            <pc:docMk/>
            <pc:sldMk cId="0" sldId="291"/>
            <ac:graphicFrameMk id="109577" creationId="{100EA46A-CD6E-4F20-B9FF-1E3C93690689}"/>
          </ac:graphicFrameMkLst>
        </pc:graphicFrameChg>
        <pc:graphicFrameChg chg="mod">
          <ac:chgData name="Ivan Granja" userId="d0a12471-25a3-466a-a647-7cb796ed786c" providerId="ADAL" clId="{5B044D06-029C-496D-87B8-A9142683B341}" dt="2020-08-02T02:04:25.078" v="1273" actId="1038"/>
          <ac:graphicFrameMkLst>
            <pc:docMk/>
            <pc:sldMk cId="0" sldId="291"/>
            <ac:graphicFrameMk id="109578" creationId="{6C84A234-3BE0-4688-AF46-22425ED38278}"/>
          </ac:graphicFrameMkLst>
        </pc:graphicFrameChg>
        <pc:graphicFrameChg chg="mod">
          <ac:chgData name="Ivan Granja" userId="d0a12471-25a3-466a-a647-7cb796ed786c" providerId="ADAL" clId="{5B044D06-029C-496D-87B8-A9142683B341}" dt="2020-08-02T02:04:25.078" v="1273" actId="1038"/>
          <ac:graphicFrameMkLst>
            <pc:docMk/>
            <pc:sldMk cId="0" sldId="291"/>
            <ac:graphicFrameMk id="109581" creationId="{A8735379-1EC9-4EF2-9E8E-921B9FDD499C}"/>
          </ac:graphicFrameMkLst>
        </pc:graphicFrameChg>
        <pc:picChg chg="add mod">
          <ac:chgData name="Ivan Granja" userId="d0a12471-25a3-466a-a647-7cb796ed786c" providerId="ADAL" clId="{5B044D06-029C-496D-87B8-A9142683B341}" dt="2020-08-02T02:07:10.499" v="1312" actId="14100"/>
          <ac:picMkLst>
            <pc:docMk/>
            <pc:sldMk cId="0" sldId="291"/>
            <ac:picMk id="5" creationId="{2927B5A0-AB3A-409E-A79C-6251E99A0C35}"/>
          </ac:picMkLst>
        </pc:picChg>
      </pc:sldChg>
    </pc:docChg>
  </pc:docChgLst>
  <pc:docChgLst>
    <pc:chgData name="Ivan Granja" userId="d0a12471-25a3-466a-a647-7cb796ed786c" providerId="ADAL" clId="{5610FB00-8329-4067-B3EF-4059EB9B7E01}"/>
    <pc:docChg chg="custSel modSld">
      <pc:chgData name="Ivan Granja" userId="d0a12471-25a3-466a-a647-7cb796ed786c" providerId="ADAL" clId="{5610FB00-8329-4067-B3EF-4059EB9B7E01}" dt="2021-08-03T10:30:48.736" v="89" actId="122"/>
      <pc:docMkLst>
        <pc:docMk/>
      </pc:docMkLst>
      <pc:sldChg chg="modSp mod">
        <pc:chgData name="Ivan Granja" userId="d0a12471-25a3-466a-a647-7cb796ed786c" providerId="ADAL" clId="{5610FB00-8329-4067-B3EF-4059EB9B7E01}" dt="2021-08-03T10:30:27.038" v="88" actId="20577"/>
        <pc:sldMkLst>
          <pc:docMk/>
          <pc:sldMk cId="2873310479" sldId="288"/>
        </pc:sldMkLst>
        <pc:spChg chg="mod">
          <ac:chgData name="Ivan Granja" userId="d0a12471-25a3-466a-a647-7cb796ed786c" providerId="ADAL" clId="{5610FB00-8329-4067-B3EF-4059EB9B7E01}" dt="2021-08-03T10:30:27.038" v="88" actId="20577"/>
          <ac:spMkLst>
            <pc:docMk/>
            <pc:sldMk cId="2873310479" sldId="288"/>
            <ac:spMk id="3" creationId="{00000000-0000-0000-0000-000000000000}"/>
          </ac:spMkLst>
        </pc:spChg>
      </pc:sldChg>
      <pc:sldChg chg="modSp mod">
        <pc:chgData name="Ivan Granja" userId="d0a12471-25a3-466a-a647-7cb796ed786c" providerId="ADAL" clId="{5610FB00-8329-4067-B3EF-4059EB9B7E01}" dt="2021-08-03T10:30:48.736" v="89" actId="122"/>
        <pc:sldMkLst>
          <pc:docMk/>
          <pc:sldMk cId="0" sldId="289"/>
        </pc:sldMkLst>
        <pc:spChg chg="mod">
          <ac:chgData name="Ivan Granja" userId="d0a12471-25a3-466a-a647-7cb796ed786c" providerId="ADAL" clId="{5610FB00-8329-4067-B3EF-4059EB9B7E01}" dt="2021-08-03T10:30:48.736" v="89" actId="122"/>
          <ac:spMkLst>
            <pc:docMk/>
            <pc:sldMk cId="0" sldId="289"/>
            <ac:spMk id="132098" creationId="{4CA77B1B-9BB8-4EC2-9EDA-F5B9F36FA74D}"/>
          </ac:spMkLst>
        </pc:spChg>
      </pc:sldChg>
    </pc:docChg>
  </pc:docChgLst>
  <pc:docChgLst>
    <pc:chgData name="Ivan Granja" userId="d0a12471-25a3-466a-a647-7cb796ed786c" providerId="ADAL" clId="{EC99B1EF-9A40-4196-A075-AC40C06EE471}"/>
    <pc:docChg chg="undo custSel addSld delSld modSld">
      <pc:chgData name="Ivan Granja" userId="d0a12471-25a3-466a-a647-7cb796ed786c" providerId="ADAL" clId="{EC99B1EF-9A40-4196-A075-AC40C06EE471}" dt="2021-08-12T22:08:08.918" v="1083" actId="20577"/>
      <pc:docMkLst>
        <pc:docMk/>
      </pc:docMkLst>
      <pc:sldChg chg="modSp mod">
        <pc:chgData name="Ivan Granja" userId="d0a12471-25a3-466a-a647-7cb796ed786c" providerId="ADAL" clId="{EC99B1EF-9A40-4196-A075-AC40C06EE471}" dt="2021-08-12T11:50:01.867" v="1073" actId="20577"/>
        <pc:sldMkLst>
          <pc:docMk/>
          <pc:sldMk cId="2438119696" sldId="342"/>
        </pc:sldMkLst>
        <pc:spChg chg="mod">
          <ac:chgData name="Ivan Granja" userId="d0a12471-25a3-466a-a647-7cb796ed786c" providerId="ADAL" clId="{EC99B1EF-9A40-4196-A075-AC40C06EE471}" dt="2021-08-12T11:50:01.867" v="1073" actId="20577"/>
          <ac:spMkLst>
            <pc:docMk/>
            <pc:sldMk cId="2438119696" sldId="342"/>
            <ac:spMk id="3" creationId="{D3AFA238-D495-430C-843D-00EE3727ADA2}"/>
          </ac:spMkLst>
        </pc:spChg>
      </pc:sldChg>
      <pc:sldChg chg="modSp mod">
        <pc:chgData name="Ivan Granja" userId="d0a12471-25a3-466a-a647-7cb796ed786c" providerId="ADAL" clId="{EC99B1EF-9A40-4196-A075-AC40C06EE471}" dt="2021-08-12T11:38:51.895" v="1071" actId="20577"/>
        <pc:sldMkLst>
          <pc:docMk/>
          <pc:sldMk cId="886231306" sldId="343"/>
        </pc:sldMkLst>
        <pc:spChg chg="mod">
          <ac:chgData name="Ivan Granja" userId="d0a12471-25a3-466a-a647-7cb796ed786c" providerId="ADAL" clId="{EC99B1EF-9A40-4196-A075-AC40C06EE471}" dt="2021-08-12T11:38:51.895" v="1071" actId="20577"/>
          <ac:spMkLst>
            <pc:docMk/>
            <pc:sldMk cId="886231306" sldId="343"/>
            <ac:spMk id="3" creationId="{D6BAC3C5-6838-4098-A167-9324A826A3B7}"/>
          </ac:spMkLst>
        </pc:spChg>
      </pc:sldChg>
      <pc:sldChg chg="modSp mod">
        <pc:chgData name="Ivan Granja" userId="d0a12471-25a3-466a-a647-7cb796ed786c" providerId="ADAL" clId="{EC99B1EF-9A40-4196-A075-AC40C06EE471}" dt="2021-08-12T11:55:03.475" v="1082" actId="20577"/>
        <pc:sldMkLst>
          <pc:docMk/>
          <pc:sldMk cId="2421033290" sldId="344"/>
        </pc:sldMkLst>
        <pc:spChg chg="mod">
          <ac:chgData name="Ivan Granja" userId="d0a12471-25a3-466a-a647-7cb796ed786c" providerId="ADAL" clId="{EC99B1EF-9A40-4196-A075-AC40C06EE471}" dt="2021-08-12T11:55:03.475" v="1082" actId="20577"/>
          <ac:spMkLst>
            <pc:docMk/>
            <pc:sldMk cId="2421033290" sldId="344"/>
            <ac:spMk id="3" creationId="{E1A20C5E-6AA4-45EC-896D-10CD4E63E40B}"/>
          </ac:spMkLst>
        </pc:spChg>
      </pc:sldChg>
      <pc:sldChg chg="modSp mod">
        <pc:chgData name="Ivan Granja" userId="d0a12471-25a3-466a-a647-7cb796ed786c" providerId="ADAL" clId="{EC99B1EF-9A40-4196-A075-AC40C06EE471}" dt="2021-08-12T11:16:19.354" v="1068" actId="20577"/>
        <pc:sldMkLst>
          <pc:docMk/>
          <pc:sldMk cId="1758867312" sldId="345"/>
        </pc:sldMkLst>
        <pc:spChg chg="mod">
          <ac:chgData name="Ivan Granja" userId="d0a12471-25a3-466a-a647-7cb796ed786c" providerId="ADAL" clId="{EC99B1EF-9A40-4196-A075-AC40C06EE471}" dt="2021-08-12T11:16:19.354" v="1068" actId="20577"/>
          <ac:spMkLst>
            <pc:docMk/>
            <pc:sldMk cId="1758867312" sldId="345"/>
            <ac:spMk id="3" creationId="{38C0B961-7BC8-487C-92A4-730F0F309565}"/>
          </ac:spMkLst>
        </pc:spChg>
      </pc:sldChg>
      <pc:sldChg chg="modSp mod">
        <pc:chgData name="Ivan Granja" userId="d0a12471-25a3-466a-a647-7cb796ed786c" providerId="ADAL" clId="{EC99B1EF-9A40-4196-A075-AC40C06EE471}" dt="2021-08-12T22:08:08.918" v="1083" actId="20577"/>
        <pc:sldMkLst>
          <pc:docMk/>
          <pc:sldMk cId="53232798" sldId="346"/>
        </pc:sldMkLst>
        <pc:spChg chg="mod">
          <ac:chgData name="Ivan Granja" userId="d0a12471-25a3-466a-a647-7cb796ed786c" providerId="ADAL" clId="{EC99B1EF-9A40-4196-A075-AC40C06EE471}" dt="2021-08-12T22:08:08.918" v="1083" actId="20577"/>
          <ac:spMkLst>
            <pc:docMk/>
            <pc:sldMk cId="53232798" sldId="346"/>
            <ac:spMk id="2" creationId="{C015E019-258D-4C53-AB9C-9B507C07FD9B}"/>
          </ac:spMkLst>
        </pc:spChg>
        <pc:spChg chg="mod">
          <ac:chgData name="Ivan Granja" userId="d0a12471-25a3-466a-a647-7cb796ed786c" providerId="ADAL" clId="{EC99B1EF-9A40-4196-A075-AC40C06EE471}" dt="2021-08-12T11:03:09.497" v="903" actId="20577"/>
          <ac:spMkLst>
            <pc:docMk/>
            <pc:sldMk cId="53232798" sldId="346"/>
            <ac:spMk id="3" creationId="{11E4D0A3-50AC-4EF7-9101-4D9C7D6F2639}"/>
          </ac:spMkLst>
        </pc:spChg>
      </pc:sldChg>
      <pc:sldChg chg="new del">
        <pc:chgData name="Ivan Granja" userId="d0a12471-25a3-466a-a647-7cb796ed786c" providerId="ADAL" clId="{EC99B1EF-9A40-4196-A075-AC40C06EE471}" dt="2021-08-12T11:04:46.811" v="1065" actId="47"/>
        <pc:sldMkLst>
          <pc:docMk/>
          <pc:sldMk cId="2647709395" sldId="347"/>
        </pc:sldMkLst>
      </pc:sldChg>
      <pc:sldChg chg="modSp add mod">
        <pc:chgData name="Ivan Granja" userId="d0a12471-25a3-466a-a647-7cb796ed786c" providerId="ADAL" clId="{EC99B1EF-9A40-4196-A075-AC40C06EE471}" dt="2021-08-12T11:04:49.260" v="1066" actId="313"/>
        <pc:sldMkLst>
          <pc:docMk/>
          <pc:sldMk cId="1916755633" sldId="348"/>
        </pc:sldMkLst>
        <pc:spChg chg="mod">
          <ac:chgData name="Ivan Granja" userId="d0a12471-25a3-466a-a647-7cb796ed786c" providerId="ADAL" clId="{EC99B1EF-9A40-4196-A075-AC40C06EE471}" dt="2021-08-12T10:52:31.474" v="277" actId="20577"/>
          <ac:spMkLst>
            <pc:docMk/>
            <pc:sldMk cId="1916755633" sldId="348"/>
            <ac:spMk id="2" creationId="{330CCA9C-7CAB-418D-9B36-86787090A1FB}"/>
          </ac:spMkLst>
        </pc:spChg>
        <pc:spChg chg="mod">
          <ac:chgData name="Ivan Granja" userId="d0a12471-25a3-466a-a647-7cb796ed786c" providerId="ADAL" clId="{EC99B1EF-9A40-4196-A075-AC40C06EE471}" dt="2021-08-12T11:04:49.260" v="1066" actId="313"/>
          <ac:spMkLst>
            <pc:docMk/>
            <pc:sldMk cId="1916755633" sldId="348"/>
            <ac:spMk id="3" creationId="{E1A20C5E-6AA4-45EC-896D-10CD4E63E40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024165-7913-46B6-88B3-C29DC7E914B1}" type="datetimeFigureOut">
              <a:rPr lang="pt-BR" smtClean="0"/>
              <a:t>04/09/2024</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28AB8B-10FA-43D4-AC9A-953A332D9C19}" type="slidenum">
              <a:rPr lang="pt-BR" smtClean="0"/>
              <a:t>‹nº›</a:t>
            </a:fld>
            <a:endParaRPr lang="pt-BR"/>
          </a:p>
        </p:txBody>
      </p:sp>
    </p:spTree>
    <p:extLst>
      <p:ext uri="{BB962C8B-B14F-4D97-AF65-F5344CB8AC3E}">
        <p14:creationId xmlns:p14="http://schemas.microsoft.com/office/powerpoint/2010/main" val="2544425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8528AB8B-10FA-43D4-AC9A-953A332D9C19}" type="slidenum">
              <a:rPr lang="pt-BR" smtClean="0"/>
              <a:t>10</a:t>
            </a:fld>
            <a:endParaRPr lang="pt-BR"/>
          </a:p>
        </p:txBody>
      </p:sp>
    </p:spTree>
    <p:extLst>
      <p:ext uri="{BB962C8B-B14F-4D97-AF65-F5344CB8AC3E}">
        <p14:creationId xmlns:p14="http://schemas.microsoft.com/office/powerpoint/2010/main" val="25257041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D65D0F26-CB29-44E3-AD3E-26B118C78EB2}" type="datetimeFigureOut">
              <a:rPr lang="pt-BR" smtClean="0"/>
              <a:t>04/09/2024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2353400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65D0F26-CB29-44E3-AD3E-26B118C78EB2}" type="datetimeFigureOut">
              <a:rPr lang="pt-BR" smtClean="0"/>
              <a:t>04/09/2024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4000592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D65D0F26-CB29-44E3-AD3E-26B118C78EB2}" type="datetimeFigureOut">
              <a:rPr lang="pt-BR" smtClean="0"/>
              <a:t>04/09/2024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1577711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838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6172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D65D0F26-CB29-44E3-AD3E-26B118C78EB2}" type="datetimeFigureOut">
              <a:rPr lang="pt-BR" smtClean="0"/>
              <a:t>04/09/2024</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903124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D65D0F26-CB29-44E3-AD3E-26B118C78EB2}" type="datetimeFigureOut">
              <a:rPr lang="pt-BR" smtClean="0"/>
              <a:t>04/09/2024</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3366333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D65D0F26-CB29-44E3-AD3E-26B118C78EB2}" type="datetimeFigureOut">
              <a:rPr lang="pt-BR" smtClean="0"/>
              <a:t>04/09/2024</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1894979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D65D0F26-CB29-44E3-AD3E-26B118C78EB2}" type="datetimeFigureOut">
              <a:rPr lang="pt-BR" smtClean="0"/>
              <a:t>04/09/2024</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3623615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D65D0F26-CB29-44E3-AD3E-26B118C78EB2}" type="datetimeFigureOut">
              <a:rPr lang="pt-BR" smtClean="0"/>
              <a:t>04/09/2024</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207916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D65D0F26-CB29-44E3-AD3E-26B118C78EB2}" type="datetimeFigureOut">
              <a:rPr lang="pt-BR" smtClean="0"/>
              <a:t>04/09/2024</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1875333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65D0F26-CB29-44E3-AD3E-26B118C78EB2}" type="datetimeFigureOut">
              <a:rPr lang="pt-BR" smtClean="0"/>
              <a:t>04/09/2024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17211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65D0F26-CB29-44E3-AD3E-26B118C78EB2}" type="datetimeFigureOut">
              <a:rPr lang="pt-BR" smtClean="0"/>
              <a:t>04/09/2024</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924E839-B3C1-4912-994F-FB8220718629}" type="slidenum">
              <a:rPr lang="pt-BR" smtClean="0"/>
              <a:t>‹nº›</a:t>
            </a:fld>
            <a:endParaRPr lang="pt-BR"/>
          </a:p>
        </p:txBody>
      </p:sp>
    </p:spTree>
    <p:extLst>
      <p:ext uri="{BB962C8B-B14F-4D97-AF65-F5344CB8AC3E}">
        <p14:creationId xmlns:p14="http://schemas.microsoft.com/office/powerpoint/2010/main" val="3687604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5D0F26-CB29-44E3-AD3E-26B118C78EB2}" type="datetimeFigureOut">
              <a:rPr lang="pt-BR" smtClean="0"/>
              <a:t>04/09/2024</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24E839-B3C1-4912-994F-FB8220718629}" type="slidenum">
              <a:rPr lang="pt-BR" smtClean="0"/>
              <a:t>‹nº›</a:t>
            </a:fld>
            <a:endParaRPr lang="pt-BR"/>
          </a:p>
        </p:txBody>
      </p:sp>
    </p:spTree>
    <p:extLst>
      <p:ext uri="{BB962C8B-B14F-4D97-AF65-F5344CB8AC3E}">
        <p14:creationId xmlns:p14="http://schemas.microsoft.com/office/powerpoint/2010/main" val="10812901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dirty="0"/>
              <a:t>Modelagem de Sistemas</a:t>
            </a:r>
            <a:br>
              <a:rPr lang="pt-BR" dirty="0"/>
            </a:br>
            <a:r>
              <a:rPr lang="pt-BR" dirty="0"/>
              <a:t>Introdução</a:t>
            </a:r>
          </a:p>
        </p:txBody>
      </p:sp>
      <p:sp>
        <p:nvSpPr>
          <p:cNvPr id="3" name="Subtítulo 2"/>
          <p:cNvSpPr>
            <a:spLocks noGrp="1"/>
          </p:cNvSpPr>
          <p:nvPr>
            <p:ph type="subTitle" idx="1"/>
          </p:nvPr>
        </p:nvSpPr>
        <p:spPr>
          <a:xfrm>
            <a:off x="1524000" y="4379964"/>
            <a:ext cx="9144000" cy="1655762"/>
          </a:xfrm>
        </p:spPr>
        <p:txBody>
          <a:bodyPr>
            <a:normAutofit/>
          </a:bodyPr>
          <a:lstStyle/>
          <a:p>
            <a:r>
              <a:rPr lang="pt-BR" sz="3200" dirty="0"/>
              <a:t>Prof. Ivan Granja</a:t>
            </a:r>
          </a:p>
          <a:p>
            <a:r>
              <a:rPr lang="pt-BR" sz="3200" dirty="0"/>
              <a:t>PUC-Campinas</a:t>
            </a:r>
          </a:p>
          <a:p>
            <a:endParaRPr lang="pt-BR" sz="3200" dirty="0"/>
          </a:p>
        </p:txBody>
      </p:sp>
    </p:spTree>
    <p:extLst>
      <p:ext uri="{BB962C8B-B14F-4D97-AF65-F5344CB8AC3E}">
        <p14:creationId xmlns:p14="http://schemas.microsoft.com/office/powerpoint/2010/main" val="1201363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4F0022-2298-4516-8CFE-000A7C027548}"/>
              </a:ext>
            </a:extLst>
          </p:cNvPr>
          <p:cNvSpPr>
            <a:spLocks noGrp="1"/>
          </p:cNvSpPr>
          <p:nvPr>
            <p:ph type="title"/>
          </p:nvPr>
        </p:nvSpPr>
        <p:spPr/>
        <p:txBody>
          <a:bodyPr/>
          <a:lstStyle/>
          <a:p>
            <a:r>
              <a:rPr lang="pt-BR" dirty="0"/>
              <a:t>MBSE – Model-</a:t>
            </a:r>
            <a:r>
              <a:rPr lang="pt-BR" dirty="0" err="1"/>
              <a:t>Based</a:t>
            </a:r>
            <a:r>
              <a:rPr lang="pt-BR" dirty="0"/>
              <a:t> System </a:t>
            </a:r>
            <a:r>
              <a:rPr lang="pt-BR" dirty="0" err="1"/>
              <a:t>Enginnering</a:t>
            </a:r>
            <a:endParaRPr lang="pt-BR" dirty="0"/>
          </a:p>
        </p:txBody>
      </p:sp>
      <p:sp>
        <p:nvSpPr>
          <p:cNvPr id="3" name="Espaço Reservado para Conteúdo 2">
            <a:extLst>
              <a:ext uri="{FF2B5EF4-FFF2-40B4-BE49-F238E27FC236}">
                <a16:creationId xmlns:a16="http://schemas.microsoft.com/office/drawing/2014/main" id="{38C0B961-7BC8-487C-92A4-730F0F309565}"/>
              </a:ext>
            </a:extLst>
          </p:cNvPr>
          <p:cNvSpPr>
            <a:spLocks noGrp="1"/>
          </p:cNvSpPr>
          <p:nvPr>
            <p:ph idx="1"/>
          </p:nvPr>
        </p:nvSpPr>
        <p:spPr/>
        <p:txBody>
          <a:bodyPr/>
          <a:lstStyle/>
          <a:p>
            <a:r>
              <a:rPr lang="pt-BR" dirty="0"/>
              <a:t>INCOSE (</a:t>
            </a:r>
            <a:r>
              <a:rPr lang="pt-BR" dirty="0" err="1"/>
              <a:t>International</a:t>
            </a:r>
            <a:r>
              <a:rPr lang="pt-BR" dirty="0"/>
              <a:t> </a:t>
            </a:r>
            <a:r>
              <a:rPr lang="pt-BR" dirty="0" err="1"/>
              <a:t>Council</a:t>
            </a:r>
            <a:r>
              <a:rPr lang="pt-BR" dirty="0"/>
              <a:t> </a:t>
            </a:r>
            <a:r>
              <a:rPr lang="pt-BR" dirty="0" err="1"/>
              <a:t>of</a:t>
            </a:r>
            <a:r>
              <a:rPr lang="pt-BR" dirty="0"/>
              <a:t> Systems </a:t>
            </a:r>
            <a:r>
              <a:rPr lang="pt-BR" dirty="0" err="1"/>
              <a:t>Engineering</a:t>
            </a:r>
            <a:r>
              <a:rPr lang="pt-BR" dirty="0"/>
              <a:t>) conceitua:</a:t>
            </a:r>
          </a:p>
          <a:p>
            <a:endParaRPr lang="pt-BR" dirty="0"/>
          </a:p>
          <a:p>
            <a:pPr marL="0" indent="0" algn="ctr">
              <a:buNone/>
            </a:pPr>
            <a:r>
              <a:rPr lang="pt-BR" dirty="0"/>
              <a:t>“</a:t>
            </a:r>
            <a:r>
              <a:rPr lang="pt-BR" b="1" dirty="0"/>
              <a:t>MBSE</a:t>
            </a:r>
            <a:r>
              <a:rPr lang="pt-BR" dirty="0"/>
              <a:t> é aplicação formalizada de modelagem para suportar atividades associadas a requisitos, design, análise, verificação, validação de sistemas, iniciando na fase de </a:t>
            </a:r>
            <a:r>
              <a:rPr lang="pt-BR" i="1" dirty="0"/>
              <a:t>design</a:t>
            </a:r>
            <a:r>
              <a:rPr lang="pt-BR" dirty="0"/>
              <a:t> conceitual e seguindo até o desenvolvimento e atividades/fases posteriores no ciclo de vida do produto (sistema)”</a:t>
            </a:r>
          </a:p>
          <a:p>
            <a:pPr marL="0" indent="0" algn="ctr">
              <a:buNone/>
            </a:pPr>
            <a:endParaRPr lang="pt-BR" dirty="0"/>
          </a:p>
          <a:p>
            <a:r>
              <a:rPr lang="pt-BR" dirty="0"/>
              <a:t>Sistemas neste contexto são os artificias e sociotécnicos</a:t>
            </a:r>
          </a:p>
        </p:txBody>
      </p:sp>
    </p:spTree>
    <p:extLst>
      <p:ext uri="{BB962C8B-B14F-4D97-AF65-F5344CB8AC3E}">
        <p14:creationId xmlns:p14="http://schemas.microsoft.com/office/powerpoint/2010/main" val="26368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59A946-2012-48BD-B233-273C831B6679}"/>
              </a:ext>
            </a:extLst>
          </p:cNvPr>
          <p:cNvSpPr>
            <a:spLocks noGrp="1"/>
          </p:cNvSpPr>
          <p:nvPr>
            <p:ph type="title"/>
          </p:nvPr>
        </p:nvSpPr>
        <p:spPr/>
        <p:txBody>
          <a:bodyPr/>
          <a:lstStyle/>
          <a:p>
            <a:r>
              <a:rPr lang="pt-BR" dirty="0"/>
              <a:t>Pergunta?</a:t>
            </a:r>
          </a:p>
        </p:txBody>
      </p:sp>
      <p:sp>
        <p:nvSpPr>
          <p:cNvPr id="3" name="Espaço Reservado para Conteúdo 2">
            <a:extLst>
              <a:ext uri="{FF2B5EF4-FFF2-40B4-BE49-F238E27FC236}">
                <a16:creationId xmlns:a16="http://schemas.microsoft.com/office/drawing/2014/main" id="{0E594540-3749-4D8F-803D-5F3576DEDC21}"/>
              </a:ext>
            </a:extLst>
          </p:cNvPr>
          <p:cNvSpPr>
            <a:spLocks noGrp="1"/>
          </p:cNvSpPr>
          <p:nvPr>
            <p:ph idx="1"/>
          </p:nvPr>
        </p:nvSpPr>
        <p:spPr>
          <a:xfrm>
            <a:off x="548640" y="1825624"/>
            <a:ext cx="11057206" cy="5032375"/>
          </a:xfrm>
        </p:spPr>
        <p:txBody>
          <a:bodyPr>
            <a:normAutofit/>
          </a:bodyPr>
          <a:lstStyle/>
          <a:p>
            <a:r>
              <a:rPr lang="pt-BR" dirty="0"/>
              <a:t>O que diferencia o Engenheiro modelador de sistemas que aplica e pratica a abordagem de engenharia de sistemas baseada em documentação dos ‘artesão’ (leigos?) que ‘praticam’ isso “do mesmo jeito que sempre fizemos as coisas”?</a:t>
            </a:r>
          </a:p>
          <a:p>
            <a:endParaRPr lang="pt-BR" sz="1000" dirty="0"/>
          </a:p>
          <a:p>
            <a:pPr marL="0" indent="0">
              <a:buNone/>
            </a:pPr>
            <a:r>
              <a:rPr lang="pt-BR" b="1" dirty="0"/>
              <a:t>Resposta</a:t>
            </a:r>
            <a:r>
              <a:rPr lang="pt-BR" dirty="0"/>
              <a:t>: A aplicação de atividades de engenharia adequadas ao ciclo de vida do sistema/produto que será construído. A diferença essencial está nos primeiros produtos (resultados) deste processo (em seu ciclo de vida) que incluem a </a:t>
            </a:r>
            <a:r>
              <a:rPr lang="pt-BR" b="1" dirty="0"/>
              <a:t>concepção das operações do sistema, especificações e rastreabilidade e verificação de requisitos, especificação de arquitetura de interfaces (externas e internas) e análises especializadas de cada engenharia/área de conhecimento envolvida no processo.</a:t>
            </a:r>
            <a:endParaRPr lang="pt-BR" dirty="0"/>
          </a:p>
        </p:txBody>
      </p:sp>
    </p:spTree>
    <p:extLst>
      <p:ext uri="{BB962C8B-B14F-4D97-AF65-F5344CB8AC3E}">
        <p14:creationId xmlns:p14="http://schemas.microsoft.com/office/powerpoint/2010/main" val="3398296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4F0022-2298-4516-8CFE-000A7C027548}"/>
              </a:ext>
            </a:extLst>
          </p:cNvPr>
          <p:cNvSpPr>
            <a:spLocks noGrp="1"/>
          </p:cNvSpPr>
          <p:nvPr>
            <p:ph type="title"/>
          </p:nvPr>
        </p:nvSpPr>
        <p:spPr/>
        <p:txBody>
          <a:bodyPr/>
          <a:lstStyle/>
          <a:p>
            <a:r>
              <a:rPr lang="pt-BR" dirty="0"/>
              <a:t>3 Pilares da MBSE</a:t>
            </a:r>
          </a:p>
        </p:txBody>
      </p:sp>
      <p:sp>
        <p:nvSpPr>
          <p:cNvPr id="3" name="Espaço Reservado para Conteúdo 2">
            <a:extLst>
              <a:ext uri="{FF2B5EF4-FFF2-40B4-BE49-F238E27FC236}">
                <a16:creationId xmlns:a16="http://schemas.microsoft.com/office/drawing/2014/main" id="{38C0B961-7BC8-487C-92A4-730F0F309565}"/>
              </a:ext>
            </a:extLst>
          </p:cNvPr>
          <p:cNvSpPr>
            <a:spLocks noGrp="1"/>
          </p:cNvSpPr>
          <p:nvPr>
            <p:ph idx="1"/>
          </p:nvPr>
        </p:nvSpPr>
        <p:spPr/>
        <p:txBody>
          <a:bodyPr/>
          <a:lstStyle/>
          <a:p>
            <a:r>
              <a:rPr lang="pt-BR" b="1" dirty="0"/>
              <a:t>Linguagem de Modelagem </a:t>
            </a:r>
            <a:r>
              <a:rPr lang="pt-BR" dirty="0"/>
              <a:t>– como expressamos o produto da modelagem, ou seja, o modelo.</a:t>
            </a:r>
          </a:p>
          <a:p>
            <a:endParaRPr lang="pt-BR" dirty="0"/>
          </a:p>
          <a:p>
            <a:r>
              <a:rPr lang="pt-BR" b="1" dirty="0"/>
              <a:t>Métodos de Modelagem </a:t>
            </a:r>
            <a:r>
              <a:rPr lang="pt-BR" dirty="0"/>
              <a:t>– como executamos e organizamos o processo de modelagem  (sequencias, técnicas adotadas, etc..)</a:t>
            </a:r>
          </a:p>
          <a:p>
            <a:endParaRPr lang="pt-BR" dirty="0"/>
          </a:p>
          <a:p>
            <a:r>
              <a:rPr lang="pt-BR" b="1" dirty="0"/>
              <a:t>Ferramentas de Modelagem </a:t>
            </a:r>
            <a:r>
              <a:rPr lang="pt-BR" dirty="0"/>
              <a:t>– como construímos o modelo</a:t>
            </a:r>
          </a:p>
        </p:txBody>
      </p:sp>
    </p:spTree>
    <p:extLst>
      <p:ext uri="{BB962C8B-B14F-4D97-AF65-F5344CB8AC3E}">
        <p14:creationId xmlns:p14="http://schemas.microsoft.com/office/powerpoint/2010/main" val="1758867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03B06E-B4BE-4E45-BCD8-FE7F6DE9EE59}"/>
              </a:ext>
            </a:extLst>
          </p:cNvPr>
          <p:cNvSpPr>
            <a:spLocks noGrp="1"/>
          </p:cNvSpPr>
          <p:nvPr>
            <p:ph type="title"/>
          </p:nvPr>
        </p:nvSpPr>
        <p:spPr/>
        <p:txBody>
          <a:bodyPr/>
          <a:lstStyle/>
          <a:p>
            <a:r>
              <a:rPr lang="pt-BR" dirty="0"/>
              <a:t>Qual o papel da modelagem na MBSE?</a:t>
            </a:r>
          </a:p>
        </p:txBody>
      </p:sp>
      <p:sp>
        <p:nvSpPr>
          <p:cNvPr id="3" name="Espaço Reservado para Conteúdo 2">
            <a:extLst>
              <a:ext uri="{FF2B5EF4-FFF2-40B4-BE49-F238E27FC236}">
                <a16:creationId xmlns:a16="http://schemas.microsoft.com/office/drawing/2014/main" id="{7463E89D-F9C2-46A3-B5B3-EE2EB990A5D9}"/>
              </a:ext>
            </a:extLst>
          </p:cNvPr>
          <p:cNvSpPr>
            <a:spLocks noGrp="1"/>
          </p:cNvSpPr>
          <p:nvPr>
            <p:ph idx="1"/>
          </p:nvPr>
        </p:nvSpPr>
        <p:spPr>
          <a:xfrm>
            <a:off x="838200" y="1825624"/>
            <a:ext cx="10515600" cy="4800259"/>
          </a:xfrm>
        </p:spPr>
        <p:txBody>
          <a:bodyPr>
            <a:normAutofit/>
          </a:bodyPr>
          <a:lstStyle/>
          <a:p>
            <a:r>
              <a:rPr lang="pt-BR" dirty="0"/>
              <a:t>A engenharia de sistemas, mesmo que uma atividade de alto custo, requer (sugere fortemente) a produção de todos estes produtos no esforço de engenharia de qualquer sistema não trivial.</a:t>
            </a:r>
          </a:p>
          <a:p>
            <a:endParaRPr lang="pt-BR" sz="1000" dirty="0"/>
          </a:p>
          <a:p>
            <a:r>
              <a:rPr lang="pt-BR" dirty="0"/>
              <a:t>A MBSE sistematiza as atividades de engenharia de um sistema e produz este conjunto de produtos, baseado em modelagem.</a:t>
            </a:r>
          </a:p>
          <a:p>
            <a:endParaRPr lang="pt-BR" sz="1000" dirty="0"/>
          </a:p>
          <a:p>
            <a:r>
              <a:rPr lang="pt-BR" dirty="0"/>
              <a:t>Modelos estabelecem maneiras de comunicar e integrar diferentes visões e pontos de vista dos envolvidos na engenharia de um sistema (cliente, engenheiros e outros especialistas), em uma base de dados (repositório) comum de projeto, uniformizando e formalizando a linguagem na qual os modelos são produzidos.</a:t>
            </a:r>
          </a:p>
        </p:txBody>
      </p:sp>
    </p:spTree>
    <p:extLst>
      <p:ext uri="{BB962C8B-B14F-4D97-AF65-F5344CB8AC3E}">
        <p14:creationId xmlns:p14="http://schemas.microsoft.com/office/powerpoint/2010/main" val="1339328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8BE4A3-799A-47D5-AB6B-2E81EF936D61}"/>
              </a:ext>
            </a:extLst>
          </p:cNvPr>
          <p:cNvSpPr>
            <a:spLocks noGrp="1"/>
          </p:cNvSpPr>
          <p:nvPr>
            <p:ph type="title"/>
          </p:nvPr>
        </p:nvSpPr>
        <p:spPr/>
        <p:txBody>
          <a:bodyPr/>
          <a:lstStyle/>
          <a:p>
            <a:r>
              <a:rPr lang="pt-BR" dirty="0"/>
              <a:t>Por que modelar?</a:t>
            </a:r>
          </a:p>
        </p:txBody>
      </p:sp>
      <p:sp>
        <p:nvSpPr>
          <p:cNvPr id="3" name="Espaço Reservado para Conteúdo 2">
            <a:extLst>
              <a:ext uri="{FF2B5EF4-FFF2-40B4-BE49-F238E27FC236}">
                <a16:creationId xmlns:a16="http://schemas.microsoft.com/office/drawing/2014/main" id="{DD499E79-11BD-4F0D-A886-8AF8E31063D7}"/>
              </a:ext>
            </a:extLst>
          </p:cNvPr>
          <p:cNvSpPr>
            <a:spLocks noGrp="1"/>
          </p:cNvSpPr>
          <p:nvPr>
            <p:ph idx="1"/>
          </p:nvPr>
        </p:nvSpPr>
        <p:spPr>
          <a:xfrm>
            <a:off x="492370" y="1825625"/>
            <a:ext cx="11282288" cy="4364160"/>
          </a:xfrm>
        </p:spPr>
        <p:txBody>
          <a:bodyPr>
            <a:normAutofit/>
          </a:bodyPr>
          <a:lstStyle/>
          <a:p>
            <a:r>
              <a:rPr lang="pt-BR" altLang="pt-BR" sz="2800" dirty="0"/>
              <a:t>Modelos são construídos para obter, de antemão, melhor entendimento do que será construído depois.</a:t>
            </a:r>
          </a:p>
          <a:p>
            <a:endParaRPr lang="pt-BR" altLang="pt-BR" sz="2800" dirty="0"/>
          </a:p>
          <a:p>
            <a:r>
              <a:rPr lang="pt-BR" altLang="pt-BR" sz="2800" dirty="0"/>
              <a:t>Na construção de algo físico (avião, carros ou outros sistemas artificiais e sociotécnico) pode ser entendido que um modelo é equivalente em forma e conteúdo ao que se deseja construir, porém em outra escala.</a:t>
            </a:r>
          </a:p>
          <a:p>
            <a:pPr lvl="1"/>
            <a:r>
              <a:rPr lang="pt-BR" altLang="pt-BR" dirty="0"/>
              <a:t>Modelo é um ‘sistema equivalente’ ao produto/sistema que se pretende construir</a:t>
            </a:r>
          </a:p>
          <a:p>
            <a:pPr lvl="1"/>
            <a:r>
              <a:rPr lang="pt-BR" altLang="pt-BR" dirty="0"/>
              <a:t>Modelos deste tipo admitem aplicação de simulação, próxima à realidade</a:t>
            </a:r>
          </a:p>
          <a:p>
            <a:endParaRPr lang="pt-BR" dirty="0"/>
          </a:p>
        </p:txBody>
      </p:sp>
    </p:spTree>
    <p:extLst>
      <p:ext uri="{BB962C8B-B14F-4D97-AF65-F5344CB8AC3E}">
        <p14:creationId xmlns:p14="http://schemas.microsoft.com/office/powerpoint/2010/main" val="866914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E8B15B-DE28-4E5E-892F-4135612798B9}"/>
              </a:ext>
            </a:extLst>
          </p:cNvPr>
          <p:cNvSpPr>
            <a:spLocks noGrp="1"/>
          </p:cNvSpPr>
          <p:nvPr>
            <p:ph type="title"/>
          </p:nvPr>
        </p:nvSpPr>
        <p:spPr/>
        <p:txBody>
          <a:bodyPr/>
          <a:lstStyle/>
          <a:p>
            <a:pPr algn="ctr"/>
            <a:r>
              <a:rPr lang="pt-BR" dirty="0"/>
              <a:t>Para que os modelos são úteis?</a:t>
            </a:r>
          </a:p>
        </p:txBody>
      </p:sp>
      <p:sp>
        <p:nvSpPr>
          <p:cNvPr id="3" name="Espaço Reservado para Conteúdo 2">
            <a:extLst>
              <a:ext uri="{FF2B5EF4-FFF2-40B4-BE49-F238E27FC236}">
                <a16:creationId xmlns:a16="http://schemas.microsoft.com/office/drawing/2014/main" id="{6B2E134F-F2B9-4058-A73E-1FF8417AB404}"/>
              </a:ext>
            </a:extLst>
          </p:cNvPr>
          <p:cNvSpPr>
            <a:spLocks noGrp="1"/>
          </p:cNvSpPr>
          <p:nvPr>
            <p:ph idx="1"/>
          </p:nvPr>
        </p:nvSpPr>
        <p:spPr>
          <a:xfrm>
            <a:off x="604910" y="1825625"/>
            <a:ext cx="11465170" cy="4786190"/>
          </a:xfrm>
        </p:spPr>
        <p:txBody>
          <a:bodyPr>
            <a:normAutofit lnSpcReduction="10000"/>
          </a:bodyPr>
          <a:lstStyle/>
          <a:p>
            <a:pPr marL="201600"/>
            <a:r>
              <a:rPr lang="pt-BR" altLang="pt-BR" dirty="0"/>
              <a:t>Compreender o problema sob seus diversos pontos de vista, e</a:t>
            </a:r>
            <a:r>
              <a:rPr lang="pt-BR" dirty="0"/>
              <a:t>stabelecendo comunicação franca e em linguagem padrão.</a:t>
            </a:r>
          </a:p>
          <a:p>
            <a:pPr marL="201600"/>
            <a:r>
              <a:rPr lang="pt-BR" altLang="pt-BR" dirty="0"/>
              <a:t>Representar o ambiente no qual o sistema deverá se inserir.</a:t>
            </a:r>
          </a:p>
          <a:p>
            <a:pPr marL="201600"/>
            <a:r>
              <a:rPr lang="pt-BR" altLang="pt-BR" dirty="0"/>
              <a:t>Representar os subsistemas que o compõe e suas áreas de especialidade</a:t>
            </a:r>
          </a:p>
          <a:p>
            <a:pPr marL="201600"/>
            <a:r>
              <a:rPr lang="pt-BR" altLang="pt-BR" dirty="0"/>
              <a:t>Estudar, desenvolver e propor soluções para o problema (criatividade + método + técnicas + ferramentas). </a:t>
            </a:r>
          </a:p>
          <a:p>
            <a:pPr marL="201600"/>
            <a:r>
              <a:rPr lang="pt-BR" altLang="pt-BR" dirty="0"/>
              <a:t>Escolher dentre as possíveis soluções, a mais adequada.</a:t>
            </a:r>
          </a:p>
          <a:p>
            <a:pPr marL="201600"/>
            <a:r>
              <a:rPr lang="pt-BR" altLang="pt-BR" dirty="0"/>
              <a:t>Ensaia (testar) e simular a solução escolhida (depuração).</a:t>
            </a:r>
          </a:p>
          <a:p>
            <a:pPr marL="201600"/>
            <a:r>
              <a:rPr lang="pt-BR" altLang="pt-BR" dirty="0"/>
              <a:t>Escolher, registrar e comunicar o projeto para terceiro e para o time (documentação) </a:t>
            </a:r>
          </a:p>
          <a:p>
            <a:pPr marL="201600"/>
            <a:r>
              <a:rPr lang="pt-BR" dirty="0"/>
              <a:t>validação junto ao cliente (específico ou sociedade)</a:t>
            </a:r>
            <a:endParaRPr lang="pt-BR" altLang="pt-BR" dirty="0"/>
          </a:p>
          <a:p>
            <a:pPr marL="201600"/>
            <a:endParaRPr lang="pt-BR" altLang="pt-BR" dirty="0"/>
          </a:p>
          <a:p>
            <a:pPr marL="201600"/>
            <a:endParaRPr lang="pt-BR" altLang="pt-BR" dirty="0"/>
          </a:p>
          <a:p>
            <a:pPr marL="201600"/>
            <a:endParaRPr lang="pt-BR" altLang="pt-BR" dirty="0"/>
          </a:p>
          <a:p>
            <a:pPr marL="201600"/>
            <a:endParaRPr lang="pt-BR" altLang="pt-BR" dirty="0"/>
          </a:p>
          <a:p>
            <a:endParaRPr lang="pt-BR" dirty="0"/>
          </a:p>
        </p:txBody>
      </p:sp>
    </p:spTree>
    <p:extLst>
      <p:ext uri="{BB962C8B-B14F-4D97-AF65-F5344CB8AC3E}">
        <p14:creationId xmlns:p14="http://schemas.microsoft.com/office/powerpoint/2010/main" val="2604560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26">
            <a:extLst>
              <a:ext uri="{FF2B5EF4-FFF2-40B4-BE49-F238E27FC236}">
                <a16:creationId xmlns:a16="http://schemas.microsoft.com/office/drawing/2014/main" id="{625E4B23-6860-407B-A3C3-D5F71AD19AA6}"/>
              </a:ext>
            </a:extLst>
          </p:cNvPr>
          <p:cNvSpPr>
            <a:spLocks noGrp="1" noChangeArrowheads="1"/>
          </p:cNvSpPr>
          <p:nvPr>
            <p:ph type="title"/>
          </p:nvPr>
        </p:nvSpPr>
        <p:spPr>
          <a:xfrm>
            <a:off x="838200" y="0"/>
            <a:ext cx="10515600" cy="1325563"/>
          </a:xfrm>
        </p:spPr>
        <p:txBody>
          <a:bodyPr/>
          <a:lstStyle/>
          <a:p>
            <a:pPr algn="ctr"/>
            <a:r>
              <a:rPr lang="pt-BR" altLang="pt-BR" dirty="0"/>
              <a:t>Princípios da Modelagem</a:t>
            </a:r>
          </a:p>
        </p:txBody>
      </p:sp>
      <p:sp>
        <p:nvSpPr>
          <p:cNvPr id="12291" name="Rectangle 1027">
            <a:extLst>
              <a:ext uri="{FF2B5EF4-FFF2-40B4-BE49-F238E27FC236}">
                <a16:creationId xmlns:a16="http://schemas.microsoft.com/office/drawing/2014/main" id="{08D3728F-DCC1-4667-B0A7-07CF0BD28F0B}"/>
              </a:ext>
            </a:extLst>
          </p:cNvPr>
          <p:cNvSpPr>
            <a:spLocks noGrp="1" noChangeArrowheads="1"/>
          </p:cNvSpPr>
          <p:nvPr>
            <p:ph type="body" idx="1"/>
          </p:nvPr>
        </p:nvSpPr>
        <p:spPr>
          <a:xfrm>
            <a:off x="601980" y="1690688"/>
            <a:ext cx="10988040" cy="4167188"/>
          </a:xfrm>
        </p:spPr>
        <p:txBody>
          <a:bodyPr/>
          <a:lstStyle/>
          <a:p>
            <a:pPr algn="just">
              <a:lnSpc>
                <a:spcPct val="120000"/>
              </a:lnSpc>
              <a:buFontTx/>
              <a:buNone/>
            </a:pPr>
            <a:r>
              <a:rPr lang="pt-BR" altLang="pt-BR" dirty="0"/>
              <a:t>	1- A escolha do tipo de modelo a ser criado tem uma profunda influência sobre como a solução do problema será enfocada e construída.</a:t>
            </a:r>
          </a:p>
          <a:p>
            <a:pPr algn="just">
              <a:lnSpc>
                <a:spcPct val="120000"/>
              </a:lnSpc>
              <a:buFontTx/>
              <a:buNone/>
            </a:pPr>
            <a:endParaRPr lang="pt-BR" altLang="pt-BR" dirty="0"/>
          </a:p>
          <a:p>
            <a:pPr algn="r">
              <a:lnSpc>
                <a:spcPct val="120000"/>
              </a:lnSpc>
              <a:buFontTx/>
              <a:buNone/>
            </a:pPr>
            <a:r>
              <a:rPr lang="pt-BR" altLang="pt-BR" sz="1800" dirty="0"/>
              <a:t>UML: </a:t>
            </a:r>
            <a:r>
              <a:rPr lang="pt-BR" altLang="pt-BR" sz="1800" dirty="0" err="1"/>
              <a:t>User</a:t>
            </a:r>
            <a:r>
              <a:rPr lang="pt-BR" altLang="pt-BR" sz="1800" dirty="0"/>
              <a:t> </a:t>
            </a:r>
            <a:r>
              <a:rPr lang="pt-BR" altLang="pt-BR" sz="1800" dirty="0" err="1"/>
              <a:t>Guide</a:t>
            </a:r>
            <a:r>
              <a:rPr lang="pt-BR" altLang="pt-BR" sz="1800" dirty="0"/>
              <a:t> - </a:t>
            </a:r>
            <a:r>
              <a:rPr lang="pt-BR" altLang="pt-BR" sz="1800" dirty="0" err="1"/>
              <a:t>Booch</a:t>
            </a:r>
            <a:r>
              <a:rPr lang="pt-BR" altLang="pt-BR" sz="1800" dirty="0"/>
              <a:t>, </a:t>
            </a:r>
            <a:r>
              <a:rPr lang="pt-BR" altLang="pt-BR" sz="1800" dirty="0" err="1"/>
              <a:t>Rumbaugh</a:t>
            </a:r>
            <a:r>
              <a:rPr lang="pt-BR" altLang="pt-BR" sz="1800" dirty="0"/>
              <a:t>, Jacobson</a:t>
            </a:r>
          </a:p>
          <a:p>
            <a:pPr algn="just">
              <a:lnSpc>
                <a:spcPct val="120000"/>
              </a:lnSpc>
              <a:buFontTx/>
              <a:buNone/>
            </a:pPr>
            <a:endParaRPr lang="pt-BR" altLang="pt-B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26">
            <a:extLst>
              <a:ext uri="{FF2B5EF4-FFF2-40B4-BE49-F238E27FC236}">
                <a16:creationId xmlns:a16="http://schemas.microsoft.com/office/drawing/2014/main" id="{DEBCA8C4-ACF3-46E6-8B65-40FDE0E50AFE}"/>
              </a:ext>
            </a:extLst>
          </p:cNvPr>
          <p:cNvSpPr>
            <a:spLocks noGrp="1" noChangeArrowheads="1"/>
          </p:cNvSpPr>
          <p:nvPr>
            <p:ph type="title"/>
          </p:nvPr>
        </p:nvSpPr>
        <p:spPr>
          <a:xfrm>
            <a:off x="838199" y="111443"/>
            <a:ext cx="10515600" cy="1325563"/>
          </a:xfrm>
        </p:spPr>
        <p:txBody>
          <a:bodyPr/>
          <a:lstStyle/>
          <a:p>
            <a:pPr algn="ctr"/>
            <a:r>
              <a:rPr lang="pt-BR" altLang="pt-BR" dirty="0"/>
              <a:t>Princípios da Modelagem</a:t>
            </a:r>
          </a:p>
        </p:txBody>
      </p:sp>
      <p:sp>
        <p:nvSpPr>
          <p:cNvPr id="13315" name="Rectangle 1027">
            <a:extLst>
              <a:ext uri="{FF2B5EF4-FFF2-40B4-BE49-F238E27FC236}">
                <a16:creationId xmlns:a16="http://schemas.microsoft.com/office/drawing/2014/main" id="{362544C5-AA99-4DB9-800F-31C824773556}"/>
              </a:ext>
            </a:extLst>
          </p:cNvPr>
          <p:cNvSpPr>
            <a:spLocks noGrp="1" noChangeArrowheads="1"/>
          </p:cNvSpPr>
          <p:nvPr>
            <p:ph type="body" idx="1"/>
          </p:nvPr>
        </p:nvSpPr>
        <p:spPr>
          <a:xfrm>
            <a:off x="1031631" y="1528446"/>
            <a:ext cx="10128737" cy="1141413"/>
          </a:xfrm>
        </p:spPr>
        <p:txBody>
          <a:bodyPr>
            <a:noAutofit/>
          </a:bodyPr>
          <a:lstStyle/>
          <a:p>
            <a:pPr algn="just">
              <a:lnSpc>
                <a:spcPct val="120000"/>
              </a:lnSpc>
              <a:buFontTx/>
              <a:buNone/>
            </a:pPr>
            <a:r>
              <a:rPr lang="pt-BR" altLang="pt-BR" dirty="0"/>
              <a:t>2- Qualquer modelo pode ser expresso em diferentes níveis de precisão.</a:t>
            </a:r>
          </a:p>
          <a:p>
            <a:pPr algn="just">
              <a:lnSpc>
                <a:spcPct val="90000"/>
              </a:lnSpc>
              <a:buFontTx/>
              <a:buNone/>
            </a:pPr>
            <a:r>
              <a:rPr lang="pt-BR" altLang="pt-BR" dirty="0"/>
              <a:t>	</a:t>
            </a:r>
          </a:p>
          <a:p>
            <a:pPr algn="r">
              <a:lnSpc>
                <a:spcPct val="90000"/>
              </a:lnSpc>
              <a:buFontTx/>
              <a:buNone/>
            </a:pPr>
            <a:r>
              <a:rPr lang="pt-BR" altLang="pt-BR" dirty="0"/>
              <a:t>.</a:t>
            </a:r>
          </a:p>
        </p:txBody>
      </p:sp>
      <p:pic>
        <p:nvPicPr>
          <p:cNvPr id="13316" name="Picture 2" descr="Resultado de imagem para mapas do metro sp">
            <a:extLst>
              <a:ext uri="{FF2B5EF4-FFF2-40B4-BE49-F238E27FC236}">
                <a16:creationId xmlns:a16="http://schemas.microsoft.com/office/drawing/2014/main" id="{22D09E38-2332-4AF8-BBB9-C6BC588936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7488" y="2852738"/>
            <a:ext cx="5086351"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6" descr="Metro São Paulo">
            <a:extLst>
              <a:ext uri="{FF2B5EF4-FFF2-40B4-BE49-F238E27FC236}">
                <a16:creationId xmlns:a16="http://schemas.microsoft.com/office/drawing/2014/main" id="{DC279C4B-97F8-4AA6-A2D6-B75C83D43D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4576" y="2852738"/>
            <a:ext cx="457517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27">
            <a:extLst>
              <a:ext uri="{FF2B5EF4-FFF2-40B4-BE49-F238E27FC236}">
                <a16:creationId xmlns:a16="http://schemas.microsoft.com/office/drawing/2014/main" id="{349116C4-C663-4B6B-BE34-DFAD2507FD03}"/>
              </a:ext>
            </a:extLst>
          </p:cNvPr>
          <p:cNvSpPr>
            <a:spLocks noGrp="1" noChangeArrowheads="1"/>
          </p:cNvSpPr>
          <p:nvPr>
            <p:ph type="body" idx="1"/>
          </p:nvPr>
        </p:nvSpPr>
        <p:spPr>
          <a:xfrm>
            <a:off x="838200" y="1636982"/>
            <a:ext cx="10002129" cy="3978275"/>
          </a:xfrm>
        </p:spPr>
        <p:txBody>
          <a:bodyPr>
            <a:noAutofit/>
          </a:bodyPr>
          <a:lstStyle/>
          <a:p>
            <a:pPr algn="just">
              <a:lnSpc>
                <a:spcPct val="120000"/>
              </a:lnSpc>
              <a:buFontTx/>
              <a:buNone/>
            </a:pPr>
            <a:r>
              <a:rPr lang="pt-BR" altLang="pt-BR" dirty="0"/>
              <a:t>	3- Os melhores modelos são “conectados” (aderentes) à realidade.</a:t>
            </a:r>
          </a:p>
          <a:p>
            <a:pPr algn="just">
              <a:lnSpc>
                <a:spcPct val="120000"/>
              </a:lnSpc>
              <a:buFontTx/>
              <a:buNone/>
            </a:pPr>
            <a:endParaRPr lang="pt-BR" altLang="pt-BR" dirty="0"/>
          </a:p>
          <a:p>
            <a:pPr algn="just">
              <a:lnSpc>
                <a:spcPct val="90000"/>
              </a:lnSpc>
              <a:buFontTx/>
              <a:buNone/>
            </a:pPr>
            <a:endParaRPr lang="pt-BR" altLang="pt-BR" dirty="0"/>
          </a:p>
          <a:p>
            <a:pPr algn="r">
              <a:lnSpc>
                <a:spcPct val="90000"/>
              </a:lnSpc>
              <a:buFontTx/>
              <a:buNone/>
            </a:pPr>
            <a:endParaRPr lang="pt-BR" altLang="pt-BR" dirty="0"/>
          </a:p>
          <a:p>
            <a:pPr algn="r">
              <a:lnSpc>
                <a:spcPct val="90000"/>
              </a:lnSpc>
              <a:buFontTx/>
              <a:buNone/>
            </a:pPr>
            <a:endParaRPr lang="pt-BR" altLang="pt-BR" dirty="0"/>
          </a:p>
          <a:p>
            <a:pPr algn="r">
              <a:lnSpc>
                <a:spcPct val="90000"/>
              </a:lnSpc>
              <a:buFontTx/>
              <a:buNone/>
            </a:pPr>
            <a:endParaRPr lang="pt-BR" altLang="pt-BR" dirty="0"/>
          </a:p>
          <a:p>
            <a:pPr algn="r">
              <a:lnSpc>
                <a:spcPct val="90000"/>
              </a:lnSpc>
              <a:buFontTx/>
              <a:buNone/>
            </a:pPr>
            <a:endParaRPr lang="pt-BR" altLang="pt-BR" dirty="0"/>
          </a:p>
          <a:p>
            <a:pPr algn="r">
              <a:lnSpc>
                <a:spcPct val="90000"/>
              </a:lnSpc>
              <a:buFontTx/>
              <a:buNone/>
            </a:pPr>
            <a:endParaRPr lang="pt-BR" altLang="pt-BR" dirty="0"/>
          </a:p>
          <a:p>
            <a:pPr algn="r">
              <a:lnSpc>
                <a:spcPct val="90000"/>
              </a:lnSpc>
              <a:buFontTx/>
              <a:buNone/>
            </a:pPr>
            <a:endParaRPr lang="pt-BR" altLang="pt-BR" dirty="0"/>
          </a:p>
          <a:p>
            <a:pPr algn="r">
              <a:lnSpc>
                <a:spcPct val="90000"/>
              </a:lnSpc>
              <a:buFontTx/>
              <a:buNone/>
            </a:pPr>
            <a:endParaRPr lang="pt-BR" altLang="pt-BR" dirty="0"/>
          </a:p>
          <a:p>
            <a:pPr algn="r">
              <a:lnSpc>
                <a:spcPct val="90000"/>
              </a:lnSpc>
              <a:buFontTx/>
              <a:buNone/>
            </a:pPr>
            <a:endParaRPr lang="pt-BR" altLang="pt-BR" dirty="0"/>
          </a:p>
          <a:p>
            <a:pPr algn="r">
              <a:lnSpc>
                <a:spcPct val="90000"/>
              </a:lnSpc>
              <a:buFontTx/>
              <a:buNone/>
            </a:pPr>
            <a:endParaRPr lang="pt-BR" altLang="pt-BR" dirty="0"/>
          </a:p>
          <a:p>
            <a:pPr algn="r">
              <a:lnSpc>
                <a:spcPct val="90000"/>
              </a:lnSpc>
              <a:buFontTx/>
              <a:buNone/>
            </a:pPr>
            <a:endParaRPr lang="pt-BR" altLang="pt-BR" dirty="0"/>
          </a:p>
        </p:txBody>
      </p:sp>
      <p:sp>
        <p:nvSpPr>
          <p:cNvPr id="14339" name="Rectangle 1029">
            <a:extLst>
              <a:ext uri="{FF2B5EF4-FFF2-40B4-BE49-F238E27FC236}">
                <a16:creationId xmlns:a16="http://schemas.microsoft.com/office/drawing/2014/main" id="{905AB0B5-A93F-4875-AC7B-1454D618FC8C}"/>
              </a:ext>
            </a:extLst>
          </p:cNvPr>
          <p:cNvSpPr>
            <a:spLocks noGrp="1" noChangeArrowheads="1"/>
          </p:cNvSpPr>
          <p:nvPr>
            <p:ph type="title"/>
          </p:nvPr>
        </p:nvSpPr>
        <p:spPr>
          <a:xfrm>
            <a:off x="838200" y="68005"/>
            <a:ext cx="10515600" cy="1325563"/>
          </a:xfrm>
          <a:noFill/>
        </p:spPr>
        <p:txBody>
          <a:bodyPr/>
          <a:lstStyle/>
          <a:p>
            <a:pPr algn="ctr"/>
            <a:r>
              <a:rPr lang="pt-BR" altLang="pt-BR" dirty="0"/>
              <a:t>Princípios da Modelagem</a:t>
            </a:r>
          </a:p>
        </p:txBody>
      </p:sp>
      <p:pic>
        <p:nvPicPr>
          <p:cNvPr id="14340" name="Picture 4" descr="https://cmti.portovelho.ro.gov.br/uploads/editor/images/image02.jpg">
            <a:extLst>
              <a:ext uri="{FF2B5EF4-FFF2-40B4-BE49-F238E27FC236}">
                <a16:creationId xmlns:a16="http://schemas.microsoft.com/office/drawing/2014/main" id="{48FC3846-00E4-4EFB-89BD-5F7B411DB3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1413" y="2667002"/>
            <a:ext cx="6543675" cy="385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27">
            <a:extLst>
              <a:ext uri="{FF2B5EF4-FFF2-40B4-BE49-F238E27FC236}">
                <a16:creationId xmlns:a16="http://schemas.microsoft.com/office/drawing/2014/main" id="{116E32FA-FE7B-4109-AA79-2523B4626E12}"/>
              </a:ext>
            </a:extLst>
          </p:cNvPr>
          <p:cNvSpPr>
            <a:spLocks noGrp="1" noChangeArrowheads="1"/>
          </p:cNvSpPr>
          <p:nvPr>
            <p:ph type="body" idx="1"/>
          </p:nvPr>
        </p:nvSpPr>
        <p:spPr>
          <a:xfrm>
            <a:off x="2025748" y="1412875"/>
            <a:ext cx="9186203" cy="4814888"/>
          </a:xfrm>
        </p:spPr>
        <p:txBody>
          <a:bodyPr>
            <a:normAutofit fontScale="77500" lnSpcReduction="20000"/>
          </a:bodyPr>
          <a:lstStyle/>
          <a:p>
            <a:pPr algn="just">
              <a:lnSpc>
                <a:spcPct val="120000"/>
              </a:lnSpc>
              <a:buFontTx/>
              <a:buNone/>
            </a:pPr>
            <a:r>
              <a:rPr lang="pt-BR" altLang="pt-BR" sz="3300" dirty="0"/>
              <a:t>4- Um único modelo não é suficiente. Qualquer sistema não trivial é melhor enfocado com um pequeno conjunto de modelos </a:t>
            </a:r>
            <a:r>
              <a:rPr lang="pt-BR" altLang="pt-BR" sz="3300" dirty="0" err="1"/>
              <a:t>semi</a:t>
            </a:r>
            <a:r>
              <a:rPr lang="pt-BR" altLang="pt-BR" sz="3300" dirty="0"/>
              <a:t> independentes.                         </a:t>
            </a:r>
            <a:r>
              <a:rPr lang="pt-BR" altLang="pt-BR" sz="2400" dirty="0"/>
              <a:t>UML: </a:t>
            </a:r>
            <a:r>
              <a:rPr lang="pt-BR" altLang="pt-BR" sz="2400" dirty="0" err="1"/>
              <a:t>User</a:t>
            </a:r>
            <a:r>
              <a:rPr lang="pt-BR" altLang="pt-BR" sz="2400" dirty="0"/>
              <a:t> </a:t>
            </a:r>
            <a:r>
              <a:rPr lang="pt-BR" altLang="pt-BR" sz="2400" dirty="0" err="1"/>
              <a:t>Guide</a:t>
            </a:r>
            <a:r>
              <a:rPr lang="pt-BR" altLang="pt-BR" sz="2400" dirty="0"/>
              <a:t> - </a:t>
            </a:r>
            <a:r>
              <a:rPr lang="pt-BR" altLang="pt-BR" sz="2400" dirty="0" err="1"/>
              <a:t>Booch</a:t>
            </a:r>
            <a:r>
              <a:rPr lang="pt-BR" altLang="pt-BR" sz="2400" dirty="0"/>
              <a:t>, </a:t>
            </a:r>
            <a:r>
              <a:rPr lang="pt-BR" altLang="pt-BR" sz="2400" dirty="0" err="1"/>
              <a:t>Rumbaugh</a:t>
            </a:r>
            <a:r>
              <a:rPr lang="pt-BR" altLang="pt-BR" sz="2400" dirty="0"/>
              <a:t>, Jacobson</a:t>
            </a:r>
          </a:p>
          <a:p>
            <a:pPr algn="just">
              <a:lnSpc>
                <a:spcPct val="120000"/>
              </a:lnSpc>
              <a:buFontTx/>
              <a:buNone/>
            </a:pPr>
            <a:endParaRPr lang="pt-BR" altLang="pt-BR" sz="2400" dirty="0"/>
          </a:p>
          <a:p>
            <a:pPr algn="just">
              <a:lnSpc>
                <a:spcPct val="90000"/>
              </a:lnSpc>
              <a:buFontTx/>
              <a:buNone/>
            </a:pPr>
            <a:endParaRPr lang="pt-BR" altLang="pt-BR" sz="2400" dirty="0"/>
          </a:p>
          <a:p>
            <a:pPr algn="just">
              <a:lnSpc>
                <a:spcPct val="90000"/>
              </a:lnSpc>
              <a:buFontTx/>
              <a:buNone/>
            </a:pPr>
            <a:endParaRPr lang="pt-BR" altLang="pt-BR" sz="2400" dirty="0"/>
          </a:p>
          <a:p>
            <a:pPr algn="just">
              <a:lnSpc>
                <a:spcPct val="90000"/>
              </a:lnSpc>
              <a:buFontTx/>
              <a:buNone/>
            </a:pPr>
            <a:endParaRPr lang="pt-BR" altLang="pt-BR" sz="2400" dirty="0"/>
          </a:p>
          <a:p>
            <a:pPr algn="r">
              <a:lnSpc>
                <a:spcPct val="90000"/>
              </a:lnSpc>
              <a:buFontTx/>
              <a:buNone/>
            </a:pPr>
            <a:endParaRPr lang="pt-BR" altLang="pt-BR" sz="2400" dirty="0"/>
          </a:p>
          <a:p>
            <a:pPr algn="r">
              <a:lnSpc>
                <a:spcPct val="90000"/>
              </a:lnSpc>
              <a:buFontTx/>
              <a:buNone/>
            </a:pPr>
            <a:endParaRPr lang="pt-BR" altLang="pt-BR" sz="2400" dirty="0"/>
          </a:p>
          <a:p>
            <a:pPr algn="r">
              <a:lnSpc>
                <a:spcPct val="90000"/>
              </a:lnSpc>
              <a:buFontTx/>
              <a:buNone/>
            </a:pPr>
            <a:endParaRPr lang="pt-BR" altLang="pt-BR" sz="2400" dirty="0"/>
          </a:p>
          <a:p>
            <a:pPr algn="r">
              <a:lnSpc>
                <a:spcPct val="90000"/>
              </a:lnSpc>
              <a:buFontTx/>
              <a:buNone/>
            </a:pPr>
            <a:endParaRPr lang="pt-BR" altLang="pt-BR" sz="2400" dirty="0"/>
          </a:p>
          <a:p>
            <a:pPr algn="r">
              <a:lnSpc>
                <a:spcPct val="90000"/>
              </a:lnSpc>
              <a:buFontTx/>
              <a:buNone/>
            </a:pPr>
            <a:r>
              <a:rPr lang="pt-BR" altLang="pt-BR" sz="2400" dirty="0"/>
              <a:t>.</a:t>
            </a:r>
          </a:p>
        </p:txBody>
      </p:sp>
      <p:sp>
        <p:nvSpPr>
          <p:cNvPr id="15363" name="Rectangle 1029">
            <a:extLst>
              <a:ext uri="{FF2B5EF4-FFF2-40B4-BE49-F238E27FC236}">
                <a16:creationId xmlns:a16="http://schemas.microsoft.com/office/drawing/2014/main" id="{665E828D-8063-412E-A6CF-77A54F2389DA}"/>
              </a:ext>
            </a:extLst>
          </p:cNvPr>
          <p:cNvSpPr>
            <a:spLocks noGrp="1" noChangeArrowheads="1"/>
          </p:cNvSpPr>
          <p:nvPr>
            <p:ph type="title"/>
          </p:nvPr>
        </p:nvSpPr>
        <p:spPr>
          <a:noFill/>
        </p:spPr>
        <p:txBody>
          <a:bodyPr/>
          <a:lstStyle/>
          <a:p>
            <a:pPr algn="ctr"/>
            <a:r>
              <a:rPr lang="pt-BR" altLang="pt-BR" dirty="0"/>
              <a:t>Princípios da Modelagem</a:t>
            </a:r>
          </a:p>
        </p:txBody>
      </p:sp>
      <p:pic>
        <p:nvPicPr>
          <p:cNvPr id="15364" name="Imagem 1">
            <a:extLst>
              <a:ext uri="{FF2B5EF4-FFF2-40B4-BE49-F238E27FC236}">
                <a16:creationId xmlns:a16="http://schemas.microsoft.com/office/drawing/2014/main" id="{877443FB-60AF-4BD0-87BA-01F4A7E2C60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437563" y="2963862"/>
            <a:ext cx="2916237" cy="389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Imagem 2">
            <a:extLst>
              <a:ext uri="{FF2B5EF4-FFF2-40B4-BE49-F238E27FC236}">
                <a16:creationId xmlns:a16="http://schemas.microsoft.com/office/drawing/2014/main" id="{AD6F0165-4CE6-4A9D-BC85-8A6632D217C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8952" y="638175"/>
            <a:ext cx="1522194" cy="621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Picture 2" descr="MAPA DOS ARREDORES">
            <a:extLst>
              <a:ext uri="{FF2B5EF4-FFF2-40B4-BE49-F238E27FC236}">
                <a16:creationId xmlns:a16="http://schemas.microsoft.com/office/drawing/2014/main" id="{BFB9B3CB-0D1C-4B05-9827-65B7F98407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756" y="3877824"/>
            <a:ext cx="6165134" cy="2349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159566-1F75-4873-8498-17EC42935995}"/>
              </a:ext>
            </a:extLst>
          </p:cNvPr>
          <p:cNvSpPr>
            <a:spLocks noGrp="1"/>
          </p:cNvSpPr>
          <p:nvPr>
            <p:ph type="title"/>
          </p:nvPr>
        </p:nvSpPr>
        <p:spPr>
          <a:xfrm>
            <a:off x="838200" y="13433"/>
            <a:ext cx="10515600" cy="1325563"/>
          </a:xfrm>
        </p:spPr>
        <p:txBody>
          <a:bodyPr/>
          <a:lstStyle/>
          <a:p>
            <a:pPr algn="ctr"/>
            <a:r>
              <a:rPr lang="pt-BR" dirty="0"/>
              <a:t>Sobre existência de vários modelos....</a:t>
            </a:r>
          </a:p>
        </p:txBody>
      </p:sp>
      <p:sp>
        <p:nvSpPr>
          <p:cNvPr id="3" name="Espaço Reservado para Conteúdo 2">
            <a:extLst>
              <a:ext uri="{FF2B5EF4-FFF2-40B4-BE49-F238E27FC236}">
                <a16:creationId xmlns:a16="http://schemas.microsoft.com/office/drawing/2014/main" id="{D6BAC3C5-6838-4098-A167-9324A826A3B7}"/>
              </a:ext>
            </a:extLst>
          </p:cNvPr>
          <p:cNvSpPr>
            <a:spLocks noGrp="1"/>
          </p:cNvSpPr>
          <p:nvPr>
            <p:ph idx="1"/>
          </p:nvPr>
        </p:nvSpPr>
        <p:spPr>
          <a:xfrm>
            <a:off x="407963" y="1690688"/>
            <a:ext cx="11169748" cy="4802187"/>
          </a:xfrm>
        </p:spPr>
        <p:txBody>
          <a:bodyPr>
            <a:normAutofit/>
          </a:bodyPr>
          <a:lstStyle/>
          <a:p>
            <a:pPr marL="0" indent="0">
              <a:buNone/>
            </a:pPr>
            <a:r>
              <a:rPr lang="pt-BR" dirty="0"/>
              <a:t>• Modelos diferentes apresentam o sistema a partir de perspectivas diferentes. Exemplos:</a:t>
            </a:r>
          </a:p>
          <a:p>
            <a:pPr marL="0" indent="0">
              <a:buNone/>
            </a:pPr>
            <a:r>
              <a:rPr lang="pt-BR" b="1" dirty="0"/>
              <a:t>Perspectiva externa </a:t>
            </a:r>
          </a:p>
          <a:p>
            <a:pPr marL="457200" lvl="1" indent="0">
              <a:buNone/>
            </a:pPr>
            <a:r>
              <a:rPr lang="pt-BR" dirty="0"/>
              <a:t>• </a:t>
            </a:r>
            <a:r>
              <a:rPr lang="pt-BR" sz="2800" dirty="0"/>
              <a:t>Contexto ou ambiente do sistema </a:t>
            </a:r>
          </a:p>
          <a:p>
            <a:pPr marL="0" indent="0">
              <a:buNone/>
            </a:pPr>
            <a:r>
              <a:rPr lang="pt-BR" b="1" dirty="0"/>
              <a:t> Perspectiva de interação </a:t>
            </a:r>
          </a:p>
          <a:p>
            <a:pPr marL="457200" lvl="1" indent="0">
              <a:buNone/>
            </a:pPr>
            <a:r>
              <a:rPr lang="pt-BR" sz="2800" dirty="0"/>
              <a:t>• Interações entre sistema e ambiente ou entre componentes do sistema </a:t>
            </a:r>
          </a:p>
          <a:p>
            <a:pPr marL="0" indent="0">
              <a:buNone/>
            </a:pPr>
            <a:r>
              <a:rPr lang="pt-BR" b="1" dirty="0"/>
              <a:t>Perspectiva estrutural </a:t>
            </a:r>
          </a:p>
          <a:p>
            <a:pPr marL="457200" lvl="1" indent="0">
              <a:buNone/>
            </a:pPr>
            <a:r>
              <a:rPr lang="pt-BR" sz="2800" dirty="0"/>
              <a:t>• Organização do sistema e a estrutura dos dados/sinais que processa </a:t>
            </a:r>
          </a:p>
          <a:p>
            <a:pPr marL="0" indent="0">
              <a:buNone/>
            </a:pPr>
            <a:r>
              <a:rPr lang="pt-BR" b="1" dirty="0"/>
              <a:t>Perspectiva comportamental </a:t>
            </a:r>
          </a:p>
          <a:p>
            <a:pPr marL="457200" lvl="1" indent="0">
              <a:buNone/>
            </a:pPr>
            <a:r>
              <a:rPr lang="pt-BR" sz="2800" dirty="0"/>
              <a:t>• Comportamento dinâmico do sistema e como ele responde a eventos</a:t>
            </a:r>
          </a:p>
        </p:txBody>
      </p:sp>
    </p:spTree>
    <p:extLst>
      <p:ext uri="{BB962C8B-B14F-4D97-AF65-F5344CB8AC3E}">
        <p14:creationId xmlns:p14="http://schemas.microsoft.com/office/powerpoint/2010/main" val="886231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27">
            <a:extLst>
              <a:ext uri="{FF2B5EF4-FFF2-40B4-BE49-F238E27FC236}">
                <a16:creationId xmlns:a16="http://schemas.microsoft.com/office/drawing/2014/main" id="{F1AF1931-BC32-421F-AB01-3B0BEAD3EA66}"/>
              </a:ext>
            </a:extLst>
          </p:cNvPr>
          <p:cNvSpPr>
            <a:spLocks noGrp="1" noChangeArrowheads="1"/>
          </p:cNvSpPr>
          <p:nvPr>
            <p:ph type="body" idx="1"/>
          </p:nvPr>
        </p:nvSpPr>
        <p:spPr>
          <a:xfrm>
            <a:off x="506438" y="1352550"/>
            <a:ext cx="10719580" cy="5029200"/>
          </a:xfrm>
        </p:spPr>
        <p:txBody>
          <a:bodyPr>
            <a:normAutofit/>
          </a:bodyPr>
          <a:lstStyle/>
          <a:p>
            <a:pPr algn="just">
              <a:lnSpc>
                <a:spcPct val="120000"/>
              </a:lnSpc>
              <a:buFontTx/>
              <a:buNone/>
            </a:pPr>
            <a:r>
              <a:rPr lang="pt-BR" altLang="pt-BR" dirty="0"/>
              <a:t>Modelar é uma maneira de analisarmos conceitualmente um problema do mundo real usando modelos.</a:t>
            </a:r>
          </a:p>
          <a:p>
            <a:pPr algn="r">
              <a:lnSpc>
                <a:spcPct val="120000"/>
              </a:lnSpc>
              <a:buFontTx/>
              <a:buNone/>
            </a:pPr>
            <a:r>
              <a:rPr lang="pt-BR" altLang="pt-BR" sz="1800" dirty="0"/>
              <a:t>Quem define um problema, já o resolveu pela metade.                                                     </a:t>
            </a:r>
          </a:p>
          <a:p>
            <a:pPr algn="r">
              <a:lnSpc>
                <a:spcPct val="120000"/>
              </a:lnSpc>
              <a:buFontTx/>
              <a:buNone/>
            </a:pPr>
            <a:r>
              <a:rPr lang="pt-BR" altLang="pt-BR" sz="1800" dirty="0"/>
              <a:t>Julian Huxley</a:t>
            </a:r>
          </a:p>
          <a:p>
            <a:pPr algn="just">
              <a:lnSpc>
                <a:spcPct val="120000"/>
              </a:lnSpc>
              <a:buFontTx/>
              <a:buNone/>
            </a:pPr>
            <a:r>
              <a:rPr lang="pt-BR" altLang="pt-BR" dirty="0"/>
              <a:t>Nós construímos modelos para entender melhor um sistema que será desenvolvido.</a:t>
            </a:r>
          </a:p>
          <a:p>
            <a:pPr algn="just">
              <a:lnSpc>
                <a:spcPct val="120000"/>
              </a:lnSpc>
              <a:buFontTx/>
              <a:buNone/>
            </a:pPr>
            <a:r>
              <a:rPr lang="pt-BR" altLang="pt-BR" dirty="0"/>
              <a:t>	</a:t>
            </a:r>
          </a:p>
          <a:p>
            <a:pPr algn="just">
              <a:lnSpc>
                <a:spcPct val="120000"/>
              </a:lnSpc>
              <a:buFontTx/>
              <a:buNone/>
            </a:pPr>
            <a:r>
              <a:rPr lang="pt-BR" altLang="pt-BR" dirty="0"/>
              <a:t>Construímos modelos de sistemas complexos porque não conseguimos entendê-los tal como são, na sua totalidade.</a:t>
            </a:r>
          </a:p>
        </p:txBody>
      </p:sp>
      <p:sp>
        <p:nvSpPr>
          <p:cNvPr id="16387" name="Rectangle 1029">
            <a:extLst>
              <a:ext uri="{FF2B5EF4-FFF2-40B4-BE49-F238E27FC236}">
                <a16:creationId xmlns:a16="http://schemas.microsoft.com/office/drawing/2014/main" id="{2B88E9A3-CC8B-4A8E-BAAE-2F07CE95B8B1}"/>
              </a:ext>
            </a:extLst>
          </p:cNvPr>
          <p:cNvSpPr>
            <a:spLocks noGrp="1" noChangeArrowheads="1"/>
          </p:cNvSpPr>
          <p:nvPr>
            <p:ph type="title"/>
          </p:nvPr>
        </p:nvSpPr>
        <p:spPr>
          <a:xfrm>
            <a:off x="1603717" y="44450"/>
            <a:ext cx="8956333" cy="1219200"/>
          </a:xfrm>
          <a:noFill/>
        </p:spPr>
        <p:txBody>
          <a:bodyPr>
            <a:normAutofit/>
          </a:bodyPr>
          <a:lstStyle/>
          <a:p>
            <a:pPr algn="ctr"/>
            <a:r>
              <a:rPr lang="pt-BR" altLang="pt-BR" dirty="0"/>
              <a:t>Mais Reflexões sobre Modelagem....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A013B1-9899-4153-A766-1A42737EF9F1}"/>
              </a:ext>
            </a:extLst>
          </p:cNvPr>
          <p:cNvSpPr>
            <a:spLocks noGrp="1"/>
          </p:cNvSpPr>
          <p:nvPr>
            <p:ph type="title"/>
          </p:nvPr>
        </p:nvSpPr>
        <p:spPr>
          <a:xfrm>
            <a:off x="838200" y="7034"/>
            <a:ext cx="10515600" cy="1325563"/>
          </a:xfrm>
        </p:spPr>
        <p:txBody>
          <a:bodyPr/>
          <a:lstStyle/>
          <a:p>
            <a:pPr algn="ctr"/>
            <a:r>
              <a:rPr lang="pt-BR" dirty="0"/>
              <a:t>Linguagens de Modelagem de Sistemas</a:t>
            </a:r>
          </a:p>
        </p:txBody>
      </p:sp>
      <p:sp>
        <p:nvSpPr>
          <p:cNvPr id="3" name="Espaço Reservado para Conteúdo 2">
            <a:extLst>
              <a:ext uri="{FF2B5EF4-FFF2-40B4-BE49-F238E27FC236}">
                <a16:creationId xmlns:a16="http://schemas.microsoft.com/office/drawing/2014/main" id="{D3AFA238-D495-430C-843D-00EE3727ADA2}"/>
              </a:ext>
            </a:extLst>
          </p:cNvPr>
          <p:cNvSpPr>
            <a:spLocks noGrp="1"/>
          </p:cNvSpPr>
          <p:nvPr>
            <p:ph idx="1"/>
          </p:nvPr>
        </p:nvSpPr>
        <p:spPr>
          <a:xfrm>
            <a:off x="838200" y="1473274"/>
            <a:ext cx="10515600" cy="5237015"/>
          </a:xfrm>
        </p:spPr>
        <p:txBody>
          <a:bodyPr>
            <a:normAutofit fontScale="92500" lnSpcReduction="20000"/>
          </a:bodyPr>
          <a:lstStyle/>
          <a:p>
            <a:r>
              <a:rPr lang="pt-BR" dirty="0"/>
              <a:t>Quando você constrói um modelo, está falando uma língua (não uma língua natural, como Português ou Inglês)</a:t>
            </a:r>
          </a:p>
          <a:p>
            <a:endParaRPr lang="pt-BR" dirty="0"/>
          </a:p>
          <a:p>
            <a:r>
              <a:rPr lang="pt-BR" dirty="0"/>
              <a:t>Ao invés disso, temos uma linguagem de modelagem:</a:t>
            </a:r>
          </a:p>
          <a:p>
            <a:pPr lvl="1"/>
            <a:r>
              <a:rPr lang="pt-BR" dirty="0"/>
              <a:t>Semiformal</a:t>
            </a:r>
          </a:p>
          <a:p>
            <a:pPr lvl="1"/>
            <a:r>
              <a:rPr lang="pt-BR" dirty="0"/>
              <a:t>Define tipos de elementos que você pode colocar em seu modelo</a:t>
            </a:r>
          </a:p>
          <a:p>
            <a:pPr lvl="1"/>
            <a:r>
              <a:rPr lang="pt-BR" dirty="0"/>
              <a:t>Define sintaxe, semântica (significado) destes elementos e como eles se relacionam em um modelo</a:t>
            </a:r>
          </a:p>
          <a:p>
            <a:pPr lvl="1"/>
            <a:r>
              <a:rPr lang="pt-BR" dirty="0"/>
              <a:t>Possuem uma notação padronizada</a:t>
            </a:r>
          </a:p>
          <a:p>
            <a:endParaRPr lang="pt-BR" dirty="0"/>
          </a:p>
          <a:p>
            <a:r>
              <a:rPr lang="pt-BR" dirty="0"/>
              <a:t>Há diversas linguagens de modelagem conhecidas e adotadas</a:t>
            </a:r>
          </a:p>
          <a:p>
            <a:pPr lvl="1"/>
            <a:r>
              <a:rPr lang="pt-BR" dirty="0"/>
              <a:t>BPML – Para modelar processos de negócio</a:t>
            </a:r>
          </a:p>
          <a:p>
            <a:pPr lvl="1"/>
            <a:r>
              <a:rPr lang="pt-BR" dirty="0"/>
              <a:t>UML – Para modelar software</a:t>
            </a:r>
          </a:p>
          <a:p>
            <a:pPr lvl="1"/>
            <a:r>
              <a:rPr lang="pt-BR" dirty="0" err="1"/>
              <a:t>SysML</a:t>
            </a:r>
            <a:r>
              <a:rPr lang="pt-BR" dirty="0"/>
              <a:t> – Para modelar sistemas </a:t>
            </a:r>
          </a:p>
          <a:p>
            <a:pPr lvl="1"/>
            <a:r>
              <a:rPr lang="pt-BR" dirty="0"/>
              <a:t>A prevista a Norma geral do desenho técnico (ABNT/NBR 10647)</a:t>
            </a:r>
          </a:p>
        </p:txBody>
      </p:sp>
    </p:spTree>
    <p:extLst>
      <p:ext uri="{BB962C8B-B14F-4D97-AF65-F5344CB8AC3E}">
        <p14:creationId xmlns:p14="http://schemas.microsoft.com/office/powerpoint/2010/main" val="2438119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0CCA9C-7CAB-418D-9B36-86787090A1FB}"/>
              </a:ext>
            </a:extLst>
          </p:cNvPr>
          <p:cNvSpPr>
            <a:spLocks noGrp="1"/>
          </p:cNvSpPr>
          <p:nvPr>
            <p:ph type="title"/>
          </p:nvPr>
        </p:nvSpPr>
        <p:spPr>
          <a:xfrm>
            <a:off x="838200" y="18255"/>
            <a:ext cx="10515600" cy="1325563"/>
          </a:xfrm>
        </p:spPr>
        <p:txBody>
          <a:bodyPr/>
          <a:lstStyle/>
          <a:p>
            <a:pPr algn="ctr"/>
            <a:r>
              <a:rPr lang="pt-BR" dirty="0" err="1"/>
              <a:t>SysML</a:t>
            </a:r>
            <a:r>
              <a:rPr lang="pt-BR" dirty="0"/>
              <a:t> – </a:t>
            </a:r>
            <a:r>
              <a:rPr lang="pt-BR" i="1" dirty="0"/>
              <a:t>System </a:t>
            </a:r>
            <a:r>
              <a:rPr lang="pt-BR" i="1" dirty="0" err="1"/>
              <a:t>Modeling</a:t>
            </a:r>
            <a:r>
              <a:rPr lang="pt-BR" i="1" dirty="0"/>
              <a:t> </a:t>
            </a:r>
            <a:r>
              <a:rPr lang="pt-BR" i="1" dirty="0" err="1"/>
              <a:t>Language</a:t>
            </a:r>
            <a:endParaRPr lang="pt-BR" i="1" dirty="0"/>
          </a:p>
        </p:txBody>
      </p:sp>
      <p:sp>
        <p:nvSpPr>
          <p:cNvPr id="3" name="Espaço Reservado para Conteúdo 2">
            <a:extLst>
              <a:ext uri="{FF2B5EF4-FFF2-40B4-BE49-F238E27FC236}">
                <a16:creationId xmlns:a16="http://schemas.microsoft.com/office/drawing/2014/main" id="{E1A20C5E-6AA4-45EC-896D-10CD4E63E40B}"/>
              </a:ext>
            </a:extLst>
          </p:cNvPr>
          <p:cNvSpPr>
            <a:spLocks noGrp="1"/>
          </p:cNvSpPr>
          <p:nvPr>
            <p:ph idx="1"/>
          </p:nvPr>
        </p:nvSpPr>
        <p:spPr>
          <a:xfrm>
            <a:off x="838200" y="1343818"/>
            <a:ext cx="10936458" cy="5380539"/>
          </a:xfrm>
        </p:spPr>
        <p:txBody>
          <a:bodyPr>
            <a:normAutofit fontScale="92500" lnSpcReduction="10000"/>
          </a:bodyPr>
          <a:lstStyle/>
          <a:p>
            <a:r>
              <a:rPr lang="pt-BR" dirty="0"/>
              <a:t>É uma linguagem gráfica de modelagem, que pode ser usada para visualizar e comunicar o </a:t>
            </a:r>
            <a:r>
              <a:rPr lang="pt-BR" b="1" i="1" dirty="0"/>
              <a:t>design</a:t>
            </a:r>
            <a:r>
              <a:rPr lang="pt-BR" dirty="0"/>
              <a:t> de sistemas artificias e sociotécnicos em qualquer escala – que consistam de hardware, software, dados, pessoas e processos. </a:t>
            </a:r>
          </a:p>
          <a:p>
            <a:pPr lvl="1"/>
            <a:r>
              <a:rPr lang="pt-BR" dirty="0"/>
              <a:t>Não explicita como a modelagem deve ser conduzida </a:t>
            </a:r>
          </a:p>
          <a:p>
            <a:pPr lvl="1"/>
            <a:r>
              <a:rPr lang="pt-BR" dirty="0"/>
              <a:t>Permite a modelagem através de diferentes perspectivas</a:t>
            </a:r>
          </a:p>
          <a:p>
            <a:endParaRPr lang="pt-BR" sz="900" dirty="0"/>
          </a:p>
          <a:p>
            <a:pPr>
              <a:defRPr/>
            </a:pPr>
            <a:r>
              <a:rPr lang="pt-BR" altLang="pt-BR" dirty="0"/>
              <a:t>A palavra </a:t>
            </a:r>
            <a:r>
              <a:rPr lang="pt-BR" altLang="pt-BR" b="1" i="1" dirty="0"/>
              <a:t>design</a:t>
            </a:r>
            <a:r>
              <a:rPr lang="pt-BR" altLang="pt-BR" dirty="0"/>
              <a:t> é aplicada sentido de designar, ou seja, dar significado a algo, no nosso caso um sistema, por </a:t>
            </a:r>
            <a:r>
              <a:rPr lang="pt-BR" altLang="pt-BR"/>
              <a:t>meio de modelos. </a:t>
            </a:r>
            <a:endParaRPr lang="pt-BR" altLang="pt-BR" sz="1000" i="1" dirty="0">
              <a:solidFill>
                <a:srgbClr val="222222"/>
              </a:solidFill>
              <a:cs typeface="Arial" panose="020B0604020202020204" pitchFamily="34" charset="0"/>
            </a:endParaRPr>
          </a:p>
          <a:p>
            <a:pPr marL="0" indent="0">
              <a:spcBef>
                <a:spcPct val="0"/>
              </a:spcBef>
              <a:buFontTx/>
              <a:buNone/>
              <a:defRPr/>
            </a:pPr>
            <a:endParaRPr lang="pt-BR" altLang="pt-BR" b="1" i="1" dirty="0">
              <a:solidFill>
                <a:srgbClr val="222222"/>
              </a:solidFill>
              <a:cs typeface="Arial" panose="020B0604020202020204" pitchFamily="34" charset="0"/>
            </a:endParaRPr>
          </a:p>
          <a:p>
            <a:pPr marL="0" indent="0">
              <a:spcBef>
                <a:spcPct val="0"/>
              </a:spcBef>
              <a:buFontTx/>
              <a:buNone/>
              <a:defRPr/>
            </a:pPr>
            <a:r>
              <a:rPr lang="pt-BR" altLang="pt-BR" b="1" i="1" dirty="0">
                <a:solidFill>
                  <a:srgbClr val="222222"/>
                </a:solidFill>
                <a:cs typeface="Arial" panose="020B0604020202020204" pitchFamily="34" charset="0"/>
              </a:rPr>
              <a:t>Design</a:t>
            </a:r>
            <a:r>
              <a:rPr lang="pt-BR" altLang="pt-BR" i="1" dirty="0">
                <a:solidFill>
                  <a:srgbClr val="222222"/>
                </a:solidFill>
                <a:cs typeface="Arial" panose="020B0604020202020204" pitchFamily="34" charset="0"/>
              </a:rPr>
              <a:t>, substantivo masculino</a:t>
            </a:r>
            <a:endParaRPr lang="pt-BR" altLang="pt-BR" dirty="0">
              <a:solidFill>
                <a:srgbClr val="222222"/>
              </a:solidFill>
              <a:cs typeface="Arial" panose="020B0604020202020204" pitchFamily="34" charset="0"/>
            </a:endParaRPr>
          </a:p>
          <a:p>
            <a:pPr marL="0" indent="0">
              <a:spcBef>
                <a:spcPct val="0"/>
              </a:spcBef>
              <a:buFontTx/>
              <a:buNone/>
              <a:defRPr/>
            </a:pPr>
            <a:r>
              <a:rPr lang="pt-BR" altLang="pt-BR" dirty="0">
                <a:solidFill>
                  <a:srgbClr val="222222"/>
                </a:solidFill>
                <a:cs typeface="Arial" panose="020B0604020202020204" pitchFamily="34" charset="0"/>
              </a:rPr>
              <a:t>1 A concepção de um produto (m</a:t>
            </a:r>
            <a:r>
              <a:rPr lang="pt-BR" altLang="pt-BR" dirty="0">
                <a:solidFill>
                  <a:srgbClr val="222222"/>
                </a:solidFill>
                <a:latin typeface="Times New Roman" panose="02020603050405020304" pitchFamily="18" charset="0"/>
                <a:cs typeface="Arial" panose="020B0604020202020204" pitchFamily="34" charset="0"/>
              </a:rPr>
              <a:t>á</a:t>
            </a:r>
            <a:r>
              <a:rPr lang="pt-BR" altLang="pt-BR" dirty="0">
                <a:solidFill>
                  <a:srgbClr val="222222"/>
                </a:solidFill>
                <a:cs typeface="Arial" panose="020B0604020202020204" pitchFamily="34" charset="0"/>
              </a:rPr>
              <a:t>quina, utens</a:t>
            </a:r>
            <a:r>
              <a:rPr lang="pt-BR" altLang="pt-BR" dirty="0">
                <a:solidFill>
                  <a:srgbClr val="222222"/>
                </a:solidFill>
                <a:latin typeface="Times New Roman" panose="02020603050405020304" pitchFamily="18" charset="0"/>
                <a:cs typeface="Arial" panose="020B0604020202020204" pitchFamily="34" charset="0"/>
              </a:rPr>
              <a:t>í</a:t>
            </a:r>
            <a:r>
              <a:rPr lang="pt-BR" altLang="pt-BR" dirty="0">
                <a:solidFill>
                  <a:srgbClr val="222222"/>
                </a:solidFill>
                <a:cs typeface="Arial" panose="020B0604020202020204" pitchFamily="34" charset="0"/>
              </a:rPr>
              <a:t>lio, mobili</a:t>
            </a:r>
            <a:r>
              <a:rPr lang="pt-BR" altLang="pt-BR" dirty="0">
                <a:solidFill>
                  <a:srgbClr val="222222"/>
                </a:solidFill>
                <a:latin typeface="Times New Roman" panose="02020603050405020304" pitchFamily="18" charset="0"/>
                <a:cs typeface="Arial" panose="020B0604020202020204" pitchFamily="34" charset="0"/>
              </a:rPr>
              <a:t>á</a:t>
            </a:r>
            <a:r>
              <a:rPr lang="pt-BR" altLang="pt-BR" dirty="0">
                <a:solidFill>
                  <a:srgbClr val="222222"/>
                </a:solidFill>
                <a:cs typeface="Arial" panose="020B0604020202020204" pitchFamily="34" charset="0"/>
              </a:rPr>
              <a:t>rio, embalagem, etc.), esp. no que se refere </a:t>
            </a:r>
            <a:r>
              <a:rPr lang="pt-BR" altLang="pt-BR" dirty="0">
                <a:solidFill>
                  <a:srgbClr val="222222"/>
                </a:solidFill>
                <a:latin typeface="Times New Roman" panose="02020603050405020304" pitchFamily="18" charset="0"/>
                <a:cs typeface="Arial" panose="020B0604020202020204" pitchFamily="34" charset="0"/>
              </a:rPr>
              <a:t>à</a:t>
            </a:r>
            <a:r>
              <a:rPr lang="pt-BR" altLang="pt-BR" dirty="0">
                <a:solidFill>
                  <a:srgbClr val="222222"/>
                </a:solidFill>
                <a:cs typeface="Arial" panose="020B0604020202020204" pitchFamily="34" charset="0"/>
              </a:rPr>
              <a:t> sua forma f</a:t>
            </a:r>
            <a:r>
              <a:rPr lang="pt-BR" altLang="pt-BR" dirty="0">
                <a:solidFill>
                  <a:srgbClr val="222222"/>
                </a:solidFill>
                <a:latin typeface="Times New Roman" panose="02020603050405020304" pitchFamily="18" charset="0"/>
                <a:cs typeface="Arial" panose="020B0604020202020204" pitchFamily="34" charset="0"/>
              </a:rPr>
              <a:t>í</a:t>
            </a:r>
            <a:r>
              <a:rPr lang="pt-BR" altLang="pt-BR" dirty="0">
                <a:solidFill>
                  <a:srgbClr val="222222"/>
                </a:solidFill>
                <a:cs typeface="Arial" panose="020B0604020202020204" pitchFamily="34" charset="0"/>
              </a:rPr>
              <a:t>sica e funcionalidade.</a:t>
            </a:r>
          </a:p>
          <a:p>
            <a:pPr marL="0" indent="0">
              <a:spcBef>
                <a:spcPct val="0"/>
              </a:spcBef>
              <a:buFontTx/>
              <a:buAutoNum type="arabicPeriod" startAt="2"/>
              <a:defRPr/>
            </a:pPr>
            <a:r>
              <a:rPr lang="pt-BR" altLang="pt-BR" dirty="0">
                <a:solidFill>
                  <a:srgbClr val="222222"/>
                </a:solidFill>
                <a:cs typeface="Arial" panose="020B0604020202020204" pitchFamily="34" charset="0"/>
              </a:rPr>
              <a:t> o produto desta concepção</a:t>
            </a:r>
          </a:p>
          <a:p>
            <a:pPr>
              <a:defRPr/>
            </a:pPr>
            <a:endParaRPr lang="pt-BR" altLang="pt-BR" dirty="0"/>
          </a:p>
          <a:p>
            <a:pPr>
              <a:defRPr/>
            </a:pPr>
            <a:r>
              <a:rPr lang="pt-BR" altLang="pt-BR" dirty="0"/>
              <a:t>Não é uma ferramenta, método (ou metodologia). É uma linguagem.</a:t>
            </a:r>
          </a:p>
          <a:p>
            <a:pPr>
              <a:defRPr/>
            </a:pPr>
            <a:endParaRPr lang="pt-BR" altLang="pt-BR" dirty="0"/>
          </a:p>
          <a:p>
            <a:endParaRPr lang="pt-BR" dirty="0"/>
          </a:p>
        </p:txBody>
      </p:sp>
    </p:spTree>
    <p:extLst>
      <p:ext uri="{BB962C8B-B14F-4D97-AF65-F5344CB8AC3E}">
        <p14:creationId xmlns:p14="http://schemas.microsoft.com/office/powerpoint/2010/main" val="2421033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0CCA9C-7CAB-418D-9B36-86787090A1FB}"/>
              </a:ext>
            </a:extLst>
          </p:cNvPr>
          <p:cNvSpPr>
            <a:spLocks noGrp="1"/>
          </p:cNvSpPr>
          <p:nvPr>
            <p:ph type="title"/>
          </p:nvPr>
        </p:nvSpPr>
        <p:spPr>
          <a:xfrm>
            <a:off x="838200" y="18255"/>
            <a:ext cx="10515600" cy="1325563"/>
          </a:xfrm>
        </p:spPr>
        <p:txBody>
          <a:bodyPr/>
          <a:lstStyle/>
          <a:p>
            <a:pPr algn="ctr"/>
            <a:r>
              <a:rPr lang="pt-BR" dirty="0"/>
              <a:t>Antes da Modelagem.... O Método</a:t>
            </a:r>
            <a:endParaRPr lang="pt-BR" i="1" dirty="0"/>
          </a:p>
        </p:txBody>
      </p:sp>
      <p:sp>
        <p:nvSpPr>
          <p:cNvPr id="3" name="Espaço Reservado para Conteúdo 2">
            <a:extLst>
              <a:ext uri="{FF2B5EF4-FFF2-40B4-BE49-F238E27FC236}">
                <a16:creationId xmlns:a16="http://schemas.microsoft.com/office/drawing/2014/main" id="{E1A20C5E-6AA4-45EC-896D-10CD4E63E40B}"/>
              </a:ext>
            </a:extLst>
          </p:cNvPr>
          <p:cNvSpPr>
            <a:spLocks noGrp="1"/>
          </p:cNvSpPr>
          <p:nvPr>
            <p:ph idx="1"/>
          </p:nvPr>
        </p:nvSpPr>
        <p:spPr>
          <a:xfrm>
            <a:off x="838200" y="1343818"/>
            <a:ext cx="10936458" cy="5380539"/>
          </a:xfrm>
        </p:spPr>
        <p:txBody>
          <a:bodyPr>
            <a:normAutofit lnSpcReduction="10000"/>
          </a:bodyPr>
          <a:lstStyle/>
          <a:p>
            <a:pPr marL="514350" indent="-514350">
              <a:buFont typeface="+mj-lt"/>
              <a:buAutoNum type="arabicPeriod"/>
            </a:pPr>
            <a:r>
              <a:rPr lang="pt-BR" dirty="0"/>
              <a:t>Identificar o sistema, seus limites, ambiente e interações com o meio</a:t>
            </a:r>
          </a:p>
          <a:p>
            <a:pPr marL="514350" indent="-514350">
              <a:buFont typeface="+mj-lt"/>
              <a:buAutoNum type="arabicPeriod"/>
            </a:pPr>
            <a:r>
              <a:rPr lang="pt-BR" altLang="pt-BR" dirty="0"/>
              <a:t>Analisar e identificar os subsistemas, seus limites, interações com os outros subsistemas e com o supersistema e seu meio</a:t>
            </a:r>
          </a:p>
          <a:p>
            <a:pPr marL="514350" indent="-514350">
              <a:buFont typeface="+mj-lt"/>
              <a:buAutoNum type="arabicPeriod"/>
            </a:pPr>
            <a:r>
              <a:rPr lang="pt-BR" altLang="pt-BR" dirty="0"/>
              <a:t>Modelar o sistema e os subsistemas, inicialmente identificando e tipificando os blocos que o compõe</a:t>
            </a:r>
          </a:p>
          <a:p>
            <a:pPr lvl="1">
              <a:defRPr/>
            </a:pPr>
            <a:r>
              <a:rPr lang="pt-BR" altLang="pt-BR" dirty="0"/>
              <a:t>Sistema / Subsistema</a:t>
            </a:r>
          </a:p>
          <a:p>
            <a:pPr lvl="1">
              <a:defRPr/>
            </a:pPr>
            <a:r>
              <a:rPr lang="pt-BR" altLang="pt-BR" dirty="0"/>
              <a:t>Hardware</a:t>
            </a:r>
          </a:p>
          <a:p>
            <a:pPr lvl="1">
              <a:defRPr/>
            </a:pPr>
            <a:r>
              <a:rPr lang="pt-BR" altLang="pt-BR" dirty="0"/>
              <a:t>Software</a:t>
            </a:r>
          </a:p>
          <a:p>
            <a:pPr lvl="1">
              <a:defRPr/>
            </a:pPr>
            <a:r>
              <a:rPr lang="pt-BR" altLang="pt-BR" dirty="0"/>
              <a:t>Instalação (Predial)</a:t>
            </a:r>
          </a:p>
          <a:p>
            <a:pPr lvl="1">
              <a:defRPr/>
            </a:pPr>
            <a:r>
              <a:rPr lang="pt-BR" altLang="pt-BR" dirty="0"/>
              <a:t>Dados</a:t>
            </a:r>
          </a:p>
          <a:p>
            <a:pPr lvl="1">
              <a:defRPr/>
            </a:pPr>
            <a:r>
              <a:rPr lang="pt-BR" altLang="pt-BR" dirty="0"/>
              <a:t>Pessoas</a:t>
            </a:r>
          </a:p>
          <a:p>
            <a:pPr lvl="1">
              <a:defRPr/>
            </a:pPr>
            <a:r>
              <a:rPr lang="pt-BR" altLang="pt-BR" dirty="0"/>
              <a:t>Procedimentos</a:t>
            </a:r>
          </a:p>
          <a:p>
            <a:pPr marL="457200" lvl="1" indent="0">
              <a:buNone/>
              <a:defRPr/>
            </a:pPr>
            <a:r>
              <a:rPr lang="pt-BR" altLang="pt-BR" dirty="0"/>
              <a:t>Ou qualquer parte relevante de um sistema que mereça ser modelado.</a:t>
            </a:r>
          </a:p>
          <a:p>
            <a:endParaRPr lang="pt-BR" dirty="0"/>
          </a:p>
        </p:txBody>
      </p:sp>
    </p:spTree>
    <p:extLst>
      <p:ext uri="{BB962C8B-B14F-4D97-AF65-F5344CB8AC3E}">
        <p14:creationId xmlns:p14="http://schemas.microsoft.com/office/powerpoint/2010/main" val="1916755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15E019-258D-4C53-AB9C-9B507C07FD9B}"/>
              </a:ext>
            </a:extLst>
          </p:cNvPr>
          <p:cNvSpPr>
            <a:spLocks noGrp="1"/>
          </p:cNvSpPr>
          <p:nvPr>
            <p:ph type="title"/>
          </p:nvPr>
        </p:nvSpPr>
        <p:spPr>
          <a:xfrm>
            <a:off x="838200" y="0"/>
            <a:ext cx="10515600" cy="1434906"/>
          </a:xfrm>
        </p:spPr>
        <p:txBody>
          <a:bodyPr/>
          <a:lstStyle/>
          <a:p>
            <a:r>
              <a:rPr lang="pt-BR" dirty="0"/>
              <a:t>Atividade (</a:t>
            </a:r>
            <a:r>
              <a:rPr lang="pt-BR"/>
              <a:t>Formativa)</a:t>
            </a:r>
            <a:endParaRPr lang="pt-BR" dirty="0"/>
          </a:p>
        </p:txBody>
      </p:sp>
      <p:sp>
        <p:nvSpPr>
          <p:cNvPr id="3" name="Espaço Reservado para Conteúdo 2">
            <a:extLst>
              <a:ext uri="{FF2B5EF4-FFF2-40B4-BE49-F238E27FC236}">
                <a16:creationId xmlns:a16="http://schemas.microsoft.com/office/drawing/2014/main" id="{11E4D0A3-50AC-4EF7-9101-4D9C7D6F2639}"/>
              </a:ext>
            </a:extLst>
          </p:cNvPr>
          <p:cNvSpPr>
            <a:spLocks noGrp="1"/>
          </p:cNvSpPr>
          <p:nvPr>
            <p:ph idx="1"/>
          </p:nvPr>
        </p:nvSpPr>
        <p:spPr>
          <a:xfrm>
            <a:off x="838200" y="1434906"/>
            <a:ext cx="10515600" cy="5148773"/>
          </a:xfrm>
        </p:spPr>
        <p:txBody>
          <a:bodyPr>
            <a:normAutofit fontScale="85000" lnSpcReduction="20000"/>
          </a:bodyPr>
          <a:lstStyle/>
          <a:p>
            <a:r>
              <a:rPr lang="pt-BR" dirty="0"/>
              <a:t>Vamos modelar uma primeira versão do ambiente, o sistema e os subsistemas nele contidos, usando uma </a:t>
            </a:r>
            <a:r>
              <a:rPr lang="pt-BR" b="1" dirty="0"/>
              <a:t>Máquina de </a:t>
            </a:r>
            <a:r>
              <a:rPr lang="pt-BR" b="1" dirty="0" err="1"/>
              <a:t>Vending</a:t>
            </a:r>
            <a:r>
              <a:rPr lang="pt-BR" b="1" dirty="0"/>
              <a:t> Machine como sistema</a:t>
            </a:r>
            <a:r>
              <a:rPr lang="pt-BR" dirty="0"/>
              <a:t>.</a:t>
            </a:r>
          </a:p>
          <a:p>
            <a:endParaRPr lang="pt-BR" dirty="0"/>
          </a:p>
          <a:p>
            <a:r>
              <a:rPr lang="pt-BR" b="1" dirty="0"/>
              <a:t>Artefato Entregável: </a:t>
            </a:r>
            <a:r>
              <a:rPr lang="pt-BR" dirty="0"/>
              <a:t>Modelo visual (</a:t>
            </a:r>
            <a:r>
              <a:rPr lang="pt-BR" b="1" dirty="0">
                <a:solidFill>
                  <a:srgbClr val="FF0000"/>
                </a:solidFill>
              </a:rPr>
              <a:t>preparar alguns slides (mínimo 5)</a:t>
            </a:r>
            <a:r>
              <a:rPr lang="pt-BR" dirty="0"/>
              <a:t>) que representem o ambiente e os subsistemas do problema acima. Se um subsistema for composto por outros subsistemas, modelar isso também.  Elencar os blocos que compõe este sistema em subsistemas e, se estes tiverem seu subsistemas, podem colocar também.</a:t>
            </a:r>
          </a:p>
          <a:p>
            <a:endParaRPr lang="pt-BR" dirty="0"/>
          </a:p>
          <a:p>
            <a:r>
              <a:rPr lang="pt-BR" dirty="0"/>
              <a:t>Linguagem de Modelagem: Livre, por enquanto.</a:t>
            </a:r>
          </a:p>
          <a:p>
            <a:endParaRPr lang="pt-BR" dirty="0"/>
          </a:p>
          <a:p>
            <a:r>
              <a:rPr lang="pt-BR" dirty="0"/>
              <a:t>Postar no CANVAS, um modelo por equipe – Equipe de </a:t>
            </a:r>
            <a:r>
              <a:rPr lang="pt-BR" dirty="0" err="1"/>
              <a:t>max</a:t>
            </a:r>
            <a:r>
              <a:rPr lang="pt-BR" dirty="0"/>
              <a:t> 5 alunos.</a:t>
            </a:r>
          </a:p>
          <a:p>
            <a:endParaRPr lang="pt-BR" dirty="0"/>
          </a:p>
          <a:p>
            <a:r>
              <a:rPr lang="pt-BR" dirty="0"/>
              <a:t>Apresentação dos slides  ( 10 minutos por equipe). (todos </a:t>
            </a:r>
            <a:r>
              <a:rPr lang="pt-BR"/>
              <a:t>devem apresentar)</a:t>
            </a:r>
            <a:endParaRPr lang="pt-BR" dirty="0"/>
          </a:p>
        </p:txBody>
      </p:sp>
    </p:spTree>
    <p:extLst>
      <p:ext uri="{BB962C8B-B14F-4D97-AF65-F5344CB8AC3E}">
        <p14:creationId xmlns:p14="http://schemas.microsoft.com/office/powerpoint/2010/main" val="53232798"/>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1864</TotalTime>
  <Words>1270</Words>
  <Application>Microsoft Macintosh PowerPoint</Application>
  <PresentationFormat>Widescreen</PresentationFormat>
  <Paragraphs>140</Paragraphs>
  <Slides>17</Slides>
  <Notes>1</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17</vt:i4>
      </vt:variant>
    </vt:vector>
  </HeadingPairs>
  <TitlesOfParts>
    <vt:vector size="22" baseType="lpstr">
      <vt:lpstr>Arial</vt:lpstr>
      <vt:lpstr>Calibri</vt:lpstr>
      <vt:lpstr>Calibri Light</vt:lpstr>
      <vt:lpstr>Times New Roman</vt:lpstr>
      <vt:lpstr>Tema do Office</vt:lpstr>
      <vt:lpstr>Modelagem de Sistemas Introdução</vt:lpstr>
      <vt:lpstr>MBSE – Model-Based System Enginnering</vt:lpstr>
      <vt:lpstr>Pergunta?</vt:lpstr>
      <vt:lpstr>3 Pilares da MBSE</vt:lpstr>
      <vt:lpstr>Qual o papel da modelagem na MBSE?</vt:lpstr>
      <vt:lpstr>Por que modelar?</vt:lpstr>
      <vt:lpstr>Para que os modelos são úteis?</vt:lpstr>
      <vt:lpstr>Princípios da Modelagem</vt:lpstr>
      <vt:lpstr>Princípios da Modelagem</vt:lpstr>
      <vt:lpstr>Princípios da Modelagem</vt:lpstr>
      <vt:lpstr>Princípios da Modelagem</vt:lpstr>
      <vt:lpstr>Sobre existência de vários modelos....</vt:lpstr>
      <vt:lpstr>Mais Reflexões sobre Modelagem....</vt:lpstr>
      <vt:lpstr>Linguagens de Modelagem de Sistemas</vt:lpstr>
      <vt:lpstr>SysML – System Modeling Language</vt:lpstr>
      <vt:lpstr>Antes da Modelagem.... O Método</vt:lpstr>
      <vt:lpstr>Atividade (Formativa)</vt:lpstr>
    </vt:vector>
  </TitlesOfParts>
  <Company>PUC-CAMPINAS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A TICs nas Empresas</dc:title>
  <dc:creator>coord.ntic</dc:creator>
  <cp:lastModifiedBy>Sergio Marques</cp:lastModifiedBy>
  <cp:revision>64</cp:revision>
  <dcterms:created xsi:type="dcterms:W3CDTF">2016-02-26T13:12:04Z</dcterms:created>
  <dcterms:modified xsi:type="dcterms:W3CDTF">2024-09-05T02:49:38Z</dcterms:modified>
</cp:coreProperties>
</file>