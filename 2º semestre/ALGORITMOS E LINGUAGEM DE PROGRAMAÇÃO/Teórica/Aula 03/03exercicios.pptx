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rels" ContentType="application/vnd.openxmlformats-package.relationshi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73.xml" ContentType="application/vnd.openxmlformats-officedocument.presentationml.slide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72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Id3" /><Relationship Type="http://schemas.openxmlformats.org/package/2006/relationships/metadata/core-properties" Target="/docProps/core.xml" Id="rId2" /><Relationship Type="http://schemas.openxmlformats.org/officeDocument/2006/relationships/officeDocument" Target="/ppt/presentation.xml" Id="rId1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7"/>
  </p:notesMasterIdLst>
  <p:sldIdLst>
    <p:sldId id="333" r:id="rId73"/>
    <p:sldId id="334" r:id="rId74"/>
    <p:sldId id="335" r:id="rId75"/>
    <p:sldId id="336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2" autoAdjust="0"/>
    <p:restoredTop sz="92615" autoAdjust="0"/>
  </p:normalViewPr>
  <p:slideViewPr>
    <p:cSldViewPr snapToGrid="0">
      <p:cViewPr varScale="1">
        <p:scale>
          <a:sx n="99" d="100"/>
          <a:sy n="99" d="100"/>
        </p:scale>
        <p:origin x="121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73.xml" Id="rId74" /><Relationship Type="http://schemas.openxmlformats.org/officeDocument/2006/relationships/presProps" Target="/ppt/presProps.xml" Id="rId128" /><Relationship Type="http://schemas.openxmlformats.org/officeDocument/2006/relationships/viewProps" Target="/ppt/viewProps.xml" Id="rId129" /><Relationship Type="http://schemas.openxmlformats.org/officeDocument/2006/relationships/slide" Target="/ppt/slides/slide74.xml" Id="rId75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130" /><Relationship Type="http://schemas.openxmlformats.org/officeDocument/2006/relationships/slide" Target="/ppt/slides/slide75.xml" Id="rId76" /><Relationship Type="http://schemas.openxmlformats.org/officeDocument/2006/relationships/tableStyles" Target="/ppt/tableStyles.xml" Id="rId131" /><Relationship Type="http://schemas.openxmlformats.org/officeDocument/2006/relationships/notesMaster" Target="/ppt/notesMasters/notesMaster1.xml" Id="rId127" /><Relationship Type="http://schemas.openxmlformats.org/officeDocument/2006/relationships/slide" Target="/ppt/slides/slide72.xml" Id="rId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45D65-A921-BD45-A74E-FDD6A94C7828}" type="datetimeFigureOut">
              <a:rPr lang="en-US"/>
              <a:t>8/6/2025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DA7C62-858D-9C4B-9AE8-88FCCBB43389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179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72.xml" Id="rId2" /><Relationship Type="http://schemas.openxmlformats.org/officeDocument/2006/relationships/notesMaster" Target="/ppt/notesMasters/notesMaster1.xml" Id="rId1" /></Relationship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44815"/>
      </p:ext>
    </p:extLst>
  </p:cSld>
  <p:clrMapOvr>
    <a:masterClrMapping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441B2-6D24-C85E-41B0-069A594984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625" y="2672394"/>
            <a:ext cx="10424532" cy="418560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Disciplina</a:t>
            </a:r>
            <a:br>
              <a:rPr lang="en-US" dirty="0"/>
            </a:br>
            <a:br>
              <a:rPr lang="en-US" dirty="0"/>
            </a:br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Título</a:t>
            </a:r>
            <a:endParaRPr lang="en-US" dirty="0">
              <a:solidFill>
                <a:srgbClr val="66FF33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9948CD5-BAAB-00C0-E2AB-BB06808349C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624" y="1996751"/>
            <a:ext cx="10508600" cy="590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err="1">
                <a:solidFill>
                  <a:srgbClr val="FF6600"/>
                </a:solidFill>
              </a:rPr>
              <a:t>Faculdade</a:t>
            </a:r>
            <a:endParaRPr lang="en-US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759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AF87665-2B38-32D5-5C08-E3F93CB4CCB5}"/>
              </a:ext>
            </a:extLst>
          </p:cNvPr>
          <p:cNvSpPr/>
          <p:nvPr userDrawn="1"/>
        </p:nvSpPr>
        <p:spPr>
          <a:xfrm flipV="1">
            <a:off x="98322" y="1056440"/>
            <a:ext cx="11387433" cy="5704366"/>
          </a:xfrm>
          <a:prstGeom prst="roundRect">
            <a:avLst>
              <a:gd name="adj" fmla="val 3256"/>
            </a:avLst>
          </a:prstGeom>
          <a:solidFill>
            <a:schemeClr val="bg1">
              <a:lumMod val="95000"/>
            </a:schemeClr>
          </a:solidFill>
          <a:ln w="317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BBB241D-DF81-835E-2D67-F68371147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3" y="97194"/>
            <a:ext cx="11591925" cy="869594"/>
          </a:xfrm>
        </p:spPr>
        <p:txBody>
          <a:bodyPr>
            <a:noAutofit/>
          </a:bodyPr>
          <a:lstStyle>
            <a:lvl1pPr>
              <a:defRPr sz="3600">
                <a:solidFill>
                  <a:srgbClr val="66FF33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CCECFD-6308-0021-7A87-69C4BBF57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2"/>
            <a:ext cx="10890590" cy="5801557"/>
          </a:xfr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800">
                <a:solidFill>
                  <a:srgbClr val="FF0000"/>
                </a:solidFill>
                <a:latin typeface="Poppins" pitchFamily="2" charset="77"/>
                <a:cs typeface="Poppins" pitchFamily="2" charset="77"/>
              </a:defRPr>
            </a:lvl1pPr>
            <a:lvl2pPr marL="895335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7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1504920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6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3pPr>
            <a:lvl4pPr marL="2114504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5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4pPr>
            <a:lvl5pPr marL="2724089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4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5393947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2" /><Relationship Type="http://schemas.openxmlformats.org/officeDocument/2006/relationships/theme" Target="/ppt/theme/theme1.xml" Id="rId6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">
              <a:schemeClr val="accent6"/>
            </a:gs>
            <a:gs pos="26000">
              <a:schemeClr val="accent4"/>
            </a:gs>
            <a:gs pos="96000">
              <a:schemeClr val="accent1"/>
            </a:gs>
            <a:gs pos="54000">
              <a:schemeClr val="accent1"/>
            </a:gs>
          </a:gsLst>
          <a:lin ang="6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78E521-62AB-88F5-654A-026EBED2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7E2F2-56F5-188A-BC96-0E8873B1F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200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  <p:sldLayoutId id="214748366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72.xml.rels>&#65279;<?xml version="1.0" encoding="utf-8"?><Relationships xmlns="http://schemas.openxmlformats.org/package/2006/relationships"><Relationship Type="http://schemas.openxmlformats.org/officeDocument/2006/relationships/notesSlide" Target="/ppt/notesSlides/notesSlide18.xml" Id="rId2" /><Relationship Type="http://schemas.openxmlformats.org/officeDocument/2006/relationships/slideLayout" Target="/ppt/slideLayouts/slideLayout2.xml" Id="rId1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DF6EF-72F7-5FC0-B815-1E1AE661D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625" y="2382253"/>
            <a:ext cx="10424532" cy="4475747"/>
          </a:xfrm>
        </p:spPr>
        <p:txBody>
          <a:bodyPr/>
          <a:lstStyle/>
          <a:p>
            <a:r>
              <a:rPr lang="en-US" dirty="0" err="1"/>
              <a:t>Algoritmos</a:t>
            </a:r>
            <a:r>
              <a:rPr lang="en-US" dirty="0"/>
              <a:t> e </a:t>
            </a:r>
            <a:r>
              <a:rPr lang="en-US" dirty="0" err="1"/>
              <a:t>Linguagens</a:t>
            </a:r>
            <a:r>
              <a:rPr lang="en-US" dirty="0"/>
              <a:t> de </a:t>
            </a:r>
            <a:r>
              <a:rPr lang="en-US" dirty="0" err="1"/>
              <a:t>Programação</a:t>
            </a:r>
            <a:br>
              <a:rPr lang="en-US" dirty="0"/>
            </a:br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Prof. Dr. Paulo Cesar de Alvarenga Lucci</a:t>
            </a:r>
            <a:br>
              <a:rPr lang="en-US" dirty="0"/>
            </a:br>
            <a:br>
              <a:rPr lang="en-US" dirty="0"/>
            </a:br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Linguagem</a:t>
            </a:r>
            <a:r>
              <a:rPr lang="en-US" sz="40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C</a:t>
            </a:r>
            <a:endParaRPr lang="en-US" dirty="0">
              <a:solidFill>
                <a:srgbClr val="66FF33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66FD4-6C1B-4401-8F47-FEB0342D252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866775" y="2838600"/>
            <a:ext cx="10508600" cy="59040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FF6600"/>
                </a:solidFill>
              </a:rPr>
              <a:t>Engenharia</a:t>
            </a:r>
            <a:r>
              <a:rPr lang="en-US" dirty="0">
                <a:solidFill>
                  <a:srgbClr val="FF6600"/>
                </a:solidFill>
              </a:rPr>
              <a:t> de Software – PUC Campinas</a:t>
            </a:r>
          </a:p>
        </p:txBody>
      </p:sp>
    </p:spTree>
    <p:extLst>
      <p:ext uri="{BB962C8B-B14F-4D97-AF65-F5344CB8AC3E}">
        <p14:creationId xmlns:p14="http://schemas.microsoft.com/office/powerpoint/2010/main" val="144252583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92875-5352-D82E-4E4B-36DBDEA2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E04751-A2AB-D0B1-E97D-3140F64A4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1) </a:t>
            </a:r>
            <a:r>
              <a:rPr lang="pt-BR" dirty="0">
                <a:solidFill>
                  <a:schemeClr val="tx1"/>
                </a:solidFill>
              </a:rPr>
              <a:t>Sabendo que A=20, B=0, C=1 e D=10, informe se as expressões são Verdadeiras ou Falsas.</a:t>
            </a:r>
          </a:p>
          <a:p>
            <a:pPr marL="952485" lvl="1" indent="-342900">
              <a:buFont typeface="+mj-lt"/>
              <a:buAutoNum type="alphaLcParenR"/>
            </a:pPr>
            <a:r>
              <a:rPr lang="pt-BR" sz="1400" dirty="0"/>
              <a:t>(A – B + D) &gt;= (C)</a:t>
            </a:r>
          </a:p>
          <a:p>
            <a:pPr marL="952485" lvl="1" indent="-342900">
              <a:buFont typeface="+mj-lt"/>
              <a:buAutoNum type="alphaLcParenR"/>
            </a:pPr>
            <a:r>
              <a:rPr lang="pt-BR" sz="1400" dirty="0"/>
              <a:t>(A &gt; (A + D)) || (C &gt; B)</a:t>
            </a:r>
          </a:p>
          <a:p>
            <a:pPr marL="952485" lvl="1" indent="-342900">
              <a:buFont typeface="+mj-lt"/>
              <a:buAutoNum type="alphaLcParenR"/>
            </a:pPr>
            <a:r>
              <a:rPr lang="pt-BR" sz="1400" dirty="0"/>
              <a:t>((A * D) &gt; (C + A)) &amp;&amp; (A &gt; B)</a:t>
            </a:r>
          </a:p>
          <a:p>
            <a:pPr marL="952485" lvl="1" indent="-342900">
              <a:buFont typeface="+mj-lt"/>
              <a:buAutoNum type="alphaLcParenR"/>
            </a:pPr>
            <a:r>
              <a:rPr lang="pt-BR" sz="1400" dirty="0"/>
              <a:t>(((A + B) / C) &gt;= 0,9) &amp;&amp; ((B * D) &lt; 0)</a:t>
            </a:r>
          </a:p>
          <a:p>
            <a:pPr marL="952485" lvl="1" indent="-342900">
              <a:buFont typeface="+mj-lt"/>
              <a:buAutoNum type="alphaLcParenR"/>
            </a:pPr>
            <a:r>
              <a:rPr lang="pt-BR" sz="1400" dirty="0"/>
              <a:t>((A + C)/D) &gt; 0,3) &amp;&amp; (((B –C)&lt;0) ) || ((C+A) &gt; D))</a:t>
            </a:r>
          </a:p>
          <a:p>
            <a:pPr marL="952485" lvl="1" indent="-342900">
              <a:buFont typeface="+mj-lt"/>
              <a:buAutoNum type="alphaLcParenR"/>
            </a:pPr>
            <a:r>
              <a:rPr lang="pt-BR" sz="1400" dirty="0"/>
              <a:t>(((A + C)/D) &gt; 0,3) &amp;&amp; ((B –C)&lt;0) )) || ((C+A) &gt; D)</a:t>
            </a:r>
          </a:p>
          <a:p>
            <a:pPr marL="952485" lvl="1" indent="-342900">
              <a:buFont typeface="+mj-lt"/>
              <a:buAutoNum type="alphaLcParenR"/>
            </a:pPr>
            <a:endParaRPr lang="pt-BR" sz="1400" dirty="0"/>
          </a:p>
          <a:p>
            <a:r>
              <a:rPr lang="pt-BR" dirty="0"/>
              <a:t>2) </a:t>
            </a:r>
            <a:r>
              <a:rPr lang="pt-BR" dirty="0">
                <a:solidFill>
                  <a:schemeClr val="tx1"/>
                </a:solidFill>
              </a:rPr>
              <a:t>Escreva um programa em C que leia a idade e o peso de uma pessoa. O programa deve dizer se ela está apta a doar sangue. Regras:</a:t>
            </a:r>
          </a:p>
          <a:p>
            <a:pPr lvl="1"/>
            <a:r>
              <a:rPr lang="pt-BR" sz="1400" dirty="0"/>
              <a:t>A idade deve estar entre 16 e 69 anos.</a:t>
            </a:r>
          </a:p>
          <a:p>
            <a:pPr lvl="1"/>
            <a:r>
              <a:rPr lang="pt-BR" sz="1400" dirty="0"/>
              <a:t>O peso deve ser maior ou igual a 50 kg.</a:t>
            </a:r>
          </a:p>
        </p:txBody>
      </p:sp>
    </p:spTree>
    <p:extLst>
      <p:ext uri="{BB962C8B-B14F-4D97-AF65-F5344CB8AC3E}">
        <p14:creationId xmlns:p14="http://schemas.microsoft.com/office/powerpoint/2010/main" val="271450143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910717-3B1F-117C-553D-239F3CF2D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2728C2-1B8A-B08B-2D02-3B868C4CB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3) </a:t>
            </a:r>
            <a:r>
              <a:rPr lang="pt-BR" dirty="0">
                <a:solidFill>
                  <a:schemeClr val="tx1"/>
                </a:solidFill>
              </a:rPr>
              <a:t>Escreva um programa que leia uma nota de 0 a 10 e mostre a classificação:</a:t>
            </a:r>
          </a:p>
          <a:p>
            <a:pPr lvl="1"/>
            <a:r>
              <a:rPr lang="pt-BR" sz="1400" dirty="0"/>
              <a:t>Menor que 5 → “Insuficiente”.</a:t>
            </a:r>
          </a:p>
          <a:p>
            <a:pPr lvl="1"/>
            <a:r>
              <a:rPr lang="pt-BR" sz="1400" dirty="0"/>
              <a:t>De 5 até 6.9 → “Regular”.</a:t>
            </a:r>
          </a:p>
          <a:p>
            <a:pPr lvl="1"/>
            <a:r>
              <a:rPr lang="pt-BR" sz="1400" dirty="0"/>
              <a:t>De 7 até 8.9 → “Bom”.</a:t>
            </a:r>
          </a:p>
          <a:p>
            <a:pPr lvl="1"/>
            <a:r>
              <a:rPr lang="pt-BR" sz="1400" dirty="0"/>
              <a:t>9 ou mais → “Excelente”.</a:t>
            </a:r>
          </a:p>
          <a:p>
            <a:r>
              <a:rPr lang="pt-BR" dirty="0"/>
              <a:t>4) </a:t>
            </a:r>
            <a:r>
              <a:rPr lang="pt-BR" dirty="0">
                <a:solidFill>
                  <a:schemeClr val="tx1"/>
                </a:solidFill>
              </a:rPr>
              <a:t>Escreva um programa que leia três valores inteiros representando lados de um triângulo. O programa deve dizer se esses valores podem formar um triângulo, ou não.</a:t>
            </a:r>
          </a:p>
          <a:p>
            <a:pPr lvl="1"/>
            <a:r>
              <a:rPr lang="pt-BR" dirty="0"/>
              <a:t>Condição: Um triângulo só é válido se a soma de dois lados for maior que o terceiro, para os três lados.</a:t>
            </a:r>
          </a:p>
        </p:txBody>
      </p:sp>
    </p:spTree>
    <p:extLst>
      <p:ext uri="{BB962C8B-B14F-4D97-AF65-F5344CB8AC3E}">
        <p14:creationId xmlns:p14="http://schemas.microsoft.com/office/powerpoint/2010/main" val="412307565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910717-3B1F-117C-553D-239F3CF2D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2728C2-1B8A-B08B-2D02-3B868C4CB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5) </a:t>
            </a:r>
            <a:r>
              <a:rPr lang="pt-BR" dirty="0">
                <a:solidFill>
                  <a:schemeClr val="tx1"/>
                </a:solidFill>
              </a:rPr>
              <a:t>Escreva um programa em C que apresente um menu com 4 operações matemáticas (adição, subtração, multiplicação e divisão). O usuário deve escolher a operação desejada (digitando um número de 1 a 4) e, em seguida, digitar dois números reais. O programa deve realizar a operação escolhida e mostrar o resultado.</a:t>
            </a:r>
          </a:p>
          <a:p>
            <a:pPr lvl="1"/>
            <a:r>
              <a:rPr lang="pt-BR" dirty="0"/>
              <a:t>Menu exemplo:</a:t>
            </a:r>
          </a:p>
          <a:p>
            <a:pPr lvl="1"/>
            <a:r>
              <a:rPr lang="pt-BR" dirty="0"/>
              <a:t>Escolha a operação desejada:</a:t>
            </a:r>
          </a:p>
          <a:p>
            <a:pPr lvl="2"/>
            <a:r>
              <a:rPr lang="pt-BR" dirty="0"/>
              <a:t>1 – Adição</a:t>
            </a:r>
          </a:p>
          <a:p>
            <a:pPr lvl="2"/>
            <a:r>
              <a:rPr lang="pt-BR" dirty="0"/>
              <a:t>2 – Subtração</a:t>
            </a:r>
          </a:p>
          <a:p>
            <a:pPr lvl="2"/>
            <a:r>
              <a:rPr lang="pt-BR" dirty="0"/>
              <a:t>3 – Multiplicação</a:t>
            </a:r>
          </a:p>
          <a:p>
            <a:pPr lvl="2"/>
            <a:r>
              <a:rPr lang="pt-BR" dirty="0"/>
              <a:t>4 – Divisão</a:t>
            </a:r>
          </a:p>
          <a:p>
            <a:pPr lvl="1"/>
            <a:r>
              <a:rPr lang="pt-BR" dirty="0"/>
              <a:t>Regras: Use switch-case para tratar a escolha do usuário. Se o usuário digitar uma opção inválida, exiba uma mensagem de erro.</a:t>
            </a:r>
          </a:p>
        </p:txBody>
      </p:sp>
    </p:spTree>
    <p:extLst>
      <p:ext uri="{BB962C8B-B14F-4D97-AF65-F5344CB8AC3E}">
        <p14:creationId xmlns:p14="http://schemas.microsoft.com/office/powerpoint/2010/main" val="2255799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4">
      <a:dk1>
        <a:srgbClr val="000000"/>
      </a:dk1>
      <a:lt1>
        <a:srgbClr val="FFFFFF"/>
      </a:lt1>
      <a:dk2>
        <a:srgbClr val="4B2D96"/>
      </a:dk2>
      <a:lt2>
        <a:srgbClr val="F8F8F8"/>
      </a:lt2>
      <a:accent1>
        <a:srgbClr val="120C26"/>
      </a:accent1>
      <a:accent2>
        <a:srgbClr val="1D1340"/>
      </a:accent2>
      <a:accent3>
        <a:srgbClr val="48358C"/>
      </a:accent3>
      <a:accent4>
        <a:srgbClr val="553FA6"/>
      </a:accent4>
      <a:accent5>
        <a:srgbClr val="A6768C"/>
      </a:accent5>
      <a:accent6>
        <a:srgbClr val="EFE4E8"/>
      </a:accent6>
      <a:hlink>
        <a:srgbClr val="A6768C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</TotalTime>
  <Words>12000</Words>
  <Application>Microsoft Office PowerPoint</Application>
  <PresentationFormat>Widescreen</PresentationFormat>
  <Paragraphs>1257</Paragraphs>
  <Slides>125</Slides>
  <Notes>39</Notes>
  <HiddenSlides>0</HiddenSlides>
  <MMClips>0</MMClips>
  <ScaleCrop>false</ScaleCrop>
  <HeadingPairs>
    <vt:vector size="8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0</vt:i4>
      </vt:variant>
      <vt:variant>
        <vt:lpstr>Títulos de slides</vt:lpstr>
      </vt:variant>
      <vt:variant>
        <vt:i4>125</vt:i4>
      </vt:variant>
    </vt:vector>
  </HeadingPairs>
  <TitlesOfParts>
    <vt:vector size="134" baseType="lpstr">
      <vt:lpstr>Arial</vt:lpstr>
      <vt:lpstr>Arial Narrow</vt:lpstr>
      <vt:lpstr>Calibri</vt:lpstr>
      <vt:lpstr>Cambria Math</vt:lpstr>
      <vt:lpstr>Courier New</vt:lpstr>
      <vt:lpstr>Poppins</vt:lpstr>
      <vt:lpstr>Roboto</vt:lpstr>
      <vt:lpstr>Segoe UI</vt:lpstr>
      <vt:lpstr>Office Theme</vt:lpstr>
      <vt:lpstr>Algoritmos e Linguagens de Programação Prof. Dr. Paulo Cesar de Alvarenga Lucci  Apresentação</vt:lpstr>
      <vt:lpstr>Apresentação</vt:lpstr>
      <vt:lpstr>Apresentação</vt:lpstr>
      <vt:lpstr>Apresentação</vt:lpstr>
      <vt:lpstr>Apresentação</vt:lpstr>
      <vt:lpstr>Apresentação</vt:lpstr>
      <vt:lpstr>Apresentação</vt:lpstr>
      <vt:lpstr>Apresentação</vt:lpstr>
      <vt:lpstr>Algoritmos e Linguagens de Programação Prof. Dr. Paulo Cesar de Alvarenga Lucci  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Algoritmos</vt:lpstr>
      <vt:lpstr>Introdução</vt:lpstr>
      <vt:lpstr>Algoritmos</vt:lpstr>
      <vt:lpstr>Algoritmos</vt:lpstr>
      <vt:lpstr>Algoritmos</vt:lpstr>
      <vt:lpstr>Algoritmos</vt:lpstr>
      <vt:lpstr>Algoritmos</vt:lpstr>
      <vt:lpstr>Algoritmos e Linguagens de Programação Prof. Dr. Paulo Cesar de Alvarenga Lucci  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Algoritmos e Linguagens de Programação Prof. Dr. Paulo Cesar de Alvarenga Lucci  Linguagem C</vt:lpstr>
      <vt:lpstr>Exercícios</vt:lpstr>
      <vt:lpstr>Exercícios</vt:lpstr>
      <vt:lpstr>Algoritmos e Linguagens de Programação Prof. Dr. Paulo Cesar de Alvarenga Lucci  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Algoritmos e Linguagens de Programação Prof. Dr. Paulo Cesar de Alvarenga Lucci  Linguagem C</vt:lpstr>
      <vt:lpstr>Exercícios</vt:lpstr>
      <vt:lpstr>Exercícios</vt:lpstr>
      <vt:lpstr>Exercícios</vt:lpstr>
      <vt:lpstr>Algoritmos e Linguagens de Programação Prof. Dr. Paulo Cesar de Alvarenga Lucci  Loops</vt:lpstr>
      <vt:lpstr>Loops</vt:lpstr>
      <vt:lpstr>Loops</vt:lpstr>
      <vt:lpstr>Loops</vt:lpstr>
      <vt:lpstr>Loops</vt:lpstr>
      <vt:lpstr>Loops</vt:lpstr>
      <vt:lpstr>Loops</vt:lpstr>
      <vt:lpstr>Loops</vt:lpstr>
      <vt:lpstr>Loops</vt:lpstr>
      <vt:lpstr>Algoritmos e Linguagens de Programação Prof. Dr. Paulo Cesar de Alvarenga Lucci  Loops</vt:lpstr>
      <vt:lpstr>Exercícios</vt:lpstr>
      <vt:lpstr>Exercícios</vt:lpstr>
      <vt:lpstr>Exercícios</vt:lpstr>
      <vt:lpstr>Exercícios</vt:lpstr>
      <vt:lpstr>Exercícios</vt:lpstr>
      <vt:lpstr>Algoritmos e Linguagens de Programação Prof. Dr. Paulo Cesar de Alvarenga Lucci  Vetores</vt:lpstr>
      <vt:lpstr>Vetores</vt:lpstr>
      <vt:lpstr>Vetores</vt:lpstr>
      <vt:lpstr>Vetores</vt:lpstr>
      <vt:lpstr>Vetores</vt:lpstr>
      <vt:lpstr>Vetores</vt:lpstr>
      <vt:lpstr>Vetores</vt:lpstr>
      <vt:lpstr>Vetores</vt:lpstr>
      <vt:lpstr>Vetores</vt:lpstr>
      <vt:lpstr>Algoritmos e Linguagens de Programação Prof. Dr. Paulo Cesar de Alvarenga Lucci  Vetores</vt:lpstr>
      <vt:lpstr>Exercícios</vt:lpstr>
      <vt:lpstr>Exercícios</vt:lpstr>
      <vt:lpstr>Algoritmos e Linguagens de Programação Prof. Dr. Paulo Cesar de Alvarenga Lucci  Matrizes</vt:lpstr>
      <vt:lpstr>Matrizes</vt:lpstr>
      <vt:lpstr>Matrizes</vt:lpstr>
      <vt:lpstr>Matrizes</vt:lpstr>
      <vt:lpstr>Matrizes</vt:lpstr>
      <vt:lpstr>Matrizes</vt:lpstr>
      <vt:lpstr>Matrizes</vt:lpstr>
      <vt:lpstr>Matrizes</vt:lpstr>
      <vt:lpstr>Matrizes</vt:lpstr>
      <vt:lpstr>Matrizes</vt:lpstr>
      <vt:lpstr>Algoritmos e Linguagens de Programação Prof. Dr. Paulo Cesar de Alvarenga Lucci  Matrizes</vt:lpstr>
      <vt:lpstr>Exercícios</vt:lpstr>
      <vt:lpstr>Exercícios</vt:lpstr>
      <vt:lpstr>Algoritmos e Linguagens de Programação Prof. Dr. Paulo Cesar de Alvarenga Lucci  Strings</vt:lpstr>
      <vt:lpstr>Strings</vt:lpstr>
      <vt:lpstr>Strings</vt:lpstr>
      <vt:lpstr>Strings</vt:lpstr>
      <vt:lpstr>Strings</vt:lpstr>
      <vt:lpstr>Strings</vt:lpstr>
      <vt:lpstr>Strings</vt:lpstr>
      <vt:lpstr>Algoritmos e Linguagens de Programação Prof. Dr. Paulo Cesar de Alvarenga Lucci  Strings</vt:lpstr>
      <vt:lpstr>Exercícios</vt:lpstr>
      <vt:lpstr>Exercícios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Yasin Arafat</dc:creator>
  <cp:lastModifiedBy>Cesar Lucci</cp:lastModifiedBy>
  <cp:revision>101</cp:revision>
  <dcterms:created xsi:type="dcterms:W3CDTF">2024-05-23T06:52:39Z</dcterms:created>
  <dcterms:modified xsi:type="dcterms:W3CDTF">2025-08-06T07:34:47Z</dcterms:modified>
</cp:coreProperties>
</file>