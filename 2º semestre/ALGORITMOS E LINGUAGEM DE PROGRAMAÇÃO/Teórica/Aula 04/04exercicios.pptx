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88.xml" ContentType="application/vnd.openxmlformats-officedocument.presentationml.slide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s/slide89.xml" ContentType="application/vnd.openxmlformats-officedocument.presentationml.slide+xml"/>
  <Override PartName="/ppt/viewProps.xml" ContentType="application/vnd.openxmlformats-officedocument.presentationml.viewProps+xml"/>
  <Override PartName="/ppt/slides/slide90.xml" ContentType="application/vnd.openxmlformats-officedocument.presentationml.slide+xml"/>
  <Override PartName="/ppt/slides/slide85.xml" ContentType="application/vnd.openxmlformats-officedocument.presentationml.slide+xml"/>
  <Override PartName="/ppt/notesSlides/notesSlide20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86.xml" ContentType="application/vnd.openxmlformats-officedocument.presentationml.slide+xml"/>
  <Override PartName="/ppt/tableStyles.xml" ContentType="application/vnd.openxmlformats-officedocument.presentationml.tableStyles+xml"/>
  <Override PartName="/ppt/slides/slide87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7"/>
  </p:notesMasterIdLst>
  <p:sldIdLst>
    <p:sldId id="346" r:id="rId86"/>
    <p:sldId id="347" r:id="rId87"/>
    <p:sldId id="348" r:id="rId88"/>
    <p:sldId id="349" r:id="rId89"/>
    <p:sldId id="386" r:id="rId90"/>
    <p:sldId id="350" r:id="rId9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2" autoAdjust="0"/>
    <p:restoredTop sz="92615" autoAdjust="0"/>
  </p:normalViewPr>
  <p:slideViewPr>
    <p:cSldViewPr snapToGrid="0">
      <p:cViewPr varScale="1">
        <p:scale>
          <a:sx n="99" d="100"/>
          <a:sy n="99" d="100"/>
        </p:scale>
        <p:origin x="12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88.xml" Id="rId89" /><Relationship Type="http://schemas.openxmlformats.org/officeDocument/2006/relationships/presProps" Target="/ppt/presProps.xml" Id="rId128" /><Relationship Type="http://schemas.openxmlformats.org/officeDocument/2006/relationships/slide" Target="/ppt/slides/slide89.xml" Id="rId90" /><Relationship Type="http://schemas.openxmlformats.org/officeDocument/2006/relationships/viewProps" Target="/ppt/viewProps.xml" Id="rId129" /><Relationship Type="http://schemas.openxmlformats.org/officeDocument/2006/relationships/slide" Target="/ppt/slides/slide90.xml" Id="rId91" /><Relationship Type="http://schemas.openxmlformats.org/officeDocument/2006/relationships/slideMaster" Target="/ppt/slideMasters/slideMaster1.xml" Id="rId1" /><Relationship Type="http://schemas.openxmlformats.org/officeDocument/2006/relationships/slide" Target="/ppt/slides/slide85.xml" Id="rId86" /><Relationship Type="http://schemas.openxmlformats.org/officeDocument/2006/relationships/theme" Target="/ppt/theme/theme1.xml" Id="rId130" /><Relationship Type="http://schemas.openxmlformats.org/officeDocument/2006/relationships/slide" Target="/ppt/slides/slide86.xml" Id="rId87" /><Relationship Type="http://schemas.openxmlformats.org/officeDocument/2006/relationships/tableStyles" Target="/ppt/tableStyles.xml" Id="rId131" /><Relationship Type="http://schemas.openxmlformats.org/officeDocument/2006/relationships/slide" Target="/ppt/slides/slide87.xml" Id="rId88" /><Relationship Type="http://schemas.openxmlformats.org/officeDocument/2006/relationships/notesMaster" Target="/ppt/notesMasters/notesMaster1.xml" Id="rId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85.xml" Id="rId2" /><Relationship Type="http://schemas.openxmlformats.org/officeDocument/2006/relationships/notesMaster" Target="/ppt/notesMasters/notesMaster1.xml" Id="rId1" /></Relationship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3" y="1056437"/>
            <a:ext cx="11087540" cy="5704365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3"/>
            <a:ext cx="10890590" cy="5487232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2" y="1056440"/>
            <a:ext cx="11387433" cy="5704366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801557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Id6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7" r:id="rId2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85.xml.rels>&#65279;<?xml version="1.0" encoding="utf-8"?><Relationships xmlns="http://schemas.openxmlformats.org/package/2006/relationships"><Relationship Type="http://schemas.openxmlformats.org/officeDocument/2006/relationships/notesSlide" Target="/ppt/notesSlides/notesSlide20.xml" Id="rId2" /><Relationship Type="http://schemas.openxmlformats.org/officeDocument/2006/relationships/slideLayout" Target="/ppt/slideLayouts/slideLayout2.xml" Id="rId1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e </a:t>
            </a:r>
            <a:r>
              <a:rPr lang="en-US" dirty="0" err="1"/>
              <a:t>Linguagens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Loops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1) </a:t>
            </a:r>
            <a:r>
              <a:rPr lang="pt-BR" dirty="0">
                <a:solidFill>
                  <a:schemeClr val="tx1"/>
                </a:solidFill>
              </a:rPr>
              <a:t>Os números primos possuem várias aplicações dentro da Computação, como por exemplo na Criptografia. Um número primo é aquele que é divisível apenas por 1 e por ele mesmo. Faça um programa que peça um número inteiro e determine se ele é ou não um número primo.</a:t>
            </a:r>
          </a:p>
          <a:p>
            <a:pPr lvl="1"/>
            <a:r>
              <a:rPr lang="pt-BR" sz="1600" dirty="0"/>
              <a:t>Dica:</a:t>
            </a:r>
          </a:p>
          <a:p>
            <a:pPr lvl="2"/>
            <a:r>
              <a:rPr lang="pt-BR" sz="1400" dirty="0"/>
              <a:t>Um número é primo até que se prove o contrário!</a:t>
            </a:r>
          </a:p>
          <a:p>
            <a:pPr lvl="2"/>
            <a:r>
              <a:rPr lang="pt-BR" sz="1400" dirty="0"/>
              <a:t>É recomendado utilizar um flag “</a:t>
            </a:r>
            <a:r>
              <a:rPr lang="pt-BR" sz="1400" dirty="0" err="1"/>
              <a:t>bool</a:t>
            </a:r>
            <a:r>
              <a:rPr lang="pt-BR" sz="1400" dirty="0"/>
              <a:t> </a:t>
            </a:r>
            <a:r>
              <a:rPr lang="pt-BR" sz="1400" dirty="0" err="1"/>
              <a:t>eh_primo</a:t>
            </a:r>
            <a:r>
              <a:rPr lang="pt-BR" sz="1400" dirty="0"/>
              <a:t> = </a:t>
            </a:r>
            <a:r>
              <a:rPr lang="pt-BR" sz="1400" dirty="0" err="1"/>
              <a:t>true</a:t>
            </a:r>
            <a:r>
              <a:rPr lang="pt-BR" sz="1400" dirty="0"/>
              <a:t>” e se não for primo se torna false. Assim dá para saber no código posterior ao loop se é ou não primo.</a:t>
            </a:r>
          </a:p>
          <a:p>
            <a:pPr lvl="2"/>
            <a:r>
              <a:rPr lang="pt-BR" sz="1400" dirty="0"/>
              <a:t>Utilize um loop que vai de 2 a (</a:t>
            </a:r>
            <a:r>
              <a:rPr lang="pt-BR" sz="1400" dirty="0" err="1"/>
              <a:t>num_digitado</a:t>
            </a:r>
            <a:r>
              <a:rPr lang="pt-BR" sz="1400" dirty="0"/>
              <a:t> – 1) e teste se o resto da divisão </a:t>
            </a:r>
            <a:r>
              <a:rPr lang="pt-BR" sz="1400" dirty="0" err="1"/>
              <a:t>num_digitado</a:t>
            </a:r>
            <a:r>
              <a:rPr lang="pt-BR" sz="1400" dirty="0"/>
              <a:t> por i é zero.</a:t>
            </a:r>
          </a:p>
          <a:p>
            <a:pPr lvl="3"/>
            <a:r>
              <a:rPr lang="pt-BR" sz="1100" dirty="0"/>
              <a:t>Se for zero está provado que não é primo. Faz (</a:t>
            </a:r>
            <a:r>
              <a:rPr lang="pt-BR" sz="1100" dirty="0" err="1"/>
              <a:t>eh_primo</a:t>
            </a:r>
            <a:r>
              <a:rPr lang="pt-BR" sz="1100" dirty="0"/>
              <a:t> = false) e já pode parar o loop.</a:t>
            </a:r>
          </a:p>
          <a:p>
            <a:pPr lvl="3"/>
            <a:r>
              <a:rPr lang="pt-BR" sz="1100" dirty="0"/>
              <a:t>Se chegar ao final do loop sem ter sido provado que não é primo, significa que é primo (</a:t>
            </a:r>
            <a:r>
              <a:rPr lang="pt-BR" sz="1100" dirty="0" err="1"/>
              <a:t>eh_primo</a:t>
            </a:r>
            <a:r>
              <a:rPr lang="pt-BR" sz="1100" dirty="0"/>
              <a:t> continua </a:t>
            </a:r>
            <a:r>
              <a:rPr lang="pt-BR" sz="1100" dirty="0" err="1"/>
              <a:t>true</a:t>
            </a:r>
            <a:r>
              <a:rPr lang="pt-BR" sz="11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71450143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2) </a:t>
            </a:r>
            <a:r>
              <a:rPr lang="pt-BR" dirty="0">
                <a:solidFill>
                  <a:schemeClr val="tx1"/>
                </a:solidFill>
              </a:rPr>
              <a:t>Elabore um programa que leia vários números, até o usuário digitar 0. O programa deverá imprimir, quantos números foram lidos, qual é o maior e o menor.</a:t>
            </a:r>
          </a:p>
          <a:p>
            <a:pPr lvl="1"/>
            <a:r>
              <a:rPr lang="pt-BR" sz="1600" dirty="0"/>
              <a:t>Dica:</a:t>
            </a:r>
          </a:p>
          <a:p>
            <a:pPr lvl="2"/>
            <a:r>
              <a:rPr lang="pt-BR" sz="1400" dirty="0"/>
              <a:t>Seu código deverá ter:</a:t>
            </a:r>
          </a:p>
          <a:p>
            <a:pPr lvl="3"/>
            <a:r>
              <a:rPr lang="pt-BR" sz="1100" dirty="0"/>
              <a:t>Um contador (para armazenar a quantidade de números digitados.</a:t>
            </a:r>
          </a:p>
          <a:p>
            <a:pPr lvl="3"/>
            <a:r>
              <a:rPr lang="pt-BR" sz="1100" dirty="0"/>
              <a:t>Um </a:t>
            </a:r>
            <a:r>
              <a:rPr lang="pt-BR" sz="1100" dirty="0" err="1"/>
              <a:t>int</a:t>
            </a:r>
            <a:r>
              <a:rPr lang="pt-BR" sz="1100" dirty="0"/>
              <a:t> que represente o máximo e outro que represente o mínimo.</a:t>
            </a:r>
          </a:p>
          <a:p>
            <a:pPr lvl="3"/>
            <a:r>
              <a:rPr lang="pt-BR" sz="1100" dirty="0"/>
              <a:t>Em cada número digitado, deve-se incrementar o contador e comparar o máximo e mínimo com o número digitado e atualizá-los caso necessário.</a:t>
            </a:r>
          </a:p>
          <a:p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28473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3) </a:t>
            </a:r>
            <a:r>
              <a:rPr lang="pt-BR" dirty="0">
                <a:solidFill>
                  <a:schemeClr val="tx1"/>
                </a:solidFill>
              </a:rPr>
              <a:t>Elabore um programa que leia vários números inteiros até o usuário digitar um número negativo. Para cada número lido deverá ser calculado e impresso seu fatorial. Faça com FOR e WHILE.</a:t>
            </a:r>
          </a:p>
          <a:p>
            <a:pPr lvl="1"/>
            <a:r>
              <a:rPr lang="pt-BR" sz="1600" dirty="0"/>
              <a:t>Dica:</a:t>
            </a:r>
          </a:p>
          <a:p>
            <a:pPr lvl="2"/>
            <a:r>
              <a:rPr lang="pt-BR" sz="1400" dirty="0"/>
              <a:t>Fatorial de num é uma sequência de multiplicações de num até 1.</a:t>
            </a:r>
          </a:p>
          <a:p>
            <a:pPr lvl="2"/>
            <a:r>
              <a:rPr lang="pt-BR" sz="1400" dirty="0"/>
              <a:t>Utilize um loop que vai de 1 a num (ou de num a 1) e que vai atualizando essa multiplicação termo a termo em uma variável int.</a:t>
            </a:r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147115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4) </a:t>
            </a:r>
            <a:r>
              <a:rPr lang="pt-BR" dirty="0">
                <a:solidFill>
                  <a:schemeClr val="tx1"/>
                </a:solidFill>
              </a:rPr>
              <a:t>Um usuário deseja utilizar um sistema protegido por senha.  Ele tem 3 tentativas para acertar a senha correta. Defina uma senha </a:t>
            </a:r>
            <a:r>
              <a:rPr lang="pt-BR" dirty="0" err="1">
                <a:solidFill>
                  <a:schemeClr val="tx1"/>
                </a:solidFill>
              </a:rPr>
              <a:t>hardcoded</a:t>
            </a:r>
            <a:r>
              <a:rPr lang="pt-BR" dirty="0">
                <a:solidFill>
                  <a:schemeClr val="tx1"/>
                </a:solidFill>
              </a:rPr>
              <a:t> (tipo </a:t>
            </a:r>
            <a:r>
              <a:rPr lang="pt-BR" dirty="0" err="1">
                <a:solidFill>
                  <a:schemeClr val="tx1"/>
                </a:solidFill>
              </a:rPr>
              <a:t>int</a:t>
            </a:r>
            <a:r>
              <a:rPr lang="pt-BR" dirty="0">
                <a:solidFill>
                  <a:schemeClr val="tx1"/>
                </a:solidFill>
              </a:rPr>
              <a:t>) e faça um programa que solicite a senha do usuário. Enquanto ele não acertar o programa deverá imprimir “Acesso negado”. Caso contrário, deverá imprimir “Acesso liberado”. Se ao final das 3 tentativas não tiver acesso liberado, o programa irá bloquear o usuário emitindo um aviso “Limite máximo de tentativas excedido. Usuário bloqueado!”.</a:t>
            </a:r>
          </a:p>
          <a:p>
            <a:pPr lvl="1"/>
            <a:r>
              <a:rPr lang="pt-BR" sz="1600" dirty="0"/>
              <a:t>Dica:</a:t>
            </a:r>
          </a:p>
          <a:p>
            <a:pPr lvl="2"/>
            <a:r>
              <a:rPr lang="pt-BR" sz="1400" dirty="0"/>
              <a:t>Esse programa deve ter um contador que representa o número da tentativa atual (de 1 a 3).</a:t>
            </a:r>
            <a:endParaRPr lang="pt-BR" sz="2000" dirty="0"/>
          </a:p>
          <a:p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71530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</a:rPr>
              <a:t>5) Faça um programa que leia 5 números inteiros e que os ordene em ordem crescente. Ao final imprima esses 5 números ordenados.</a:t>
            </a:r>
          </a:p>
          <a:p>
            <a:pPr lvl="1"/>
            <a:r>
              <a:rPr lang="pt-BR" sz="1600" dirty="0"/>
              <a:t>Dica:</a:t>
            </a:r>
          </a:p>
          <a:p>
            <a:pPr lvl="2"/>
            <a:r>
              <a:rPr lang="pt-BR" sz="1400" dirty="0"/>
              <a:t>Crie as variáveis </a:t>
            </a:r>
            <a:r>
              <a:rPr lang="pt-BR" sz="1400" dirty="0" err="1"/>
              <a:t>int</a:t>
            </a:r>
            <a:r>
              <a:rPr lang="pt-BR" sz="1400" dirty="0"/>
              <a:t> num1, num2, num3, num4 e num5 e atribua valores a eles lendo pelo teclado.</a:t>
            </a:r>
          </a:p>
          <a:p>
            <a:pPr lvl="2"/>
            <a:r>
              <a:rPr lang="pt-BR" sz="1400" dirty="0"/>
              <a:t>Crie uma flag (</a:t>
            </a:r>
            <a:r>
              <a:rPr lang="pt-BR" sz="1400" dirty="0" err="1"/>
              <a:t>bool</a:t>
            </a:r>
            <a:r>
              <a:rPr lang="pt-BR" sz="1400" dirty="0"/>
              <a:t> </a:t>
            </a:r>
            <a:r>
              <a:rPr lang="pt-BR" sz="1400" dirty="0" err="1"/>
              <a:t>mustStop</a:t>
            </a:r>
            <a:r>
              <a:rPr lang="pt-BR" sz="1400" dirty="0"/>
              <a:t> = false).</a:t>
            </a:r>
          </a:p>
          <a:p>
            <a:pPr lvl="2"/>
            <a:r>
              <a:rPr lang="pt-BR" sz="1400" dirty="0"/>
              <a:t>Faça um loop utilizando </a:t>
            </a:r>
            <a:r>
              <a:rPr lang="pt-BR" sz="1400" dirty="0" err="1"/>
              <a:t>while</a:t>
            </a:r>
            <a:r>
              <a:rPr lang="pt-BR" sz="1400" dirty="0"/>
              <a:t>(</a:t>
            </a:r>
            <a:r>
              <a:rPr lang="pt-BR" sz="1400" dirty="0" err="1"/>
              <a:t>mustStop</a:t>
            </a:r>
            <a:r>
              <a:rPr lang="pt-BR" sz="1400" dirty="0"/>
              <a:t> == false) que compare num1 com num2, num2 com num3, num3 com num4 e num4 com num5 fazendo swap caso o primeiro seja maior que o segundo.</a:t>
            </a:r>
          </a:p>
          <a:p>
            <a:pPr lvl="3"/>
            <a:r>
              <a:rPr lang="pt-BR" sz="1100" dirty="0"/>
              <a:t>No início do loop coloque </a:t>
            </a:r>
            <a:r>
              <a:rPr lang="pt-BR" sz="1100" dirty="0" err="1"/>
              <a:t>mustStop</a:t>
            </a:r>
            <a:r>
              <a:rPr lang="pt-BR" sz="1100" dirty="0"/>
              <a:t> = </a:t>
            </a:r>
            <a:r>
              <a:rPr lang="pt-BR" sz="1100" dirty="0" err="1"/>
              <a:t>true</a:t>
            </a:r>
            <a:r>
              <a:rPr lang="pt-BR" sz="1100" dirty="0"/>
              <a:t>. Se houver swap mude </a:t>
            </a:r>
            <a:r>
              <a:rPr lang="pt-BR" sz="1100" dirty="0" err="1"/>
              <a:t>mustStop</a:t>
            </a:r>
            <a:r>
              <a:rPr lang="pt-BR" sz="1100" dirty="0"/>
              <a:t> para false, indicando que ainda não terminamos a ordenação.</a:t>
            </a:r>
          </a:p>
          <a:p>
            <a:pPr lvl="3"/>
            <a:r>
              <a:rPr lang="pt-BR" sz="1100" dirty="0"/>
              <a:t>Quando compararmos os 5 números e não houver swap, o flag </a:t>
            </a:r>
            <a:r>
              <a:rPr lang="pt-BR" sz="1100" dirty="0" err="1"/>
              <a:t>mustStop</a:t>
            </a:r>
            <a:r>
              <a:rPr lang="pt-BR" sz="1100" dirty="0"/>
              <a:t> estará </a:t>
            </a:r>
            <a:r>
              <a:rPr lang="pt-BR" sz="1100" dirty="0" err="1"/>
              <a:t>true</a:t>
            </a:r>
            <a:r>
              <a:rPr lang="pt-BR" sz="1100" dirty="0"/>
              <a:t> e o </a:t>
            </a:r>
            <a:r>
              <a:rPr lang="pt-BR" sz="1100" dirty="0" err="1"/>
              <a:t>while</a:t>
            </a:r>
            <a:r>
              <a:rPr lang="pt-BR" sz="1100" dirty="0"/>
              <a:t> terminará.</a:t>
            </a:r>
          </a:p>
        </p:txBody>
      </p:sp>
    </p:spTree>
    <p:extLst>
      <p:ext uri="{BB962C8B-B14F-4D97-AF65-F5344CB8AC3E}">
        <p14:creationId xmlns:p14="http://schemas.microsoft.com/office/powerpoint/2010/main" val="2234125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12000</Words>
  <Application>Microsoft Office PowerPoint</Application>
  <PresentationFormat>Widescreen</PresentationFormat>
  <Paragraphs>1257</Paragraphs>
  <Slides>125</Slides>
  <Notes>39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125</vt:i4>
      </vt:variant>
    </vt:vector>
  </HeadingPairs>
  <TitlesOfParts>
    <vt:vector size="134" baseType="lpstr">
      <vt:lpstr>Arial</vt:lpstr>
      <vt:lpstr>Arial Narrow</vt:lpstr>
      <vt:lpstr>Calibri</vt:lpstr>
      <vt:lpstr>Cambria Math</vt:lpstr>
      <vt:lpstr>Courier New</vt:lpstr>
      <vt:lpstr>Poppins</vt:lpstr>
      <vt:lpstr>Roboto</vt:lpstr>
      <vt:lpstr>Segoe UI</vt:lpstr>
      <vt:lpstr>Office Theme</vt:lpstr>
      <vt:lpstr>Algoritmos e Linguagens de Programação Prof. Dr. Paulo Cesar de Alvarenga Lucci  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Algoritmos e Linguagens de Programação Prof. Dr. Paulo Cesar de Alvarenga Lucci  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Algoritmos</vt:lpstr>
      <vt:lpstr>Introdução</vt:lpstr>
      <vt:lpstr>Algoritmos</vt:lpstr>
      <vt:lpstr>Algoritmos</vt:lpstr>
      <vt:lpstr>Algoritmos</vt:lpstr>
      <vt:lpstr>Algoritmos</vt:lpstr>
      <vt:lpstr>Algoritmos</vt:lpstr>
      <vt:lpstr>Algoritmos e Linguagens de Programação Prof. Dr. Paulo Cesar de Alvarenga Lucci  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Algoritmos e Linguagens de Programação Prof. Dr. Paulo Cesar de Alvarenga Lucci  Linguagem C</vt:lpstr>
      <vt:lpstr>Exercícios</vt:lpstr>
      <vt:lpstr>Exercícios</vt:lpstr>
      <vt:lpstr>Algoritmos e Linguagens de Programação Prof. Dr. Paulo Cesar de Alvarenga Lucci  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Algoritmos e Linguagens de Programação Prof. Dr. Paulo Cesar de Alvarenga Lucci  Linguagem C</vt:lpstr>
      <vt:lpstr>Exercícios</vt:lpstr>
      <vt:lpstr>Exercícios</vt:lpstr>
      <vt:lpstr>Exercícios</vt:lpstr>
      <vt:lpstr>Algoritmos e Linguagens de Programação Prof. Dr. Paulo Cesar de Alvarenga Lucci  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Algoritmos e Linguagens de Programação Prof. Dr. Paulo Cesar de Alvarenga Lucci  Loops</vt:lpstr>
      <vt:lpstr>Exercícios</vt:lpstr>
      <vt:lpstr>Exercícios</vt:lpstr>
      <vt:lpstr>Exercícios</vt:lpstr>
      <vt:lpstr>Exercícios</vt:lpstr>
      <vt:lpstr>Exercícios</vt:lpstr>
      <vt:lpstr>Algoritmos e Linguagens de Programação Prof. Dr. Paulo Cesar de Alvarenga Lucci  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Algoritmos e Linguagens de Programação Prof. Dr. Paulo Cesar de Alvarenga Lucci  Vetores</vt:lpstr>
      <vt:lpstr>Exercícios</vt:lpstr>
      <vt:lpstr>Exercícios</vt:lpstr>
      <vt:lpstr>Algoritmos e Linguagens de Programação Prof. Dr. Paulo Cesar de Alvarenga Lucci  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Algoritmos e Linguagens de Programação Prof. Dr. Paulo Cesar de Alvarenga Lucci  Matrizes</vt:lpstr>
      <vt:lpstr>Exercícios</vt:lpstr>
      <vt:lpstr>Exercícios</vt:lpstr>
      <vt:lpstr>Algoritmos e Linguagens de Programação Prof. Dr. Paulo Cesar de Alvarenga Lucci  Strings</vt:lpstr>
      <vt:lpstr>Strings</vt:lpstr>
      <vt:lpstr>Strings</vt:lpstr>
      <vt:lpstr>Strings</vt:lpstr>
      <vt:lpstr>Strings</vt:lpstr>
      <vt:lpstr>Strings</vt:lpstr>
      <vt:lpstr>Strings</vt:lpstr>
      <vt:lpstr>Algoritmos e Linguagens de Programação Prof. Dr. Paulo Cesar de Alvarenga Lucci  Strings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Cesar Lucci</cp:lastModifiedBy>
  <cp:revision>101</cp:revision>
  <dcterms:created xsi:type="dcterms:W3CDTF">2024-05-23T06:52:39Z</dcterms:created>
  <dcterms:modified xsi:type="dcterms:W3CDTF">2025-08-06T07:34:47Z</dcterms:modified>
</cp:coreProperties>
</file>