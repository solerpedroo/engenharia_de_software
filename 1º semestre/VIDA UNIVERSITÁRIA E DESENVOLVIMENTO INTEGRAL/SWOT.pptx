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0" r:id="rId2"/>
    <p:sldId id="32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7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631FB-DF1B-445A-D6E0-D07240A51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5A5904-26E5-AB7D-E957-5FA2875F9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19A3A7-992F-D2EA-4735-D102BC4E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F480AC-65D2-AB4B-9822-EFEBE491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C84678-91F0-BD11-5904-C15122C3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77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7DE2D-B86F-F050-3DA2-52192D16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136ED-7364-F73B-3A08-D32477EE3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8C79A4-0CB4-19F5-DDF7-6A2918FF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52F3F9-703D-6851-EBAD-1CAC7919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5213EF-7938-3C43-2469-A27AB6FA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10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A4F10-085C-8AB0-8076-BDC0DFE32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058434-4FE0-DA59-F995-8C7B20A79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AC1003-05B3-141C-D3AD-8ACA2665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697E30-6768-A42D-84EB-DB37FEFE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37B566-8068-A76D-67AA-C4240162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19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4CC81-D238-23A5-2018-DB9BA30D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29F0A8-D561-666A-F8F3-9C9E2A7E0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47FB59-A2FD-EFE4-F858-4BECDBE2B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0490C3-54A9-1263-0CC1-326152AE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A07DEA-42D2-12D7-BD6B-69FB02D95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8136E4-90C3-0EED-A6FE-FFB807DB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41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DECA3-3DE8-B526-20EA-87AEAE78A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6A40A8-38E7-2AF4-B9F6-36C090E5D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8EF9B2-8250-A19B-6C1D-E3A2F8956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9418B4-84BF-C156-A865-918B50E45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D13595E-136E-F783-C214-047F1E5D2C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49D5DC-143F-9092-1153-9EEE8CC2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8AFA79A-E507-9FE6-723A-3C125C09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9E26E7-BEC7-EAAF-9B60-78D6CF9C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70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6D5B8-47B5-CCB9-E092-3D123984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D1066D-2BD6-4F43-CC4B-936588F8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E27B7A-9E48-5C0B-5EC5-8A7E362A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78101A-FF38-8B08-EC38-41096BC2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01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462B9D-1920-D848-507F-C5C46003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B60E08-2B21-2A2D-22D1-740EBA98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CDC342-F10C-5FB3-8DA4-2A7A88EC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99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0E91A-BA9A-84C5-9315-8D2F1AB3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725163-FA6A-154F-5113-852A8D254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7CC141-D434-1CB2-5FEC-EF761AA42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189158-1C25-7594-5E8C-4D022D116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E34E53-CCF0-EAAF-C072-CE335355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A3976C-4896-88EE-69BD-B1DC3062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62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128A7-83CF-9347-B77C-EA9A2D76C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755EF7-D1B0-06A9-EBAD-5F23ACF02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1E8ACB-E69A-B605-C905-1B319C883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6AE60F-66A8-639A-E7CA-93E6A176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3739A1-B53A-97CD-A3BD-0AC5C533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C95550-F6CA-F8B4-CFE0-6E290868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21EAF-F000-4794-8CA9-744834983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C3CACC-9CE0-901E-31A6-07D379A2F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863C63-CD02-781B-BA20-733F2DCB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C20610-D1E0-2093-9C45-7AD2E483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AAB744-FA60-475C-0FB7-06584915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223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98E024-995A-102D-28A9-36939E666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05788B-9E41-9B4E-A80B-FA4E4A249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CC3643-8A4D-637B-1BFC-8308AC9D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B1DC9C-EB55-B34F-C3B3-05CB61D3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F07C7B-709C-EB4A-BB7A-6F37D5F1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99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7D7BDDD-36D0-7746-33EA-EAF870A7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FF9A4B-0DBD-57CE-2FEE-BADD7D837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A2DA94-23A8-8605-81CD-3A14FD927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D5146-1A58-8F44-85B8-BC75FA1A51B4}" type="datetimeFigureOut">
              <a:rPr lang="pt-BR" smtClean="0"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234C79-083B-E254-0D04-F615E67C0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319C4E-77AC-8921-22D2-746D9F767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96F1B-77BB-F14E-820F-C8436976DA4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29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DB50-303E-EF64-041E-1BC55ADD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SWOT/FOFA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3A9D2-0BC9-0406-24BF-8A327B930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Pedro Henrique </a:t>
            </a:r>
            <a:r>
              <a:rPr lang="pt-BR" dirty="0" err="1"/>
              <a:t>Contardi</a:t>
            </a:r>
            <a:r>
              <a:rPr lang="pt-BR" dirty="0"/>
              <a:t> Soler – RA 25005592</a:t>
            </a:r>
          </a:p>
        </p:txBody>
      </p:sp>
    </p:spTree>
    <p:extLst>
      <p:ext uri="{BB962C8B-B14F-4D97-AF65-F5344CB8AC3E}">
        <p14:creationId xmlns:p14="http://schemas.microsoft.com/office/powerpoint/2010/main" val="2352125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9CC2AA8-B499-2327-2378-4C83D3EED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516265"/>
              </p:ext>
            </p:extLst>
          </p:nvPr>
        </p:nvGraphicFramePr>
        <p:xfrm>
          <a:off x="76200" y="152399"/>
          <a:ext cx="12115799" cy="657497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620486">
                  <a:extLst>
                    <a:ext uri="{9D8B030D-6E8A-4147-A177-3AD203B41FA5}">
                      <a16:colId xmlns:a16="http://schemas.microsoft.com/office/drawing/2014/main" val="428149771"/>
                    </a:ext>
                  </a:extLst>
                </a:gridCol>
                <a:gridCol w="5497285">
                  <a:extLst>
                    <a:ext uri="{9D8B030D-6E8A-4147-A177-3AD203B41FA5}">
                      <a16:colId xmlns:a16="http://schemas.microsoft.com/office/drawing/2014/main" val="4080641462"/>
                    </a:ext>
                  </a:extLst>
                </a:gridCol>
                <a:gridCol w="5998028">
                  <a:extLst>
                    <a:ext uri="{9D8B030D-6E8A-4147-A177-3AD203B41FA5}">
                      <a16:colId xmlns:a16="http://schemas.microsoft.com/office/drawing/2014/main" val="1854226906"/>
                    </a:ext>
                  </a:extLst>
                </a:gridCol>
              </a:tblGrid>
              <a:tr h="328748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0" dirty="0">
                          <a:effectLst/>
                        </a:rPr>
                        <a:t>Fatores Interno</a:t>
                      </a:r>
                      <a:endParaRPr lang="pt-BR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83" marR="57483" marT="28741" marB="28741" vert="vert27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2000" b="0" dirty="0">
                          <a:effectLst/>
                        </a:rPr>
                        <a:t>S – Forças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Quais são suas maiores qualidades?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Quais são os valores que guiam sua vida?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Quais são seus grandes diferenciais?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 que você faz de especial?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Quais aspectos fazem você destacar-se em  relação aos demais?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pt-BR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83" marR="57483" marT="28741" marB="287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2000" b="0" dirty="0">
                          <a:effectLst/>
                        </a:rPr>
                        <a:t>W – Fraquezas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Quais atitudes sabotam seu crescimento?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 comportamentos sempre prejudicam você?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 erros tenho cometido e que preciso melhorar?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 características fazem com que você se sinta desconfortável consigo mesmo?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Você se sente motivado e animado  para buscar seus objetivos?</a:t>
                      </a:r>
                    </a:p>
                  </a:txBody>
                  <a:tcPr marL="57483" marR="57483" marT="28741" marB="287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71264"/>
                  </a:ext>
                </a:extLst>
              </a:tr>
              <a:tr h="3287485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0" dirty="0">
                          <a:effectLst/>
                        </a:rPr>
                        <a:t>Fatores Externo</a:t>
                      </a:r>
                      <a:endParaRPr lang="pt-BR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83" marR="57483" marT="28741" marB="28741" vert="vert27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2000" b="0" dirty="0">
                          <a:effectLst/>
                        </a:rPr>
                        <a:t>O – Oportunidades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/>
                        <a:t>Possuo espírito empreendedor e a mente aberta?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/>
                        <a:t>Sou dedicado, atento ao mercado e tem bom networking?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/>
                        <a:t>Estou me preparando para o mercado, de que forma?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/>
                        <a:t>Enxergar quais são as áreas e funções que posso exercer, e pesquisar as oportunidades.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pt-BR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83" marR="57483" marT="28741" marB="287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2000" b="0" dirty="0">
                          <a:effectLst/>
                        </a:rPr>
                        <a:t>T – Ameaças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Você domina os conhecimentos necessários para seu crescimento?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 disposição em aprender e atitude para empreender?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Quais dificuldades estão presentes, atualmente, em sua vida?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Quais aspectos da sua personalidade podem sabotar seus resultados?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Quem e o que pode interferir diretamente em seu sucesso pessoal e/ou profissional?  </a:t>
                      </a:r>
                    </a:p>
                  </a:txBody>
                  <a:tcPr marL="57483" marR="57483" marT="28741" marB="287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883591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2A1CC076-115B-462E-0027-5E0928A84A74}"/>
              </a:ext>
            </a:extLst>
          </p:cNvPr>
          <p:cNvSpPr/>
          <p:nvPr/>
        </p:nvSpPr>
        <p:spPr>
          <a:xfrm>
            <a:off x="718456" y="217714"/>
            <a:ext cx="3940629" cy="1208317"/>
          </a:xfrm>
          <a:prstGeom prst="rect">
            <a:avLst/>
          </a:prstGeom>
          <a:solidFill>
            <a:schemeClr val="accent5">
              <a:alpha val="1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5958EC-AF51-C1BE-B23B-F92788EB4F7A}"/>
              </a:ext>
            </a:extLst>
          </p:cNvPr>
          <p:cNvSpPr/>
          <p:nvPr/>
        </p:nvSpPr>
        <p:spPr>
          <a:xfrm>
            <a:off x="6177643" y="130631"/>
            <a:ext cx="5295900" cy="129540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3707839-F03E-7EC7-63D3-E9B8A6C6A49D}"/>
              </a:ext>
            </a:extLst>
          </p:cNvPr>
          <p:cNvSpPr/>
          <p:nvPr/>
        </p:nvSpPr>
        <p:spPr>
          <a:xfrm>
            <a:off x="6177643" y="3429000"/>
            <a:ext cx="5295900" cy="129540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4C5FD1B-C6C3-6B5B-28DC-DBD317B38F7B}"/>
              </a:ext>
            </a:extLst>
          </p:cNvPr>
          <p:cNvSpPr/>
          <p:nvPr/>
        </p:nvSpPr>
        <p:spPr>
          <a:xfrm>
            <a:off x="704847" y="3439884"/>
            <a:ext cx="5472795" cy="1284516"/>
          </a:xfrm>
          <a:prstGeom prst="rect">
            <a:avLst/>
          </a:prstGeom>
          <a:solidFill>
            <a:schemeClr val="accent5">
              <a:alpha val="1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B3F17-E834-7DA2-04D2-4F49948AAD5E}"/>
              </a:ext>
            </a:extLst>
          </p:cNvPr>
          <p:cNvSpPr txBox="1"/>
          <p:nvPr/>
        </p:nvSpPr>
        <p:spPr>
          <a:xfrm>
            <a:off x="625409" y="1783080"/>
            <a:ext cx="563167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pt-BR" sz="1100" dirty="0"/>
              <a:t>Resolução de problemas, comunicação eficiente, determinação. </a:t>
            </a:r>
          </a:p>
          <a:p>
            <a:pPr marL="228600" indent="-228600">
              <a:buAutoNum type="arabicPeriod"/>
            </a:pPr>
            <a:r>
              <a:rPr lang="pt-BR" sz="1100" dirty="0"/>
              <a:t>Humildade, respeito, honestidade e princípios cristãos.</a:t>
            </a:r>
          </a:p>
          <a:p>
            <a:pPr marL="228600" indent="-228600">
              <a:buAutoNum type="arabicPeriod"/>
            </a:pPr>
            <a:r>
              <a:rPr lang="pt-BR" sz="1100" dirty="0"/>
              <a:t>Busco sempre encontrar a solução e não ficar pensando somente no porquê.</a:t>
            </a:r>
          </a:p>
          <a:p>
            <a:pPr marL="228600" indent="-228600">
              <a:buAutoNum type="arabicPeriod"/>
            </a:pPr>
            <a:r>
              <a:rPr lang="pt-BR" sz="1100" dirty="0"/>
              <a:t>Sempre busco ajudar os que mais precisam de auxílio.</a:t>
            </a:r>
          </a:p>
          <a:p>
            <a:pPr marL="228600" indent="-228600">
              <a:buAutoNum type="arabicPeriod"/>
            </a:pPr>
            <a:r>
              <a:rPr lang="pt-BR" sz="1100" dirty="0"/>
              <a:t>Vendo o pessoal da minha idade, vejo que buscar sempre estar mais próximo de Deus.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1D15A-2BD3-6C4B-E81C-ECF67ACEF752}"/>
              </a:ext>
            </a:extLst>
          </p:cNvPr>
          <p:cNvSpPr txBox="1"/>
          <p:nvPr/>
        </p:nvSpPr>
        <p:spPr>
          <a:xfrm>
            <a:off x="6348029" y="1783079"/>
            <a:ext cx="480291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pt-BR" sz="1100" dirty="0"/>
              <a:t>Procrastinação e uso de fontes de dopamina ruins (redes sociais).</a:t>
            </a:r>
          </a:p>
          <a:p>
            <a:pPr marL="228600" indent="-228600">
              <a:buAutoNum type="arabicPeriod"/>
            </a:pPr>
            <a:r>
              <a:rPr lang="pt-BR" sz="1100" dirty="0"/>
              <a:t>Ficar pensando negativamente, não colocar em prática.</a:t>
            </a:r>
          </a:p>
          <a:p>
            <a:pPr marL="228600" indent="-228600">
              <a:buAutoNum type="arabicPeriod"/>
            </a:pPr>
            <a:r>
              <a:rPr lang="pt-BR" sz="1100" dirty="0"/>
              <a:t>Procrastinação e falta de atitude.</a:t>
            </a:r>
          </a:p>
          <a:p>
            <a:pPr marL="228600" indent="-228600">
              <a:buAutoNum type="arabicPeriod"/>
            </a:pPr>
            <a:r>
              <a:rPr lang="pt-BR" sz="1100" dirty="0"/>
              <a:t>Falta de atitude em alguns momentos e pensamentos que não agregam.</a:t>
            </a:r>
          </a:p>
          <a:p>
            <a:pPr marL="228600" indent="-228600">
              <a:buAutoNum type="arabicPeriod"/>
            </a:pPr>
            <a:r>
              <a:rPr lang="pt-BR" sz="1100" dirty="0"/>
              <a:t>Sim, me sinto muito motivado para alcançar meus objetivos.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DBAF0-9C49-C6FB-5E1C-3BB1229AA97E}"/>
              </a:ext>
            </a:extLst>
          </p:cNvPr>
          <p:cNvSpPr txBox="1"/>
          <p:nvPr/>
        </p:nvSpPr>
        <p:spPr>
          <a:xfrm>
            <a:off x="625409" y="4973126"/>
            <a:ext cx="54705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pt-BR" sz="1100" dirty="0"/>
              <a:t>Sim, busco sempre buscar diferentes maneiras de criar novos vínculos com o ramo de empreendedorismo.</a:t>
            </a:r>
          </a:p>
          <a:p>
            <a:pPr marL="228600" indent="-228600">
              <a:buAutoNum type="arabicPeriod"/>
            </a:pPr>
            <a:r>
              <a:rPr lang="pt-BR" sz="1100" dirty="0"/>
              <a:t>Sim, sempre busco estar em eventos da área de inovação, tech e fases do mercado.</a:t>
            </a:r>
          </a:p>
          <a:p>
            <a:pPr marL="228600" indent="-228600">
              <a:buAutoNum type="arabicPeriod"/>
            </a:pPr>
            <a:r>
              <a:rPr lang="pt-BR" sz="1100" dirty="0"/>
              <a:t>Sim, através de cursos que faço sobre este meio, buscando formas de networking, lendo livros voltados a esse nicho e estando a par do que vem ocorrendo no mundo de forma como um todo.</a:t>
            </a:r>
          </a:p>
          <a:p>
            <a:pPr marL="228600" indent="-228600">
              <a:buAutoNum type="arabicPeriod"/>
            </a:pPr>
            <a:r>
              <a:rPr lang="pt-BR" sz="1100" dirty="0"/>
              <a:t>Áreas que posso exercer: fazer partes de startups de tech, desenvolvimento de software, e-commerce. Oportunidades: eventos de inovação, como Startup Day (Sebrae for Startups), Campinas </a:t>
            </a:r>
            <a:r>
              <a:rPr lang="pt-BR" sz="1100" dirty="0" err="1"/>
              <a:t>Innovation</a:t>
            </a:r>
            <a:r>
              <a:rPr lang="pt-BR" sz="1100" dirty="0"/>
              <a:t> Week, </a:t>
            </a:r>
            <a:r>
              <a:rPr lang="pt-BR" sz="1100" dirty="0" err="1"/>
              <a:t>ExpoEcom</a:t>
            </a:r>
            <a:r>
              <a:rPr lang="pt-BR" sz="1100" dirty="0"/>
              <a:t>. </a:t>
            </a:r>
          </a:p>
          <a:p>
            <a:pPr marL="228600" indent="-228600">
              <a:buAutoNum type="arabicPeriod"/>
            </a:pPr>
            <a:endParaRPr lang="pt-BR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AE91E-9A90-ADA9-00FD-A1E010F1B74A}"/>
              </a:ext>
            </a:extLst>
          </p:cNvPr>
          <p:cNvSpPr txBox="1"/>
          <p:nvPr/>
        </p:nvSpPr>
        <p:spPr>
          <a:xfrm>
            <a:off x="6348029" y="4973125"/>
            <a:ext cx="584397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pt-BR" sz="1100" dirty="0"/>
              <a:t>100% não, porém estou em constante busca para dominá-los.</a:t>
            </a:r>
          </a:p>
          <a:p>
            <a:pPr marL="228600" indent="-228600">
              <a:buAutoNum type="arabicPeriod"/>
            </a:pPr>
            <a:r>
              <a:rPr lang="pt-BR" sz="1100" dirty="0"/>
              <a:t>Sim, busco sempre estar em constante desenvolvimento e aprendizado, seguindo meios, como o </a:t>
            </a:r>
            <a:r>
              <a:rPr lang="pt-BR" sz="1100" dirty="0" err="1"/>
              <a:t>lifelong</a:t>
            </a:r>
            <a:r>
              <a:rPr lang="pt-BR" sz="1100" dirty="0"/>
              <a:t> learning. </a:t>
            </a:r>
          </a:p>
          <a:p>
            <a:pPr marL="228600" indent="-228600">
              <a:buAutoNum type="arabicPeriod"/>
            </a:pPr>
            <a:r>
              <a:rPr lang="pt-BR" sz="1100" dirty="0"/>
              <a:t>Algumas dificuldades que vejo, é buscar o networking específico voltado para a área que quero seguir dentro de startups, voltado para o ramo de segurança rodoviária.</a:t>
            </a:r>
          </a:p>
          <a:p>
            <a:pPr marL="228600" indent="-228600">
              <a:buAutoNum type="arabicPeriod"/>
            </a:pPr>
            <a:r>
              <a:rPr lang="pt-BR" sz="1100" dirty="0"/>
              <a:t>Procrastinação.</a:t>
            </a:r>
          </a:p>
          <a:p>
            <a:pPr marL="228600" indent="-228600">
              <a:buAutoNum type="arabicPeriod"/>
            </a:pPr>
            <a:r>
              <a:rPr lang="pt-BR" sz="1100" dirty="0"/>
              <a:t>Pessoas negativas / má fé, que sempre buscam te passar para trás e te desmotivar na sua jornada, porém devemos ser persistentes, pois sempre teremos desafios no caminho para alcançar o sucesso e prosperidade.</a:t>
            </a:r>
          </a:p>
        </p:txBody>
      </p:sp>
    </p:spTree>
    <p:extLst>
      <p:ext uri="{BB962C8B-B14F-4D97-AF65-F5344CB8AC3E}">
        <p14:creationId xmlns:p14="http://schemas.microsoft.com/office/powerpoint/2010/main" val="3483082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529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Tema do Office</vt:lpstr>
      <vt:lpstr>Matriz SWOT/FOFA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GARCIA DA COSTA</dc:creator>
  <cp:lastModifiedBy>Pedro Soler</cp:lastModifiedBy>
  <cp:revision>12</cp:revision>
  <dcterms:created xsi:type="dcterms:W3CDTF">2025-04-09T14:25:50Z</dcterms:created>
  <dcterms:modified xsi:type="dcterms:W3CDTF">2025-04-13T18:32:22Z</dcterms:modified>
</cp:coreProperties>
</file>