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Nunito Semi Bold" panose="020B0604020202020204" charset="0"/>
      <p:regular r:id="rId11"/>
    </p:embeddedFont>
    <p:embeddedFont>
      <p:font typeface="PT Sans" panose="020B0503020203020204" pitchFamily="34" charset="0"/>
      <p:regular r:id="rId1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73952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0002E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8896" y="208728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QuintoAndar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150275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Daniel Honorato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024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Guilherme Preventi Correia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454723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Pedro Henrique Contardi Soler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10694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Tomás de Paula Michelon Toniato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75917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Vinícius Panutti Salgado</a:t>
            </a:r>
            <a:endParaRPr lang="en-US" sz="18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AE3AC57-6863-5C70-BD3C-6FEF20020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3141" y="7699306"/>
            <a:ext cx="1696897" cy="5090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8032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Sobre o QuintoAndar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982629"/>
            <a:ext cx="332243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Simplificação do Processo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2573893"/>
            <a:ext cx="618553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plataforma digital do QuintoAndar facilita aluguel e compra de imóveis, eliminando fiador e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outras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r>
              <a:rPr lang="en-US" sz="185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operações</a:t>
            </a: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 Fotógrafos profissionais garantem anúncios de alta qualidade, e contratos digitais simplificam tudo para inquilinos.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761" y="2012513"/>
            <a:ext cx="6185535" cy="42321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1644" y="4728229"/>
            <a:ext cx="677703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Proprietários contam com um sistema de garantia de pagamento, oferecendo segurança e tranquilidade. Essa abordagem inovadora desburocratiza o mercado imobiliário.</a:t>
            </a:r>
            <a:endParaRPr lang="en-US" sz="18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8064DC-8FF0-27B6-06F2-43EAFCF8BB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3141" y="7699306"/>
            <a:ext cx="1696897" cy="5090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95324" y="1073944"/>
            <a:ext cx="598086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Inovações Tecnológicas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324" y="2136934"/>
            <a:ext cx="598408" cy="5984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95324" y="29746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Aplicativos Modernos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495324" y="3470196"/>
            <a:ext cx="2899648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Disponíveis para Android e iOS, os aplicativos conectam proprietários e inquilinos. Eles proporcionam uma experiência integrada e intuitiva.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176" y="2136934"/>
            <a:ext cx="598408" cy="598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94176" y="2974658"/>
            <a:ext cx="2899648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Análise de Crédito Própria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694176" y="3822144"/>
            <a:ext cx="2899648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 QuintoAndar desenvolveu um sistema robusto de análise de crédito. Ele agiliza a aprovação e aumenta a segurança das transações.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93028" y="2136934"/>
            <a:ext cx="598408" cy="598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93028" y="297465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Contratos Digitais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0893028" y="3470196"/>
            <a:ext cx="2899648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 assinatura eletrônica, os contratos digitais simplificam o processo. Eles oferecem rapidez e validade jurídica para todas as partes envolvidas.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4495324" y="6389489"/>
            <a:ext cx="92973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 inovações tecnológicas do QuintoAndar incluem também mecanismos de pagamento automatizados. Tudo isso contribui para uma experiência imobiliária fluida e eficiente.</a:t>
            </a:r>
            <a:endParaRPr lang="en-US" sz="18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DA262B3-46AE-F9F4-07FE-AAE13E7546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33141" y="7699306"/>
            <a:ext cx="1696897" cy="5090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3310" y="700683"/>
            <a:ext cx="7617381" cy="1283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Cargo 1: Desenvolvedor Full-Stack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2310765"/>
            <a:ext cx="1090493" cy="130861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80868" y="2528768"/>
            <a:ext cx="2954536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Aplicações Web e Mobile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2180868" y="2980253"/>
            <a:ext cx="6199823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Desenvolvimento e manutenção de funcionalidades completas.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310" y="3619381"/>
            <a:ext cx="1090493" cy="130861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180868" y="3837384"/>
            <a:ext cx="2838331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Integrações de Sistemas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2180868" y="4288869"/>
            <a:ext cx="6199823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Conexão via APIs para </a:t>
            </a:r>
            <a:r>
              <a:rPr lang="en-US" sz="1700" dirty="0" err="1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interconexão</a:t>
            </a: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de plataformas.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310" y="4927997"/>
            <a:ext cx="1090493" cy="13086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180868" y="5146000"/>
            <a:ext cx="2566035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Bancos de Dados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2180868" y="5597485"/>
            <a:ext cx="6199823" cy="348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e NoSQL para modelagem e consulta de dados.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763310" y="6481882"/>
            <a:ext cx="7617381" cy="1046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Conhecimento em JavaScript, TypeScript, Python e Java, além de frameworks como React, Angular, Node.js e Django, é essencial para essa função. 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953810"/>
            <a:ext cx="7346871" cy="664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Cargo 2: Engenheiro de Dados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1044178" y="1956435"/>
            <a:ext cx="30480" cy="3620810"/>
          </a:xfrm>
          <a:prstGeom prst="roundRect">
            <a:avLst>
              <a:gd name="adj" fmla="val 111117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267658" y="2195155"/>
            <a:ext cx="677347" cy="30480"/>
          </a:xfrm>
          <a:prstGeom prst="roundRect">
            <a:avLst>
              <a:gd name="adj" fmla="val 1111179"/>
            </a:avLst>
          </a:prstGeom>
          <a:solidFill>
            <a:srgbClr val="F2B42D"/>
          </a:solidFill>
          <a:ln/>
        </p:spPr>
      </p:sp>
      <p:sp>
        <p:nvSpPr>
          <p:cNvPr id="6" name="Shape 3"/>
          <p:cNvSpPr/>
          <p:nvPr/>
        </p:nvSpPr>
        <p:spPr>
          <a:xfrm>
            <a:off x="790218" y="1956435"/>
            <a:ext cx="507921" cy="507921"/>
          </a:xfrm>
          <a:prstGeom prst="roundRect">
            <a:avLst>
              <a:gd name="adj" fmla="val 66681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84813" y="2011204"/>
            <a:ext cx="318730" cy="398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2173129" y="2033945"/>
            <a:ext cx="2656284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Pipelines de Dados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2173129" y="2501265"/>
            <a:ext cx="618065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Construção de fluxos para ingestão e transformação.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67658" y="3552587"/>
            <a:ext cx="677347" cy="30480"/>
          </a:xfrm>
          <a:prstGeom prst="roundRect">
            <a:avLst>
              <a:gd name="adj" fmla="val 1111179"/>
            </a:avLst>
          </a:prstGeom>
          <a:solidFill>
            <a:srgbClr val="D7425E"/>
          </a:solidFill>
          <a:ln/>
        </p:spPr>
      </p:sp>
      <p:sp>
        <p:nvSpPr>
          <p:cNvPr id="11" name="Shape 8"/>
          <p:cNvSpPr/>
          <p:nvPr/>
        </p:nvSpPr>
        <p:spPr>
          <a:xfrm>
            <a:off x="790218" y="3313867"/>
            <a:ext cx="507921" cy="507921"/>
          </a:xfrm>
          <a:prstGeom prst="roundRect">
            <a:avLst>
              <a:gd name="adj" fmla="val 66681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4813" y="3368635"/>
            <a:ext cx="318730" cy="398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173129" y="3391376"/>
            <a:ext cx="2656284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Soluções de Big Data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2173129" y="3858697"/>
            <a:ext cx="618065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Implementação com Hadoop, Spark e Kafka.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1267658" y="4910018"/>
            <a:ext cx="677347" cy="30480"/>
          </a:xfrm>
          <a:prstGeom prst="roundRect">
            <a:avLst>
              <a:gd name="adj" fmla="val 1111179"/>
            </a:avLst>
          </a:prstGeom>
          <a:solidFill>
            <a:srgbClr val="DD785E"/>
          </a:solidFill>
          <a:ln/>
        </p:spPr>
      </p:sp>
      <p:sp>
        <p:nvSpPr>
          <p:cNvPr id="16" name="Shape 13"/>
          <p:cNvSpPr/>
          <p:nvPr/>
        </p:nvSpPr>
        <p:spPr>
          <a:xfrm>
            <a:off x="790218" y="4671298"/>
            <a:ext cx="507921" cy="507921"/>
          </a:xfrm>
          <a:prstGeom prst="roundRect">
            <a:avLst>
              <a:gd name="adj" fmla="val 66681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84813" y="4726067"/>
            <a:ext cx="318730" cy="398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500" dirty="0"/>
          </a:p>
        </p:txBody>
      </p:sp>
      <p:sp>
        <p:nvSpPr>
          <p:cNvPr id="18" name="Text 15"/>
          <p:cNvSpPr/>
          <p:nvPr/>
        </p:nvSpPr>
        <p:spPr>
          <a:xfrm>
            <a:off x="2173129" y="4748808"/>
            <a:ext cx="3566160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Modelagem e Processamento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2173129" y="5216128"/>
            <a:ext cx="618065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Definição de estruturas eficientes para dados.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790218" y="5831205"/>
            <a:ext cx="7563564" cy="1444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Como Engenheiro de Dados, você otimizará consultas e performance de dados. Será fundamental para o QuintoAndar na construção de sistemas robustos e escaláveis. Além disso, terá um papel crucial na gestão do ciclo de vida dos dados.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10233"/>
            <a:ext cx="1094398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Cargo 3: Especialista em Machine Learning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638" y="2093000"/>
            <a:ext cx="2137529" cy="13571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988" y="2728793"/>
            <a:ext cx="336590" cy="420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84482" y="233231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Modelos Preditivos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84482" y="2827853"/>
            <a:ext cx="529006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Para avaliação de imóveis e tendências de mercado.</a:t>
            </a:r>
            <a:endParaRPr lang="en-US" sz="1850" dirty="0"/>
          </a:p>
        </p:txBody>
      </p:sp>
      <p:sp>
        <p:nvSpPr>
          <p:cNvPr id="7" name="Shape 3"/>
          <p:cNvSpPr/>
          <p:nvPr/>
        </p:nvSpPr>
        <p:spPr>
          <a:xfrm>
            <a:off x="5204936" y="3464838"/>
            <a:ext cx="8527971" cy="15240"/>
          </a:xfrm>
          <a:prstGeom prst="roundRect">
            <a:avLst>
              <a:gd name="adj" fmla="val 2356110"/>
            </a:avLst>
          </a:prstGeom>
          <a:solidFill>
            <a:srgbClr val="F2B42D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814" y="3509962"/>
            <a:ext cx="4275058" cy="135719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988" y="3978116"/>
            <a:ext cx="336590" cy="4207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53187" y="3749278"/>
            <a:ext cx="290703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Algoritmos Avançados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53187" y="4244816"/>
            <a:ext cx="555378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Desenvolvimento para análise de mercado imobiliário.</a:t>
            </a:r>
            <a:endParaRPr lang="en-US" sz="1850" dirty="0"/>
          </a:p>
        </p:txBody>
      </p:sp>
      <p:sp>
        <p:nvSpPr>
          <p:cNvPr id="12" name="Shape 6"/>
          <p:cNvSpPr/>
          <p:nvPr/>
        </p:nvSpPr>
        <p:spPr>
          <a:xfrm>
            <a:off x="6273641" y="4881801"/>
            <a:ext cx="7459266" cy="15240"/>
          </a:xfrm>
          <a:prstGeom prst="roundRect">
            <a:avLst>
              <a:gd name="adj" fmla="val 2356110"/>
            </a:avLst>
          </a:prstGeom>
          <a:solidFill>
            <a:srgbClr val="D7425E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09" y="4926925"/>
            <a:ext cx="6412587" cy="135719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8107" y="5395079"/>
            <a:ext cx="336590" cy="42076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2012" y="5166241"/>
            <a:ext cx="380714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Recomendação Personalizada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22012" y="5661779"/>
            <a:ext cx="5133380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Sistemas que aprimoram a experiência do usuário.</a:t>
            </a:r>
            <a:endParaRPr lang="en-US" sz="1850" dirty="0"/>
          </a:p>
        </p:txBody>
      </p:sp>
      <p:sp>
        <p:nvSpPr>
          <p:cNvPr id="17" name="Text 9"/>
          <p:cNvSpPr/>
          <p:nvPr/>
        </p:nvSpPr>
        <p:spPr>
          <a:xfrm>
            <a:off x="837724" y="655331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Você utilizará ferramentas como TensorFlow e PyTorch para criar soluções inovadoras. Suas análises de dados serão cruciais para insights de negócio. Contribuirá para o QuintoAndar com inteligência artificial.</a:t>
            </a:r>
            <a:endParaRPr lang="en-US" sz="185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D297C8F-C5DC-0DAD-4883-9D44E44294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33141" y="7699306"/>
            <a:ext cx="1696897" cy="5090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9620" y="911543"/>
            <a:ext cx="7604760" cy="12934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Cargo 4: UX/UI Designer com foco em Desenvolvimento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769620" y="2534841"/>
            <a:ext cx="3692485" cy="1967865"/>
          </a:xfrm>
          <a:prstGeom prst="roundRect">
            <a:avLst>
              <a:gd name="adj" fmla="val 16763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2388" y="2777609"/>
            <a:ext cx="2587228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Design de Interfaces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012388" y="3232904"/>
            <a:ext cx="3206948" cy="70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Criação de experiências intuitivas e atraentes.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682014" y="2534841"/>
            <a:ext cx="3692485" cy="1967865"/>
          </a:xfrm>
          <a:prstGeom prst="roundRect">
            <a:avLst>
              <a:gd name="adj" fmla="val 16763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24782" y="2777609"/>
            <a:ext cx="3206948" cy="646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Prototipagem e Usabilidade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924782" y="3556278"/>
            <a:ext cx="3206948" cy="70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Testes para otimizar a interação do usuário.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769620" y="4722614"/>
            <a:ext cx="7604760" cy="1292662"/>
          </a:xfrm>
          <a:prstGeom prst="roundRect">
            <a:avLst>
              <a:gd name="adj" fmla="val 25519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2388" y="4965383"/>
            <a:ext cx="3069669" cy="323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Implementação Front-End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012388" y="5420678"/>
            <a:ext cx="7119223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Uso de HTML, CSS e JavaScript no desenvolvimento.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69620" y="6262568"/>
            <a:ext cx="7604760" cy="1055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Nesse cargo, você unirá design e desenvolvimento. Colaborará com equipes de produto. Otimizará a experiência do usuário em plataformas digitais. Sua função será crucial para a qualidade visual e funcional dos produtos.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005840"/>
            <a:ext cx="741128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Cargo 5: Engenheiro DevOps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2068830"/>
            <a:ext cx="179427" cy="878562"/>
          </a:xfrm>
          <a:prstGeom prst="roundRect">
            <a:avLst>
              <a:gd name="adj" fmla="val 200121"/>
            </a:avLst>
          </a:prstGeom>
          <a:solidFill>
            <a:srgbClr val="00002E"/>
          </a:solidFill>
          <a:ln w="22860">
            <a:solidFill>
              <a:srgbClr val="F2B4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376124" y="2068830"/>
            <a:ext cx="350091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Infraestrutura como Código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376124" y="2564368"/>
            <a:ext cx="69301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Automação e gestão de ambientes de TI.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196697" y="3186708"/>
            <a:ext cx="179427" cy="878562"/>
          </a:xfrm>
          <a:prstGeom prst="roundRect">
            <a:avLst>
              <a:gd name="adj" fmla="val 200121"/>
            </a:avLst>
          </a:prstGeom>
          <a:solidFill>
            <a:srgbClr val="00002E"/>
          </a:solidFill>
          <a:ln w="22860">
            <a:solidFill>
              <a:srgbClr val="D7425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35098" y="3186708"/>
            <a:ext cx="323266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Entrega Contínua (CI/CD)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735098" y="3682246"/>
            <a:ext cx="657117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Otimização de processos de deploy e testes.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1555790" y="4304586"/>
            <a:ext cx="179427" cy="878562"/>
          </a:xfrm>
          <a:prstGeom prst="roundRect">
            <a:avLst>
              <a:gd name="adj" fmla="val 200121"/>
            </a:avLst>
          </a:prstGeom>
          <a:solidFill>
            <a:srgbClr val="00002E"/>
          </a:solidFill>
          <a:ln w="22860">
            <a:solidFill>
              <a:srgbClr val="DD78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94190" y="4304586"/>
            <a:ext cx="283916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Ambientes em Nuvem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094190" y="4800124"/>
            <a:ext cx="62120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Configuração e manutenção em AWS e Azure.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37724" y="5691664"/>
            <a:ext cx="746855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Você monitorará e otimizará a performance dos sistemas. Trabalhará com Docker e Kubernetes, garantindo a escalabilidade. Essencial para a eficiência das operações do QuintoAndar. Sua expertise em automação será valiosa.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568</Words>
  <Application>Microsoft Office PowerPoint</Application>
  <PresentationFormat>Custom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Nunito Semi Bold</vt:lpstr>
      <vt:lpstr>Arial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Pedro Soler</cp:lastModifiedBy>
  <cp:revision>6</cp:revision>
  <dcterms:created xsi:type="dcterms:W3CDTF">2025-06-10T15:47:39Z</dcterms:created>
  <dcterms:modified xsi:type="dcterms:W3CDTF">2025-06-10T15:52:56Z</dcterms:modified>
</cp:coreProperties>
</file>