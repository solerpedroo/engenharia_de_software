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c6d8b5b1-5552-4f5f-aad0-0fa0a59f7ab8" providerId="ADAL" clId="{4DB2A1FF-D9A0-4E16-8A4B-06732567CC55}"/>
    <pc:docChg chg="custSel modSld">
      <pc:chgData name="IVAN GRANJA" userId="c6d8b5b1-5552-4f5f-aad0-0fa0a59f7ab8" providerId="ADAL" clId="{4DB2A1FF-D9A0-4E16-8A4B-06732567CC55}" dt="2025-04-02T18:39:47.512" v="34" actId="20577"/>
      <pc:docMkLst>
        <pc:docMk/>
      </pc:docMkLst>
      <pc:sldChg chg="modSp mod">
        <pc:chgData name="IVAN GRANJA" userId="c6d8b5b1-5552-4f5f-aad0-0fa0a59f7ab8" providerId="ADAL" clId="{4DB2A1FF-D9A0-4E16-8A4B-06732567CC55}" dt="2025-04-02T18:39:47.512" v="34" actId="20577"/>
        <pc:sldMkLst>
          <pc:docMk/>
          <pc:sldMk cId="2419523587" sldId="257"/>
        </pc:sldMkLst>
        <pc:spChg chg="mod">
          <ac:chgData name="IVAN GRANJA" userId="c6d8b5b1-5552-4f5f-aad0-0fa0a59f7ab8" providerId="ADAL" clId="{4DB2A1FF-D9A0-4E16-8A4B-06732567CC55}" dt="2025-04-02T18:39:47.512" v="34" actId="20577"/>
          <ac:spMkLst>
            <pc:docMk/>
            <pc:sldMk cId="2419523587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55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72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70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79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97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19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0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73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01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96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70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280CA-27BB-490A-BDC2-7614699F5108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97BCB-AA6B-4E76-9626-679240B05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41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Essência da Engenharia de Produtos 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Ivan Granja</a:t>
            </a:r>
          </a:p>
        </p:txBody>
      </p:sp>
    </p:spTree>
    <p:extLst>
      <p:ext uri="{BB962C8B-B14F-4D97-AF65-F5344CB8AC3E}">
        <p14:creationId xmlns:p14="http://schemas.microsoft.com/office/powerpoint/2010/main" val="352652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Engenharia de Produtos de Software</a:t>
            </a:r>
            <a:br>
              <a:rPr lang="pt-BR" dirty="0"/>
            </a:br>
            <a:r>
              <a:rPr lang="pt-BR" dirty="0"/>
              <a:t>Essência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Desenvolvimento Ágil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Personas, Cenários (épicos), Histórias e </a:t>
            </a:r>
            <a:r>
              <a:rPr lang="pt-BR" dirty="0" err="1"/>
              <a:t>Features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Arquitetura de Software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Software em Nuvem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Microsserviços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Segurança e privacidade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Programação Confiável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Testes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DecSecOps</a:t>
            </a:r>
            <a:r>
              <a:rPr lang="pt-BR" dirty="0"/>
              <a:t> </a:t>
            </a:r>
            <a:r>
              <a:rPr lang="pt-BR"/>
              <a:t>(antes DEVOPS), </a:t>
            </a:r>
            <a:r>
              <a:rPr lang="pt-BR" dirty="0"/>
              <a:t>Automação (CI/CD/CE) e gestão de Código</a:t>
            </a:r>
          </a:p>
        </p:txBody>
      </p:sp>
    </p:spTree>
    <p:extLst>
      <p:ext uri="{BB962C8B-B14F-4D97-AF65-F5344CB8AC3E}">
        <p14:creationId xmlns:p14="http://schemas.microsoft.com/office/powerpoint/2010/main" val="2419523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84A0A064A1DD488C4918ADCD0CD978" ma:contentTypeVersion="14" ma:contentTypeDescription="Crie um novo documento." ma:contentTypeScope="" ma:versionID="b52aec8e348609a18489be47e4694450">
  <xsd:schema xmlns:xsd="http://www.w3.org/2001/XMLSchema" xmlns:xs="http://www.w3.org/2001/XMLSchema" xmlns:p="http://schemas.microsoft.com/office/2006/metadata/properties" xmlns:ns3="4248ab94-e5c4-4b1a-9326-0fe5f26721b8" xmlns:ns4="18401545-53f5-4c12-adac-da39615bf579" targetNamespace="http://schemas.microsoft.com/office/2006/metadata/properties" ma:root="true" ma:fieldsID="dbd9ac869ec311d1312d7177aaf3ceed" ns3:_="" ns4:_="">
    <xsd:import namespace="4248ab94-e5c4-4b1a-9326-0fe5f26721b8"/>
    <xsd:import namespace="18401545-53f5-4c12-adac-da39615bf5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8ab94-e5c4-4b1a-9326-0fe5f2672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01545-53f5-4c12-adac-da39615bf57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0B137F-52BB-484F-8711-0548D13B08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8ab94-e5c4-4b1a-9326-0fe5f26721b8"/>
    <ds:schemaRef ds:uri="18401545-53f5-4c12-adac-da39615bf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4C4404-05C6-49EB-9022-F8B12547D5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9E215-D9AA-4C73-8975-C056F17C7A6C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18401545-53f5-4c12-adac-da39615bf579"/>
    <ds:schemaRef ds:uri="4248ab94-e5c4-4b1a-9326-0fe5f26721b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Essência da Engenharia de Produtos  de Software</vt:lpstr>
      <vt:lpstr>Engenharia de Produtos de Software Essência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Essência da Engenharia de Produtos  de Software</dc:title>
  <dc:creator>IVAN GRANJA</dc:creator>
  <cp:lastModifiedBy>IVAN GRANJA</cp:lastModifiedBy>
  <cp:revision>3</cp:revision>
  <dcterms:created xsi:type="dcterms:W3CDTF">2022-05-24T11:55:42Z</dcterms:created>
  <dcterms:modified xsi:type="dcterms:W3CDTF">2025-04-02T18:39:50Z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0x0101006784A0A064A1DD488C4918ADCD0CD978</vt:lpwstr>
  </property>
</Properties>
</file>