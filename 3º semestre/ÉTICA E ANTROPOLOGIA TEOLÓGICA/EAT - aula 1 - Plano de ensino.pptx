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306" r:id="rId4"/>
    <p:sldId id="259" r:id="rId5"/>
    <p:sldId id="300" r:id="rId6"/>
    <p:sldId id="301" r:id="rId7"/>
    <p:sldId id="305" r:id="rId8"/>
    <p:sldId id="302" r:id="rId9"/>
    <p:sldId id="303" r:id="rId10"/>
    <p:sldId id="304" r:id="rId11"/>
    <p:sldId id="294" r:id="rId12"/>
    <p:sldId id="260" r:id="rId13"/>
    <p:sldId id="295" r:id="rId14"/>
    <p:sldId id="261" r:id="rId15"/>
    <p:sldId id="263" r:id="rId16"/>
    <p:sldId id="262" r:id="rId17"/>
    <p:sldId id="289" r:id="rId18"/>
    <p:sldId id="264" r:id="rId19"/>
    <p:sldId id="290" r:id="rId20"/>
    <p:sldId id="29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piacente" userId="0add8016af67c0e5" providerId="LiveId" clId="{3E43E4F1-C7D8-4E01-843D-9F5ACA87137C}"/>
    <pc:docChg chg="custSel addSld delSld modSld">
      <pc:chgData name="leonardo piacente" userId="0add8016af67c0e5" providerId="LiveId" clId="{3E43E4F1-C7D8-4E01-843D-9F5ACA87137C}" dt="2022-02-15T11:27:52.557" v="245" actId="1035"/>
      <pc:docMkLst>
        <pc:docMk/>
      </pc:docMkLst>
      <pc:sldChg chg="modSp mod">
        <pc:chgData name="leonardo piacente" userId="0add8016af67c0e5" providerId="LiveId" clId="{3E43E4F1-C7D8-4E01-843D-9F5ACA87137C}" dt="2022-02-15T11:27:52.557" v="245" actId="1035"/>
        <pc:sldMkLst>
          <pc:docMk/>
          <pc:sldMk cId="1933858695" sldId="256"/>
        </pc:sldMkLst>
        <pc:spChg chg="mod">
          <ac:chgData name="leonardo piacente" userId="0add8016af67c0e5" providerId="LiveId" clId="{3E43E4F1-C7D8-4E01-843D-9F5ACA87137C}" dt="2022-02-15T11:27:52.557" v="245" actId="1035"/>
          <ac:spMkLst>
            <pc:docMk/>
            <pc:sldMk cId="1933858695" sldId="256"/>
            <ac:spMk id="2" creationId="{00000000-0000-0000-0000-000000000000}"/>
          </ac:spMkLst>
        </pc:spChg>
        <pc:spChg chg="mod">
          <ac:chgData name="leonardo piacente" userId="0add8016af67c0e5" providerId="LiveId" clId="{3E43E4F1-C7D8-4E01-843D-9F5ACA87137C}" dt="2022-02-15T11:27:45.196" v="217" actId="1036"/>
          <ac:spMkLst>
            <pc:docMk/>
            <pc:sldMk cId="1933858695" sldId="256"/>
            <ac:spMk id="3" creationId="{00000000-0000-0000-0000-000000000000}"/>
          </ac:spMkLst>
        </pc:spChg>
      </pc:sldChg>
      <pc:sldChg chg="addSp delSp modSp mod">
        <pc:chgData name="leonardo piacente" userId="0add8016af67c0e5" providerId="LiveId" clId="{3E43E4F1-C7D8-4E01-843D-9F5ACA87137C}" dt="2022-02-14T23:20:34.453" v="9" actId="20577"/>
        <pc:sldMkLst>
          <pc:docMk/>
          <pc:sldMk cId="4246777297" sldId="257"/>
        </pc:sldMkLst>
        <pc:spChg chg="mod">
          <ac:chgData name="leonardo piacente" userId="0add8016af67c0e5" providerId="LiveId" clId="{3E43E4F1-C7D8-4E01-843D-9F5ACA87137C}" dt="2022-02-14T23:20:34.453" v="9" actId="20577"/>
          <ac:spMkLst>
            <pc:docMk/>
            <pc:sldMk cId="4246777297" sldId="257"/>
            <ac:spMk id="3" creationId="{00000000-0000-0000-0000-000000000000}"/>
          </ac:spMkLst>
        </pc:spChg>
        <pc:graphicFrameChg chg="add del mod">
          <ac:chgData name="leonardo piacente" userId="0add8016af67c0e5" providerId="LiveId" clId="{3E43E4F1-C7D8-4E01-843D-9F5ACA87137C}" dt="2022-02-14T23:20:19.022" v="6" actId="478"/>
          <ac:graphicFrameMkLst>
            <pc:docMk/>
            <pc:sldMk cId="4246777297" sldId="257"/>
            <ac:graphicFrameMk id="4" creationId="{610B4ACE-803E-4B6F-8EEB-E5243305568B}"/>
          </ac:graphicFrameMkLst>
        </pc:graphicFrameChg>
      </pc:sldChg>
      <pc:sldChg chg="modSp mod">
        <pc:chgData name="leonardo piacente" userId="0add8016af67c0e5" providerId="LiveId" clId="{3E43E4F1-C7D8-4E01-843D-9F5ACA87137C}" dt="2022-02-14T23:21:03.064" v="11" actId="255"/>
        <pc:sldMkLst>
          <pc:docMk/>
          <pc:sldMk cId="3201404657" sldId="258"/>
        </pc:sldMkLst>
        <pc:spChg chg="mod">
          <ac:chgData name="leonardo piacente" userId="0add8016af67c0e5" providerId="LiveId" clId="{3E43E4F1-C7D8-4E01-843D-9F5ACA87137C}" dt="2022-02-14T23:21:03.064" v="11" actId="255"/>
          <ac:spMkLst>
            <pc:docMk/>
            <pc:sldMk cId="3201404657" sldId="258"/>
            <ac:spMk id="3" creationId="{00000000-0000-0000-0000-000000000000}"/>
          </ac:spMkLst>
        </pc:spChg>
      </pc:sldChg>
      <pc:sldChg chg="modSp mod">
        <pc:chgData name="leonardo piacente" userId="0add8016af67c0e5" providerId="LiveId" clId="{3E43E4F1-C7D8-4E01-843D-9F5ACA87137C}" dt="2022-02-14T23:23:09.176" v="15" actId="20577"/>
        <pc:sldMkLst>
          <pc:docMk/>
          <pc:sldMk cId="4210719304" sldId="259"/>
        </pc:sldMkLst>
        <pc:spChg chg="mod">
          <ac:chgData name="leonardo piacente" userId="0add8016af67c0e5" providerId="LiveId" clId="{3E43E4F1-C7D8-4E01-843D-9F5ACA87137C}" dt="2022-02-14T23:23:09.176" v="15" actId="20577"/>
          <ac:spMkLst>
            <pc:docMk/>
            <pc:sldMk cId="4210719304" sldId="259"/>
            <ac:spMk id="3" creationId="{00000000-0000-0000-0000-000000000000}"/>
          </ac:spMkLst>
        </pc:spChg>
      </pc:sldChg>
      <pc:sldChg chg="modSp mod">
        <pc:chgData name="leonardo piacente" userId="0add8016af67c0e5" providerId="LiveId" clId="{3E43E4F1-C7D8-4E01-843D-9F5ACA87137C}" dt="2022-02-14T23:24:31.080" v="19" actId="255"/>
        <pc:sldMkLst>
          <pc:docMk/>
          <pc:sldMk cId="1616176412" sldId="260"/>
        </pc:sldMkLst>
        <pc:spChg chg="mod">
          <ac:chgData name="leonardo piacente" userId="0add8016af67c0e5" providerId="LiveId" clId="{3E43E4F1-C7D8-4E01-843D-9F5ACA87137C}" dt="2022-02-14T23:24:31.080" v="19" actId="255"/>
          <ac:spMkLst>
            <pc:docMk/>
            <pc:sldMk cId="1616176412" sldId="260"/>
            <ac:spMk id="3" creationId="{00000000-0000-0000-0000-000000000000}"/>
          </ac:spMkLst>
        </pc:spChg>
      </pc:sldChg>
      <pc:sldChg chg="modSp mod">
        <pc:chgData name="leonardo piacente" userId="0add8016af67c0e5" providerId="LiveId" clId="{3E43E4F1-C7D8-4E01-843D-9F5ACA87137C}" dt="2022-02-14T23:26:02.788" v="29" actId="255"/>
        <pc:sldMkLst>
          <pc:docMk/>
          <pc:sldMk cId="1219390935" sldId="261"/>
        </pc:sldMkLst>
        <pc:spChg chg="mod">
          <ac:chgData name="leonardo piacente" userId="0add8016af67c0e5" providerId="LiveId" clId="{3E43E4F1-C7D8-4E01-843D-9F5ACA87137C}" dt="2022-02-14T23:26:02.788" v="29" actId="255"/>
          <ac:spMkLst>
            <pc:docMk/>
            <pc:sldMk cId="1219390935" sldId="261"/>
            <ac:spMk id="3" creationId="{00000000-0000-0000-0000-000000000000}"/>
          </ac:spMkLst>
        </pc:spChg>
      </pc:sldChg>
      <pc:sldChg chg="modSp mod">
        <pc:chgData name="leonardo piacente" userId="0add8016af67c0e5" providerId="LiveId" clId="{3E43E4F1-C7D8-4E01-843D-9F5ACA87137C}" dt="2022-02-14T23:34:58.561" v="187" actId="207"/>
        <pc:sldMkLst>
          <pc:docMk/>
          <pc:sldMk cId="2150280282" sldId="262"/>
        </pc:sldMkLst>
        <pc:spChg chg="mod">
          <ac:chgData name="leonardo piacente" userId="0add8016af67c0e5" providerId="LiveId" clId="{3E43E4F1-C7D8-4E01-843D-9F5ACA87137C}" dt="2022-02-14T23:34:58.561" v="187" actId="207"/>
          <ac:spMkLst>
            <pc:docMk/>
            <pc:sldMk cId="2150280282" sldId="262"/>
            <ac:spMk id="3" creationId="{00000000-0000-0000-0000-000000000000}"/>
          </ac:spMkLst>
        </pc:spChg>
      </pc:sldChg>
      <pc:sldChg chg="add">
        <pc:chgData name="leonardo piacente" userId="0add8016af67c0e5" providerId="LiveId" clId="{3E43E4F1-C7D8-4E01-843D-9F5ACA87137C}" dt="2022-02-14T23:27:35.725" v="41"/>
        <pc:sldMkLst>
          <pc:docMk/>
          <pc:sldMk cId="3281545" sldId="263"/>
        </pc:sldMkLst>
      </pc:sldChg>
      <pc:sldChg chg="modSp del mod">
        <pc:chgData name="leonardo piacente" userId="0add8016af67c0e5" providerId="LiveId" clId="{3E43E4F1-C7D8-4E01-843D-9F5ACA87137C}" dt="2022-02-14T23:27:33.177" v="40" actId="2696"/>
        <pc:sldMkLst>
          <pc:docMk/>
          <pc:sldMk cId="597642931" sldId="263"/>
        </pc:sldMkLst>
        <pc:spChg chg="mod">
          <ac:chgData name="leonardo piacente" userId="0add8016af67c0e5" providerId="LiveId" clId="{3E43E4F1-C7D8-4E01-843D-9F5ACA87137C}" dt="2022-02-14T23:27:29.713" v="39" actId="20577"/>
          <ac:spMkLst>
            <pc:docMk/>
            <pc:sldMk cId="597642931" sldId="263"/>
            <ac:spMk id="3" creationId="{00000000-0000-0000-0000-000000000000}"/>
          </ac:spMkLst>
        </pc:spChg>
      </pc:sldChg>
      <pc:sldChg chg="modSp mod">
        <pc:chgData name="leonardo piacente" userId="0add8016af67c0e5" providerId="LiveId" clId="{3E43E4F1-C7D8-4E01-843D-9F5ACA87137C}" dt="2022-02-14T23:29:11.159" v="98" actId="255"/>
        <pc:sldMkLst>
          <pc:docMk/>
          <pc:sldMk cId="1418623914" sldId="264"/>
        </pc:sldMkLst>
        <pc:spChg chg="mod">
          <ac:chgData name="leonardo piacente" userId="0add8016af67c0e5" providerId="LiveId" clId="{3E43E4F1-C7D8-4E01-843D-9F5ACA87137C}" dt="2022-02-14T23:29:11.159" v="98" actId="255"/>
          <ac:spMkLst>
            <pc:docMk/>
            <pc:sldMk cId="1418623914" sldId="264"/>
            <ac:spMk id="3" creationId="{00000000-0000-0000-0000-000000000000}"/>
          </ac:spMkLst>
        </pc:spChg>
      </pc:sldChg>
      <pc:sldChg chg="modSp mod">
        <pc:chgData name="leonardo piacente" userId="0add8016af67c0e5" providerId="LiveId" clId="{3E43E4F1-C7D8-4E01-843D-9F5ACA87137C}" dt="2022-02-14T23:25:23.669" v="23" actId="255"/>
        <pc:sldMkLst>
          <pc:docMk/>
          <pc:sldMk cId="1009952973" sldId="267"/>
        </pc:sldMkLst>
        <pc:spChg chg="mod">
          <ac:chgData name="leonardo piacente" userId="0add8016af67c0e5" providerId="LiveId" clId="{3E43E4F1-C7D8-4E01-843D-9F5ACA87137C}" dt="2022-02-14T23:25:23.669" v="23" actId="255"/>
          <ac:spMkLst>
            <pc:docMk/>
            <pc:sldMk cId="1009952973" sldId="267"/>
            <ac:spMk id="3" creationId="{00000000-0000-0000-0000-000000000000}"/>
          </ac:spMkLst>
        </pc:spChg>
      </pc:sldChg>
      <pc:sldChg chg="del">
        <pc:chgData name="leonardo piacente" userId="0add8016af67c0e5" providerId="LiveId" clId="{3E43E4F1-C7D8-4E01-843D-9F5ACA87137C}" dt="2022-02-14T23:30:02.658" v="121" actId="47"/>
        <pc:sldMkLst>
          <pc:docMk/>
          <pc:sldMk cId="606119205" sldId="268"/>
        </pc:sldMkLst>
      </pc:sldChg>
      <pc:sldChg chg="del">
        <pc:chgData name="leonardo piacente" userId="0add8016af67c0e5" providerId="LiveId" clId="{3E43E4F1-C7D8-4E01-843D-9F5ACA87137C}" dt="2022-02-14T23:25:29.567" v="24" actId="47"/>
        <pc:sldMkLst>
          <pc:docMk/>
          <pc:sldMk cId="4284550521" sldId="277"/>
        </pc:sldMkLst>
      </pc:sldChg>
      <pc:sldChg chg="del">
        <pc:chgData name="leonardo piacente" userId="0add8016af67c0e5" providerId="LiveId" clId="{3E43E4F1-C7D8-4E01-843D-9F5ACA87137C}" dt="2022-02-14T23:30:02.658" v="121" actId="47"/>
        <pc:sldMkLst>
          <pc:docMk/>
          <pc:sldMk cId="0" sldId="278"/>
        </pc:sldMkLst>
      </pc:sldChg>
      <pc:sldChg chg="del">
        <pc:chgData name="leonardo piacente" userId="0add8016af67c0e5" providerId="LiveId" clId="{3E43E4F1-C7D8-4E01-843D-9F5ACA87137C}" dt="2022-02-14T23:30:02.658" v="121" actId="47"/>
        <pc:sldMkLst>
          <pc:docMk/>
          <pc:sldMk cId="0" sldId="279"/>
        </pc:sldMkLst>
      </pc:sldChg>
      <pc:sldChg chg="del">
        <pc:chgData name="leonardo piacente" userId="0add8016af67c0e5" providerId="LiveId" clId="{3E43E4F1-C7D8-4E01-843D-9F5ACA87137C}" dt="2022-02-14T23:30:02.658" v="121" actId="47"/>
        <pc:sldMkLst>
          <pc:docMk/>
          <pc:sldMk cId="0" sldId="280"/>
        </pc:sldMkLst>
      </pc:sldChg>
      <pc:sldChg chg="del">
        <pc:chgData name="leonardo piacente" userId="0add8016af67c0e5" providerId="LiveId" clId="{3E43E4F1-C7D8-4E01-843D-9F5ACA87137C}" dt="2022-02-14T23:30:02.658" v="121" actId="47"/>
        <pc:sldMkLst>
          <pc:docMk/>
          <pc:sldMk cId="0" sldId="281"/>
        </pc:sldMkLst>
      </pc:sldChg>
      <pc:sldChg chg="del">
        <pc:chgData name="leonardo piacente" userId="0add8016af67c0e5" providerId="LiveId" clId="{3E43E4F1-C7D8-4E01-843D-9F5ACA87137C}" dt="2022-02-14T23:30:02.658" v="121" actId="47"/>
        <pc:sldMkLst>
          <pc:docMk/>
          <pc:sldMk cId="0" sldId="282"/>
        </pc:sldMkLst>
      </pc:sldChg>
      <pc:sldChg chg="del">
        <pc:chgData name="leonardo piacente" userId="0add8016af67c0e5" providerId="LiveId" clId="{3E43E4F1-C7D8-4E01-843D-9F5ACA87137C}" dt="2022-02-14T23:30:02.658" v="121" actId="47"/>
        <pc:sldMkLst>
          <pc:docMk/>
          <pc:sldMk cId="0" sldId="283"/>
        </pc:sldMkLst>
      </pc:sldChg>
      <pc:sldChg chg="del">
        <pc:chgData name="leonardo piacente" userId="0add8016af67c0e5" providerId="LiveId" clId="{3E43E4F1-C7D8-4E01-843D-9F5ACA87137C}" dt="2022-02-14T23:30:02.658" v="121" actId="47"/>
        <pc:sldMkLst>
          <pc:docMk/>
          <pc:sldMk cId="0" sldId="284"/>
        </pc:sldMkLst>
      </pc:sldChg>
      <pc:sldChg chg="del">
        <pc:chgData name="leonardo piacente" userId="0add8016af67c0e5" providerId="LiveId" clId="{3E43E4F1-C7D8-4E01-843D-9F5ACA87137C}" dt="2022-02-14T23:30:02.658" v="121" actId="47"/>
        <pc:sldMkLst>
          <pc:docMk/>
          <pc:sldMk cId="0" sldId="285"/>
        </pc:sldMkLst>
      </pc:sldChg>
      <pc:sldChg chg="del">
        <pc:chgData name="leonardo piacente" userId="0add8016af67c0e5" providerId="LiveId" clId="{3E43E4F1-C7D8-4E01-843D-9F5ACA87137C}" dt="2022-02-14T23:30:02.658" v="121" actId="47"/>
        <pc:sldMkLst>
          <pc:docMk/>
          <pc:sldMk cId="0" sldId="286"/>
        </pc:sldMkLst>
      </pc:sldChg>
      <pc:sldChg chg="del">
        <pc:chgData name="leonardo piacente" userId="0add8016af67c0e5" providerId="LiveId" clId="{3E43E4F1-C7D8-4E01-843D-9F5ACA87137C}" dt="2022-02-14T23:30:02.658" v="121" actId="47"/>
        <pc:sldMkLst>
          <pc:docMk/>
          <pc:sldMk cId="0" sldId="287"/>
        </pc:sldMkLst>
      </pc:sldChg>
      <pc:sldChg chg="modSp mod">
        <pc:chgData name="leonardo piacente" userId="0add8016af67c0e5" providerId="LiveId" clId="{3E43E4F1-C7D8-4E01-843D-9F5ACA87137C}" dt="2022-02-14T23:25:02.912" v="21" actId="255"/>
        <pc:sldMkLst>
          <pc:docMk/>
          <pc:sldMk cId="4284550521" sldId="288"/>
        </pc:sldMkLst>
        <pc:spChg chg="mod">
          <ac:chgData name="leonardo piacente" userId="0add8016af67c0e5" providerId="LiveId" clId="{3E43E4F1-C7D8-4E01-843D-9F5ACA87137C}" dt="2022-02-14T23:25:02.912" v="21" actId="255"/>
          <ac:spMkLst>
            <pc:docMk/>
            <pc:sldMk cId="4284550521" sldId="288"/>
            <ac:spMk id="3" creationId="{00000000-0000-0000-0000-000000000000}"/>
          </ac:spMkLst>
        </pc:spChg>
      </pc:sldChg>
      <pc:sldChg chg="modSp add mod">
        <pc:chgData name="leonardo piacente" userId="0add8016af67c0e5" providerId="LiveId" clId="{3E43E4F1-C7D8-4E01-843D-9F5ACA87137C}" dt="2022-02-14T23:28:38.789" v="95" actId="6549"/>
        <pc:sldMkLst>
          <pc:docMk/>
          <pc:sldMk cId="3034405126" sldId="289"/>
        </pc:sldMkLst>
        <pc:spChg chg="mod">
          <ac:chgData name="leonardo piacente" userId="0add8016af67c0e5" providerId="LiveId" clId="{3E43E4F1-C7D8-4E01-843D-9F5ACA87137C}" dt="2022-02-14T23:28:38.789" v="95" actId="6549"/>
          <ac:spMkLst>
            <pc:docMk/>
            <pc:sldMk cId="3034405126" sldId="289"/>
            <ac:spMk id="2" creationId="{00000000-0000-0000-0000-000000000000}"/>
          </ac:spMkLst>
        </pc:spChg>
        <pc:spChg chg="mod">
          <ac:chgData name="leonardo piacente" userId="0add8016af67c0e5" providerId="LiveId" clId="{3E43E4F1-C7D8-4E01-843D-9F5ACA87137C}" dt="2022-02-14T23:28:17.724" v="45" actId="255"/>
          <ac:spMkLst>
            <pc:docMk/>
            <pc:sldMk cId="3034405126" sldId="289"/>
            <ac:spMk id="3" creationId="{00000000-0000-0000-0000-000000000000}"/>
          </ac:spMkLst>
        </pc:spChg>
      </pc:sldChg>
      <pc:sldChg chg="modSp add mod">
        <pc:chgData name="leonardo piacente" userId="0add8016af67c0e5" providerId="LiveId" clId="{3E43E4F1-C7D8-4E01-843D-9F5ACA87137C}" dt="2022-02-14T23:29:50.867" v="120" actId="14100"/>
        <pc:sldMkLst>
          <pc:docMk/>
          <pc:sldMk cId="1954409513" sldId="290"/>
        </pc:sldMkLst>
        <pc:spChg chg="mod">
          <ac:chgData name="leonardo piacente" userId="0add8016af67c0e5" providerId="LiveId" clId="{3E43E4F1-C7D8-4E01-843D-9F5ACA87137C}" dt="2022-02-14T23:29:22.594" v="116" actId="20577"/>
          <ac:spMkLst>
            <pc:docMk/>
            <pc:sldMk cId="1954409513" sldId="290"/>
            <ac:spMk id="2" creationId="{00000000-0000-0000-0000-000000000000}"/>
          </ac:spMkLst>
        </pc:spChg>
        <pc:spChg chg="mod">
          <ac:chgData name="leonardo piacente" userId="0add8016af67c0e5" providerId="LiveId" clId="{3E43E4F1-C7D8-4E01-843D-9F5ACA87137C}" dt="2022-02-14T23:29:50.867" v="120" actId="14100"/>
          <ac:spMkLst>
            <pc:docMk/>
            <pc:sldMk cId="1954409513" sldId="290"/>
            <ac:spMk id="3" creationId="{00000000-0000-0000-0000-000000000000}"/>
          </ac:spMkLst>
        </pc:spChg>
      </pc:sldChg>
    </pc:docChg>
  </pc:docChgLst>
  <pc:docChgLst>
    <pc:chgData name="leonardo piacente" userId="0add8016af67c0e5" providerId="LiveId" clId="{83AC360C-C353-41D4-BFBA-0D4EF2E1B58C}"/>
    <pc:docChg chg="modSld">
      <pc:chgData name="leonardo piacente" userId="0add8016af67c0e5" providerId="LiveId" clId="{83AC360C-C353-41D4-BFBA-0D4EF2E1B58C}" dt="2023-08-29T14:45:34.604" v="9" actId="6549"/>
      <pc:docMkLst>
        <pc:docMk/>
      </pc:docMkLst>
      <pc:sldChg chg="modSp mod">
        <pc:chgData name="leonardo piacente" userId="0add8016af67c0e5" providerId="LiveId" clId="{83AC360C-C353-41D4-BFBA-0D4EF2E1B58C}" dt="2023-08-29T14:45:34.604" v="9" actId="6549"/>
        <pc:sldMkLst>
          <pc:docMk/>
          <pc:sldMk cId="2150280282" sldId="262"/>
        </pc:sldMkLst>
        <pc:spChg chg="mod">
          <ac:chgData name="leonardo piacente" userId="0add8016af67c0e5" providerId="LiveId" clId="{83AC360C-C353-41D4-BFBA-0D4EF2E1B58C}" dt="2023-08-29T14:45:34.604" v="9" actId="6549"/>
          <ac:spMkLst>
            <pc:docMk/>
            <pc:sldMk cId="2150280282" sldId="262"/>
            <ac:spMk id="3" creationId="{00000000-0000-0000-0000-000000000000}"/>
          </ac:spMkLst>
        </pc:spChg>
      </pc:sldChg>
    </pc:docChg>
  </pc:docChgLst>
  <pc:docChgLst>
    <pc:chgData name="leonardo piacente" userId="0add8016af67c0e5" providerId="LiveId" clId="{8AFB6740-CCA1-4C70-B8F3-EE3A67459AA4}"/>
    <pc:docChg chg="modSld">
      <pc:chgData name="leonardo piacente" userId="0add8016af67c0e5" providerId="LiveId" clId="{8AFB6740-CCA1-4C70-B8F3-EE3A67459AA4}" dt="2022-08-12T10:59:28.249" v="7" actId="6549"/>
      <pc:docMkLst>
        <pc:docMk/>
      </pc:docMkLst>
      <pc:sldChg chg="modSp mod">
        <pc:chgData name="leonardo piacente" userId="0add8016af67c0e5" providerId="LiveId" clId="{8AFB6740-CCA1-4C70-B8F3-EE3A67459AA4}" dt="2022-08-12T10:59:28.249" v="7" actId="6549"/>
        <pc:sldMkLst>
          <pc:docMk/>
          <pc:sldMk cId="2150280282" sldId="262"/>
        </pc:sldMkLst>
        <pc:spChg chg="mod">
          <ac:chgData name="leonardo piacente" userId="0add8016af67c0e5" providerId="LiveId" clId="{8AFB6740-CCA1-4C70-B8F3-EE3A67459AA4}" dt="2022-08-12T10:59:28.249" v="7" actId="6549"/>
          <ac:spMkLst>
            <pc:docMk/>
            <pc:sldMk cId="2150280282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915385" y="1505923"/>
            <a:ext cx="8361229" cy="3221663"/>
          </a:xfrm>
        </p:spPr>
        <p:txBody>
          <a:bodyPr/>
          <a:lstStyle/>
          <a:p>
            <a:r>
              <a:rPr lang="pt-BR" dirty="0"/>
              <a:t>ÉTICA E Antropologia teológica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679906" y="4699595"/>
            <a:ext cx="7236826" cy="1024619"/>
          </a:xfrm>
        </p:spPr>
        <p:txBody>
          <a:bodyPr>
            <a:normAutofit/>
          </a:bodyPr>
          <a:lstStyle/>
          <a:p>
            <a:r>
              <a:rPr lang="pt-BR" dirty="0"/>
              <a:t>Prof. Dr. Pe. Leonardo Henrique Piacente</a:t>
            </a:r>
          </a:p>
        </p:txBody>
      </p:sp>
    </p:spTree>
    <p:extLst>
      <p:ext uri="{BB962C8B-B14F-4D97-AF65-F5344CB8AC3E}">
        <p14:creationId xmlns:p14="http://schemas.microsoft.com/office/powerpoint/2010/main" val="1933858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EMENTA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>
                <a:effectLst/>
              </a:rPr>
              <a:t>Promove uma reflexão ética sobre a sacralidade da vida </a:t>
            </a:r>
          </a:p>
          <a:p>
            <a:r>
              <a:rPr lang="pt-BR" sz="3200" dirty="0">
                <a:effectLst/>
              </a:rPr>
              <a:t>considerando as exigências de um mundo em transformação, </a:t>
            </a:r>
          </a:p>
          <a:p>
            <a:r>
              <a:rPr lang="pt-BR" sz="3200" dirty="0">
                <a:effectLst/>
              </a:rPr>
              <a:t>a ética teológica e o diálogo com as diferentes áreas do saber.</a:t>
            </a: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4246777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85876-3494-4B00-3A3B-55A246AC7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b="1" dirty="0">
                <a:latin typeface="Calibri" panose="020F0502020204030204" pitchFamily="34" charset="0"/>
                <a:ea typeface="Calibri" panose="020F0502020204030204" pitchFamily="34" charset="0"/>
              </a:rPr>
              <a:t>COMPETÊNCIAS DO COMPONENTE CURRICULAR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4DFDFB-1826-4E9D-B2BB-540737495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6004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COMPETÊNCIAS DO COMPONENTE CURRICULAR</a:t>
            </a:r>
            <a:endParaRPr lang="pt-BR" sz="4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87120" y="2286000"/>
            <a:ext cx="10596880" cy="4094480"/>
          </a:xfrm>
        </p:spPr>
        <p:txBody>
          <a:bodyPr>
            <a:noAutofit/>
          </a:bodyPr>
          <a:lstStyle/>
          <a:p>
            <a:r>
              <a:rPr lang="pt-BR" sz="3500" b="1" i="1" dirty="0"/>
              <a:t>Macro: Respeito à diversidade e capacitação para o diálogo.</a:t>
            </a:r>
            <a:endParaRPr lang="pt-BR" sz="3500" dirty="0"/>
          </a:p>
          <a:p>
            <a:r>
              <a:rPr lang="pt-BR" sz="3500" dirty="0"/>
              <a:t>Micro: Fundamentação do compromisso ético nas diversas tradições religiosas, em geral, e na tradição cristã, em particular.</a:t>
            </a:r>
          </a:p>
          <a:p>
            <a:r>
              <a:rPr lang="pt-BR" sz="3500" dirty="0"/>
              <a:t>Micro: Integração de diversas áreas do conhecimento humano para a formulação do discurso ético.</a:t>
            </a:r>
          </a:p>
        </p:txBody>
      </p:sp>
    </p:spTree>
    <p:extLst>
      <p:ext uri="{BB962C8B-B14F-4D97-AF65-F5344CB8AC3E}">
        <p14:creationId xmlns:p14="http://schemas.microsoft.com/office/powerpoint/2010/main" val="4210719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62C5E-DE91-93FA-99D8-7F7676875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11AD6C-B276-A852-2B74-9363A9D11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COMPETÊNCIAS DO COMPONENTE CURRICULAR</a:t>
            </a:r>
            <a:endParaRPr lang="pt-BR" sz="40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575953-5EC6-4D90-3CC2-C830AE47D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500" b="1" i="1" dirty="0"/>
              <a:t>Macro: Compromisso com o desenvolvimento sustentável.</a:t>
            </a:r>
            <a:endParaRPr lang="pt-BR" sz="3500" dirty="0"/>
          </a:p>
          <a:p>
            <a:r>
              <a:rPr lang="pt-BR" sz="3500" dirty="0"/>
              <a:t>Micro: Reverência para com a sacralidade e a gratuidade da vida.</a:t>
            </a:r>
          </a:p>
          <a:p>
            <a:r>
              <a:rPr lang="pt-BR" sz="3500" dirty="0"/>
              <a:t>Micro: Discernimento diante de situações de violação da dignidade da vida.</a:t>
            </a:r>
          </a:p>
        </p:txBody>
      </p:sp>
    </p:spTree>
    <p:extLst>
      <p:ext uri="{BB962C8B-B14F-4D97-AF65-F5344CB8AC3E}">
        <p14:creationId xmlns:p14="http://schemas.microsoft.com/office/powerpoint/2010/main" val="1480565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046F3-F06B-1CF6-A72F-AD9B983CA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49E900-F885-0975-392A-5AD345CD5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COMPETÊNCIAS DO COMPONENTE CURRICULAR</a:t>
            </a:r>
            <a:endParaRPr lang="pt-BR" sz="40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3DAC47-30BE-4AF2-61BA-65B897816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500" b="1" i="1" dirty="0"/>
              <a:t>Macro: Avaliação de ações e atitudes éticas.</a:t>
            </a:r>
            <a:endParaRPr lang="pt-BR" sz="3500" dirty="0"/>
          </a:p>
          <a:p>
            <a:r>
              <a:rPr lang="pt-BR" sz="3500" dirty="0"/>
              <a:t>Micro: Sensibilização aos valores humanos fundamentais.</a:t>
            </a:r>
          </a:p>
          <a:p>
            <a:r>
              <a:rPr lang="pt-BR" sz="3500" dirty="0"/>
              <a:t>Micro: Elaboração de perspectivas éticas que respondem os desafios contemporâneos.</a:t>
            </a:r>
          </a:p>
        </p:txBody>
      </p:sp>
    </p:spTree>
    <p:extLst>
      <p:ext uri="{BB962C8B-B14F-4D97-AF65-F5344CB8AC3E}">
        <p14:creationId xmlns:p14="http://schemas.microsoft.com/office/powerpoint/2010/main" val="1885002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B45B21-DA5F-7AC6-3A3B-AD60B9397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OBJETOS E OBJETIVOS DO CONHECIMENTO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F267C5-5B54-7D31-EF55-6E32560BD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8288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DC48D8-64E5-06D8-6258-8F9037D1E1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28321"/>
            <a:ext cx="4447786" cy="5339080"/>
          </a:xfrm>
        </p:spPr>
        <p:txBody>
          <a:bodyPr>
            <a:noAutofit/>
          </a:bodyPr>
          <a:lstStyle/>
          <a:p>
            <a:r>
              <a:rPr lang="pt-BR" sz="3000" b="1" u="sng" dirty="0"/>
              <a:t>OBJETOS DE CONHECIMENTO</a:t>
            </a:r>
          </a:p>
          <a:p>
            <a:r>
              <a:rPr lang="pt-BR" sz="3000" dirty="0"/>
              <a:t>A compreensão do valor da vida e da dignidade do ser humano.</a:t>
            </a:r>
          </a:p>
          <a:p>
            <a:r>
              <a:rPr lang="pt-BR" sz="3000" dirty="0"/>
              <a:t>A diferença entre ética e moral que favorece a definição dos conceitos basilares de consciência, responsabilidade, autonomia e liberdade.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0163194-DB83-0338-BA6D-7DBFC7BA1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5403" y="528321"/>
            <a:ext cx="4447786" cy="5339080"/>
          </a:xfrm>
        </p:spPr>
        <p:txBody>
          <a:bodyPr>
            <a:normAutofit/>
          </a:bodyPr>
          <a:lstStyle/>
          <a:p>
            <a:r>
              <a:rPr lang="pt-BR" sz="3000" b="1" u="sng" dirty="0"/>
              <a:t>OBJETIVOS</a:t>
            </a:r>
            <a:endParaRPr lang="pt-BR" sz="3000" u="sng" dirty="0"/>
          </a:p>
          <a:p>
            <a:r>
              <a:rPr lang="pt-BR" sz="3000" dirty="0"/>
              <a:t>Afirmar os valores centrais da ética teológica: a defesa da vida (perspectiva biocêntrica), a dignidade do ser humano (perspectiva personalista) e o bem comum (perspectiva social).</a:t>
            </a:r>
          </a:p>
        </p:txBody>
      </p:sp>
    </p:spTree>
    <p:extLst>
      <p:ext uri="{BB962C8B-B14F-4D97-AF65-F5344CB8AC3E}">
        <p14:creationId xmlns:p14="http://schemas.microsoft.com/office/powerpoint/2010/main" val="3065127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A8166-1ECB-553E-1B34-ED04C453F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3BD543-DCD9-4287-6F44-DBDC4A2FB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28321"/>
            <a:ext cx="4447786" cy="5339080"/>
          </a:xfrm>
        </p:spPr>
        <p:txBody>
          <a:bodyPr>
            <a:normAutofit/>
          </a:bodyPr>
          <a:lstStyle/>
          <a:p>
            <a:r>
              <a:rPr lang="pt-BR" sz="3000" b="1" u="sng" dirty="0"/>
              <a:t>OBJETOS DE CONHECIMENTO</a:t>
            </a:r>
          </a:p>
          <a:p>
            <a:r>
              <a:rPr lang="pt-BR" sz="3000" dirty="0"/>
              <a:t>Leituras das mudanças de paradigma do discurso ético moderno e contemporâneo.</a:t>
            </a:r>
          </a:p>
          <a:p>
            <a:r>
              <a:rPr lang="pt-BR" sz="3000" dirty="0"/>
              <a:t>A reflexão ética em torno à exclusão social, as relações de gênero e a violência.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13C059-DE12-8564-0C95-DD5E1A5F8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5403" y="528321"/>
            <a:ext cx="4447786" cy="5339080"/>
          </a:xfrm>
        </p:spPr>
        <p:txBody>
          <a:bodyPr>
            <a:normAutofit/>
          </a:bodyPr>
          <a:lstStyle/>
          <a:p>
            <a:r>
              <a:rPr lang="pt-BR" sz="3000" b="1" u="sng" dirty="0"/>
              <a:t>OBJETIVOS</a:t>
            </a:r>
            <a:endParaRPr lang="pt-BR" sz="3000" u="sng" dirty="0"/>
          </a:p>
          <a:p>
            <a:r>
              <a:rPr lang="pt-BR" sz="3000" dirty="0"/>
              <a:t>Oferecer uma revisão dos valores que norteiam a vida desde as motivações da fé cristã, especialmente diante dos desafios colocados pelo mundo contemporâneo.</a:t>
            </a:r>
          </a:p>
        </p:txBody>
      </p:sp>
    </p:spTree>
    <p:extLst>
      <p:ext uri="{BB962C8B-B14F-4D97-AF65-F5344CB8AC3E}">
        <p14:creationId xmlns:p14="http://schemas.microsoft.com/office/powerpoint/2010/main" val="1113749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C502B-32B7-E34D-042D-75B5F8642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0946F5-4301-0505-44F1-2DC064C554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28321"/>
            <a:ext cx="4447786" cy="5339080"/>
          </a:xfrm>
        </p:spPr>
        <p:txBody>
          <a:bodyPr>
            <a:noAutofit/>
          </a:bodyPr>
          <a:lstStyle/>
          <a:p>
            <a:r>
              <a:rPr lang="pt-BR" sz="3000" b="1" u="sng" dirty="0"/>
              <a:t>OBJETOS DE CONHECIMENTO</a:t>
            </a:r>
          </a:p>
          <a:p>
            <a:r>
              <a:rPr lang="pt-BR" sz="3000" dirty="0"/>
              <a:t>A refundação do bem comum que propicia o diálogo com os diversos autores e as diversas áreas do saber: tecnologia, economia, meio ambiente, política, saúde, direito e sociedade.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2AA194C-E269-14F6-584C-996839D3B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5403" y="528321"/>
            <a:ext cx="4447786" cy="5339080"/>
          </a:xfrm>
        </p:spPr>
        <p:txBody>
          <a:bodyPr>
            <a:normAutofit/>
          </a:bodyPr>
          <a:lstStyle/>
          <a:p>
            <a:r>
              <a:rPr lang="pt-BR" sz="3000" b="1" u="sng" dirty="0"/>
              <a:t>OBJETIVOS</a:t>
            </a:r>
          </a:p>
          <a:p>
            <a:r>
              <a:rPr lang="pt-BR" sz="3000" dirty="0"/>
              <a:t>Estabelecer um diálogo interdisciplinar entre a Ética, a área do conhecimento em concreto e outras áreas e paradigmas científicos.</a:t>
            </a:r>
          </a:p>
        </p:txBody>
      </p:sp>
    </p:spTree>
    <p:extLst>
      <p:ext uri="{BB962C8B-B14F-4D97-AF65-F5344CB8AC3E}">
        <p14:creationId xmlns:p14="http://schemas.microsoft.com/office/powerpoint/2010/main" val="1613064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2FEC0-F805-901B-91A4-B6AC64F86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8A96F-B82A-4948-0C63-B78394521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Calibri" panose="020F0502020204030204" pitchFamily="34" charset="0"/>
              </a:rPr>
              <a:t>PLANEJAMENTO DO COMPONENTE CURRICULAR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29A7F3-3BF5-7EB2-7E58-5DF947361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10154992" cy="3973132"/>
          </a:xfrm>
        </p:spPr>
        <p:txBody>
          <a:bodyPr>
            <a:normAutofit/>
          </a:bodyPr>
          <a:lstStyle/>
          <a:p>
            <a:pPr marL="43180" algn="just"/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 Introdução</a:t>
            </a:r>
          </a:p>
          <a:p>
            <a:pPr marL="43180" algn="just"/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1.1 A gratuidade e a dignidade da vida</a:t>
            </a:r>
          </a:p>
          <a:p>
            <a:pPr marL="43180" algn="just"/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1.2 A dignidade do ser humano</a:t>
            </a:r>
          </a:p>
          <a:p>
            <a:pPr marL="43180" algn="just"/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1.3 Ética e moralidade em discussão</a:t>
            </a:r>
          </a:p>
          <a:p>
            <a:pPr marL="43180" algn="just"/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1.4 A ética incompatível com a violência.</a:t>
            </a:r>
          </a:p>
        </p:txBody>
      </p:sp>
    </p:spTree>
    <p:extLst>
      <p:ext uri="{BB962C8B-B14F-4D97-AF65-F5344CB8AC3E}">
        <p14:creationId xmlns:p14="http://schemas.microsoft.com/office/powerpoint/2010/main" val="1578449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D06FA-0DEF-0CF1-4687-0B963B582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5542DA-ECCD-B32D-6A87-A305A7D2E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Calibri" panose="020F0502020204030204" pitchFamily="34" charset="0"/>
              </a:rPr>
              <a:t>PLANEJAMENTO DO COMPONENTE CURRICULAR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015000-027D-8F15-705F-519ADF4FC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10154992" cy="3973132"/>
          </a:xfrm>
        </p:spPr>
        <p:txBody>
          <a:bodyPr>
            <a:normAutofit/>
          </a:bodyPr>
          <a:lstStyle/>
          <a:p>
            <a:pPr marL="43180" algn="just"/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 Elementos de discernimento ético</a:t>
            </a:r>
          </a:p>
          <a:p>
            <a:pPr marL="43180" algn="just"/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2.1 Consciência e responsabilidade</a:t>
            </a:r>
          </a:p>
          <a:p>
            <a:pPr marL="43180" algn="just"/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2.2 Liberdade e autonomia</a:t>
            </a:r>
          </a:p>
          <a:p>
            <a:pPr marL="43180" algn="just"/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2.3 A noção de bem comum</a:t>
            </a:r>
          </a:p>
          <a:p>
            <a:pPr marL="0" indent="0" algn="just">
              <a:buNone/>
            </a:pPr>
            <a:endParaRPr lang="pt-BR" sz="35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944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6D9F3-9D8D-EE42-5927-42F5D754E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40FF8-5651-AAC1-3288-E407758D4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Calibri" panose="020F0502020204030204" pitchFamily="34" charset="0"/>
              </a:rPr>
              <a:t>PLANEJAMENTO DO COMPONENTE CURRICULAR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38FF73-53B1-0D09-B36E-04B3EAF8D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10154992" cy="3973132"/>
          </a:xfrm>
        </p:spPr>
        <p:txBody>
          <a:bodyPr>
            <a:normAutofit/>
          </a:bodyPr>
          <a:lstStyle/>
          <a:p>
            <a:pPr marL="43180" algn="just"/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 Problemas éticos contemporâneos</a:t>
            </a:r>
          </a:p>
          <a:p>
            <a:pPr marL="43180" algn="just"/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3.1 Ética, tecnologia e meio ambiente</a:t>
            </a:r>
          </a:p>
          <a:p>
            <a:pPr marL="43180" algn="just"/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3.2 Ética, economia e política</a:t>
            </a:r>
          </a:p>
          <a:p>
            <a:pPr marL="43180" algn="just"/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3.3 Ética e relações de gênero-étnico-raciais</a:t>
            </a:r>
          </a:p>
          <a:p>
            <a:pPr marL="43180" algn="just"/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3.4 Ética e saúde</a:t>
            </a:r>
          </a:p>
          <a:p>
            <a:pPr marL="43180" algn="just"/>
            <a:endParaRPr lang="pt-BR" sz="35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226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371600" y="1967345"/>
            <a:ext cx="9601200" cy="3900055"/>
          </a:xfrm>
        </p:spPr>
        <p:txBody>
          <a:bodyPr>
            <a:normAutofit/>
          </a:bodyPr>
          <a:lstStyle/>
          <a:p>
            <a:r>
              <a:rPr lang="pt-BR" sz="35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Aulas expositivas com a metodologia do diálogo. </a:t>
            </a:r>
          </a:p>
          <a:p>
            <a:r>
              <a:rPr lang="pt-BR" sz="3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Unir-se-á ao trabalho desenvolvido em sala de aula a leitura de textos selecionados e a discussão de casos concretos que permitirão visualizar as categorias teórico-práticas centrais do componente curricular.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390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CRITÉRIOS DE AVALIAÇÃO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371600" y="1893194"/>
            <a:ext cx="10013324" cy="3974206"/>
          </a:xfrm>
        </p:spPr>
        <p:txBody>
          <a:bodyPr>
            <a:noAutofit/>
          </a:bodyPr>
          <a:lstStyle/>
          <a:p>
            <a:r>
              <a:rPr lang="pt-BR" sz="3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Avaliar a capacidade do aluno em solucionar os problemas apresentados, </a:t>
            </a:r>
          </a:p>
          <a:p>
            <a:r>
              <a:rPr lang="pt-BR" sz="3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quer pelas reflexões e discussões apresentadas em sala de aula, </a:t>
            </a:r>
          </a:p>
          <a:p>
            <a:r>
              <a:rPr lang="pt-BR" sz="3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quer pela sua atuação autônoma na pesquisa e desenvolvimento do conhecimento.</a:t>
            </a: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3281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INSTRUMENTOS DE AVALIAÇÃO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Duas avaliações escritas no decorrer do semestre para serem solucionadas individualmente ou em duplas, tendo sempre uma problematização da realidade e uma relação com os temas estudados.</a:t>
            </a:r>
          </a:p>
          <a:p>
            <a:pPr algn="just"/>
            <a:r>
              <a:rPr lang="pt-BR" sz="3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07/04 – 1º Avaliação escrita</a:t>
            </a:r>
          </a:p>
          <a:p>
            <a:pPr algn="just"/>
            <a:r>
              <a:rPr lang="pt-BR" sz="3000" b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09/06</a:t>
            </a:r>
            <a:r>
              <a:rPr lang="pt-BR" sz="30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pt-BR" sz="3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– 2º Avaliação escrita</a:t>
            </a:r>
          </a:p>
          <a:p>
            <a:pPr algn="just"/>
            <a:endParaRPr lang="pt-BR" sz="3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280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ESTRATÉGIAS DE RECUPERAÇÃO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Acompanhamento das dificuldades e dúvidas apresentadas pelo aluno no decorrer do semestre; correção das avaliações apresentando ao aluno as questões a serem melhor elaboradas; fornecer ao aluno novas ferramentas para uma maior autonomia na reflexão e solução dos problemas.</a:t>
            </a:r>
            <a:endParaRPr lang="pt-BR" sz="3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405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 BÁSICA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371600" y="1818861"/>
            <a:ext cx="9601200" cy="4048539"/>
          </a:xfrm>
        </p:spPr>
        <p:txBody>
          <a:bodyPr>
            <a:noAutofit/>
          </a:bodyPr>
          <a:lstStyle/>
          <a:p>
            <a:pPr marL="43180" algn="just"/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BOFF, L. </a:t>
            </a:r>
            <a:r>
              <a:rPr lang="pt-BR" sz="35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Ética e moral:</a:t>
            </a:r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a busca de fundamentos. 9. ed. Petrópolis: Vozes, 2014. 134p.</a:t>
            </a:r>
          </a:p>
          <a:p>
            <a:pPr marL="43180" algn="just"/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COMPARATO, F. K. </a:t>
            </a:r>
            <a:r>
              <a:rPr lang="pt-BR" sz="35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Ética</a:t>
            </a:r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 Direito, moral e religião no mundo moderno. 3. ed. São Paulo: Companhia das Letras, 2016. 726p.</a:t>
            </a:r>
          </a:p>
          <a:p>
            <a:pPr marL="43180" algn="just"/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MO SUNG J. SILVA, J. C. </a:t>
            </a:r>
            <a:r>
              <a:rPr lang="pt-BR" sz="35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Conversando sobre ética e sociedade</a:t>
            </a:r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 18. ed. Petrópolis: Vozes, 2011. 117p.</a:t>
            </a:r>
          </a:p>
        </p:txBody>
      </p:sp>
    </p:spTree>
    <p:extLst>
      <p:ext uri="{BB962C8B-B14F-4D97-AF65-F5344CB8AC3E}">
        <p14:creationId xmlns:p14="http://schemas.microsoft.com/office/powerpoint/2010/main" val="1418623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 COMPLEMENTAR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371600" y="1446027"/>
            <a:ext cx="9601200" cy="4976037"/>
          </a:xfrm>
        </p:spPr>
        <p:txBody>
          <a:bodyPr>
            <a:noAutofit/>
          </a:bodyPr>
          <a:lstStyle/>
          <a:p>
            <a:pPr marL="43180" algn="just"/>
            <a:r>
              <a:rPr lang="de-DE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CHAUÍ, M. ITOKAZU, E. M. (Org.). </a:t>
            </a:r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CHAUÍ-BERLINK, L. (Org.). </a:t>
            </a:r>
            <a:r>
              <a:rPr lang="pt-BR" sz="35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Sobre a violência</a:t>
            </a:r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 Belo Horizonte: Autêntica, 2017 (Escritos de Marilena Chauí, 5). 258p. (disponível na plataforma PEARSON).</a:t>
            </a:r>
          </a:p>
          <a:p>
            <a:pPr marL="43180" algn="just"/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LIPOVETSKY, G. </a:t>
            </a:r>
            <a:r>
              <a:rPr lang="pt-BR" sz="35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Metamorfoses da cultura liberal:</a:t>
            </a:r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ética, mídia, empresa. Porto Alegre: Sulina, 2004. 88p.</a:t>
            </a:r>
          </a:p>
          <a:p>
            <a:pPr marL="43180" algn="just"/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NOVAES, A. (Org.). </a:t>
            </a:r>
            <a:r>
              <a:rPr lang="pt-BR" sz="35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Ética</a:t>
            </a:r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 São Paulo: Companhia das Letras, 2007. 564p.</a:t>
            </a:r>
          </a:p>
        </p:txBody>
      </p:sp>
    </p:spTree>
    <p:extLst>
      <p:ext uri="{BB962C8B-B14F-4D97-AF65-F5344CB8AC3E}">
        <p14:creationId xmlns:p14="http://schemas.microsoft.com/office/powerpoint/2010/main" val="1954409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5240A-2381-A4C7-574D-7CE6B2C61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93E01-16F9-294C-CCA8-3EDAF39A3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 COMPLEMENTAR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E9141C-88DE-ADCE-A425-F0F0298FC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46027"/>
            <a:ext cx="9601200" cy="4976037"/>
          </a:xfrm>
        </p:spPr>
        <p:txBody>
          <a:bodyPr>
            <a:noAutofit/>
          </a:bodyPr>
          <a:lstStyle/>
          <a:p>
            <a:pPr marL="43180" algn="just"/>
            <a:endParaRPr lang="pt-BR" sz="35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3180" algn="just"/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PESSINI, L. </a:t>
            </a:r>
            <a:r>
              <a:rPr lang="pt-BR" sz="35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Espiritualidade e arte de cuidar:</a:t>
            </a:r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o sentido da fé para a saúde. São Paulo: Paulinas/ Centro Universitário São Camilo, 2011. 288p.</a:t>
            </a:r>
          </a:p>
          <a:p>
            <a:pPr marL="43180" algn="just"/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SANDEL, M. J. </a:t>
            </a:r>
            <a:r>
              <a:rPr lang="pt-BR" sz="35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Justiça:</a:t>
            </a:r>
            <a:r>
              <a:rPr lang="pt-BR" sz="35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o que é fazer a coisa certa. 31. ed. Rio de Janeiro: Civilização Brasileira, 2020. 349p.</a:t>
            </a:r>
          </a:p>
        </p:txBody>
      </p:sp>
    </p:spTree>
    <p:extLst>
      <p:ext uri="{BB962C8B-B14F-4D97-AF65-F5344CB8AC3E}">
        <p14:creationId xmlns:p14="http://schemas.microsoft.com/office/powerpoint/2010/main" val="92832530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TM10001105[[fn=Corte]]</Template>
  <TotalTime>926</TotalTime>
  <Words>864</Words>
  <Application>Microsoft Office PowerPoint</Application>
  <PresentationFormat>Widescreen</PresentationFormat>
  <Paragraphs>76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Calibri</vt:lpstr>
      <vt:lpstr>Franklin Gothic Book</vt:lpstr>
      <vt:lpstr>Crop</vt:lpstr>
      <vt:lpstr>ÉTICA E Antropologia teológica</vt:lpstr>
      <vt:lpstr>EMENTA</vt:lpstr>
      <vt:lpstr>COMPETÊNCIAS DO COMPONENTE CURRICULAR</vt:lpstr>
      <vt:lpstr>COMPETÊNCIAS DO COMPONENTE CURRICULAR</vt:lpstr>
      <vt:lpstr>COMPETÊNCIAS DO COMPONENTE CURRICULAR</vt:lpstr>
      <vt:lpstr>COMPETÊNCIAS DO COMPONENTE CURRICULAR</vt:lpstr>
      <vt:lpstr>OBJETOS E OBJETIVOS DO CONHECIMENTO</vt:lpstr>
      <vt:lpstr>Apresentação do PowerPoint</vt:lpstr>
      <vt:lpstr>Apresentação do PowerPoint</vt:lpstr>
      <vt:lpstr>Apresentação do PowerPoint</vt:lpstr>
      <vt:lpstr>PLANEJAMENTO DO COMPONENTE CURRICULAR</vt:lpstr>
      <vt:lpstr>PLANEJAMENTO DO COMPONENTE CURRICULAR</vt:lpstr>
      <vt:lpstr>PLANEJAMENTO DO COMPONENTE CURRICULAR</vt:lpstr>
      <vt:lpstr>METODOLOGIA</vt:lpstr>
      <vt:lpstr>CRITÉRIOS DE AVALIAÇÃO</vt:lpstr>
      <vt:lpstr>INSTRUMENTOS DE AVALIAÇÃO</vt:lpstr>
      <vt:lpstr> ESTRATÉGIAS DE RECUPERAÇÃO</vt:lpstr>
      <vt:lpstr>BIBLIOGRAFIA BÁSICA</vt:lpstr>
      <vt:lpstr>BIBLIOGRAFIA COMPLEMENTAR</vt:lpstr>
      <vt:lpstr>BIBLIOGRAFIA COMPLEMENTAR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Antropologia teológica c</dc:title>
  <dc:creator>User</dc:creator>
  <cp:lastModifiedBy>leonardo piacente</cp:lastModifiedBy>
  <cp:revision>45</cp:revision>
  <dcterms:created xsi:type="dcterms:W3CDTF">2018-08-07T21:29:32Z</dcterms:created>
  <dcterms:modified xsi:type="dcterms:W3CDTF">2026-02-10T12:40:22Z</dcterms:modified>
</cp:coreProperties>
</file>