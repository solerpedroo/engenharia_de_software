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9943E-67B7-4A1D-8C3B-A8F6FEE54086}" type="datetimeFigureOut">
              <a:rPr lang="pt-BR" smtClean="0"/>
              <a:pPr/>
              <a:t>27/04/2025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BD376-42B5-47E4-ABF0-3EEA45028F3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9943E-67B7-4A1D-8C3B-A8F6FEE54086}" type="datetimeFigureOut">
              <a:rPr lang="pt-BR" smtClean="0"/>
              <a:pPr/>
              <a:t>27/04/2025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BD376-42B5-47E4-ABF0-3EEA45028F3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9943E-67B7-4A1D-8C3B-A8F6FEE54086}" type="datetimeFigureOut">
              <a:rPr lang="pt-BR" smtClean="0"/>
              <a:pPr/>
              <a:t>27/04/2025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BD376-42B5-47E4-ABF0-3EEA45028F3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9943E-67B7-4A1D-8C3B-A8F6FEE54086}" type="datetimeFigureOut">
              <a:rPr lang="pt-BR" smtClean="0"/>
              <a:pPr/>
              <a:t>27/04/2025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BD376-42B5-47E4-ABF0-3EEA45028F3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9943E-67B7-4A1D-8C3B-A8F6FEE54086}" type="datetimeFigureOut">
              <a:rPr lang="pt-BR" smtClean="0"/>
              <a:pPr/>
              <a:t>27/04/2025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BD376-42B5-47E4-ABF0-3EEA45028F3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9943E-67B7-4A1D-8C3B-A8F6FEE54086}" type="datetimeFigureOut">
              <a:rPr lang="pt-BR" smtClean="0"/>
              <a:pPr/>
              <a:t>27/04/2025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BD376-42B5-47E4-ABF0-3EEA45028F3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9943E-67B7-4A1D-8C3B-A8F6FEE54086}" type="datetimeFigureOut">
              <a:rPr lang="pt-BR" smtClean="0"/>
              <a:pPr/>
              <a:t>27/04/2025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BD376-42B5-47E4-ABF0-3EEA45028F3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9943E-67B7-4A1D-8C3B-A8F6FEE54086}" type="datetimeFigureOut">
              <a:rPr lang="pt-BR" smtClean="0"/>
              <a:pPr/>
              <a:t>27/04/2025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BD376-42B5-47E4-ABF0-3EEA45028F3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9943E-67B7-4A1D-8C3B-A8F6FEE54086}" type="datetimeFigureOut">
              <a:rPr lang="pt-BR" smtClean="0"/>
              <a:pPr/>
              <a:t>27/04/2025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BD376-42B5-47E4-ABF0-3EEA45028F3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9943E-67B7-4A1D-8C3B-A8F6FEE54086}" type="datetimeFigureOut">
              <a:rPr lang="pt-BR" smtClean="0"/>
              <a:pPr/>
              <a:t>27/04/2025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BD376-42B5-47E4-ABF0-3EEA45028F3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9943E-67B7-4A1D-8C3B-A8F6FEE54086}" type="datetimeFigureOut">
              <a:rPr lang="pt-BR" smtClean="0"/>
              <a:pPr/>
              <a:t>27/04/2025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BD376-42B5-47E4-ABF0-3EEA45028F3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F9943E-67B7-4A1D-8C3B-A8F6FEE54086}" type="datetimeFigureOut">
              <a:rPr lang="pt-BR" smtClean="0"/>
              <a:pPr/>
              <a:t>27/04/2025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BD376-42B5-47E4-ABF0-3EEA45028F3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ÉTICA E RESPONSABILIDADE</a:t>
            </a:r>
            <a:br>
              <a:rPr lang="pt-BR" dirty="0"/>
            </a:br>
            <a:r>
              <a:rPr lang="pt-BR" dirty="0"/>
              <a:t>ECOLOGIA INTEGRAL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28596" y="3886200"/>
            <a:ext cx="8286808" cy="2328882"/>
          </a:xfrm>
        </p:spPr>
        <p:txBody>
          <a:bodyPr>
            <a:normAutofit fontScale="92500"/>
          </a:bodyPr>
          <a:lstStyle/>
          <a:p>
            <a:r>
              <a:rPr lang="pt-BR" dirty="0"/>
              <a:t>Ética e Antropologia Teológica</a:t>
            </a:r>
          </a:p>
          <a:p>
            <a:r>
              <a:rPr lang="pt-BR" dirty="0"/>
              <a:t>Prof. </a:t>
            </a:r>
            <a:r>
              <a:rPr lang="pt-BR" dirty="0" err="1"/>
              <a:t>Pe</a:t>
            </a:r>
            <a:r>
              <a:rPr lang="pt-BR" dirty="0"/>
              <a:t>. Leonardo Piacente</a:t>
            </a:r>
          </a:p>
          <a:p>
            <a:r>
              <a:rPr lang="pt-BR" dirty="0"/>
              <a:t>https://www.youtube.com/watch?v=nJm2nofC0Us</a:t>
            </a:r>
          </a:p>
          <a:p>
            <a:r>
              <a:rPr lang="pt-BR" dirty="0"/>
              <a:t>Prof. Oswaldo </a:t>
            </a:r>
            <a:r>
              <a:rPr lang="pt-BR" dirty="0" err="1"/>
              <a:t>Giacóia</a:t>
            </a:r>
            <a:r>
              <a:rPr lang="pt-BR" dirty="0"/>
              <a:t> – CPFL café filosófico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</TotalTime>
  <Words>37</Words>
  <Application>Microsoft Office PowerPoint</Application>
  <PresentationFormat>Apresentação na tela (4:3)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Calibri</vt:lpstr>
      <vt:lpstr>Tema do Office</vt:lpstr>
      <vt:lpstr>ÉTICA E RESPONSABILIDADE ECOLOGIA INTEGRAL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ÉTICA E RESPONSABILIDADE ECOLOGIA INTEGRAL</dc:title>
  <dc:creator>User</dc:creator>
  <cp:lastModifiedBy>leonardo piacente</cp:lastModifiedBy>
  <cp:revision>7</cp:revision>
  <dcterms:created xsi:type="dcterms:W3CDTF">2020-11-16T23:16:19Z</dcterms:created>
  <dcterms:modified xsi:type="dcterms:W3CDTF">2025-04-28T01:30:40Z</dcterms:modified>
</cp:coreProperties>
</file>