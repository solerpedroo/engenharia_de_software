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33821-597E-4B4F-8572-5DA1CB1835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950976"/>
            <a:ext cx="6509385" cy="3556730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C38D70-8FF5-47D7-A0DD-087A227BC9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572000"/>
            <a:ext cx="6481953" cy="1485900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5B485-516D-48B7-AF1D-69AEEA351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4/1/2024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614DDB-2831-4FF8-9DA7-0449659D7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F178F6-65BA-4964-80E2-DB6EA3355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812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A45AC-24E0-45A1-90C3-7BF96C3FC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2018E1-7CA3-4B5E-9683-554FDFC63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5D32D-7150-4DF2-B992-A2B4F5605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4/1/2024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D03F0C-FCA3-464C-B6ED-864DB51E7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41006-DAE1-4326-B1AE-FD527A653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903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73B84-BE32-464A-A765-975C21B5C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923" y="952500"/>
            <a:ext cx="6678695" cy="3962398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0145C2-97CF-4887-904A-8ADC80525A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43860" y="952501"/>
            <a:ext cx="3500440" cy="396239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524559-DA32-4398-A8EE-EED2469D6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4/1/2024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967BE1-F1AC-4732-B52E-1C7D63DEF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13C03-DDF0-48C6-B1BF-D28875F82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641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6F411-42B3-4A17-BE7E-861BE7E7D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E0603-F4C0-40AC-A53E-40449D53D7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8640" y="2029968"/>
            <a:ext cx="5281506" cy="41481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BC5634-2887-4182-A9BE-B382357D4F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7928" y="2029968"/>
            <a:ext cx="5281506" cy="41481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6B6E74-28E1-4684-B515-4265ED7B1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4/1/2024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D375EA-A8F8-485D-A82F-CD85D4C9E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9E4B0-F5E3-407F-A548-B616E7749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486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2161A-7627-4D64-AF08-10D702AFE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659" y="950976"/>
            <a:ext cx="10802729" cy="88179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3B6884-07D8-4CC4-BE99-516F1433B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2918" y="1832772"/>
            <a:ext cx="5281507" cy="742638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13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82C638-B5A8-4F8C-85AE-33BEAF54C0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8640" y="2600531"/>
            <a:ext cx="528150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0D1933-A703-4BDC-A697-728E899EED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7927" y="1832772"/>
            <a:ext cx="5283202" cy="742638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13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925DBD-4D51-4A2D-B1E4-6D094CD1E8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7927" y="2600531"/>
            <a:ext cx="52832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2636E2-E26E-42F7-9E05-3F756C7D1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4/1/2024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F7281B-0E5C-421E-AFFE-775F57C5D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483462-E410-4DC7-AE53-27AABECFE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877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CFA68-31B5-48C5-929A-842FDF0FD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5A2600-419E-46E9-946F-FBDEDBA1D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4/1/2024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85F9A9-98FF-4653-A570-9F351A1AB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D44457-95F1-4B15-A647-B14F91F7A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431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19EABA-1008-4E49-9184-3A946ECD7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4/1/2024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5C3BD0-269D-4127-B5F7-84B0D8A74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623447-C740-4495-93EC-7252B1B92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951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D1155-71E7-4F0A-BB62-933743CF6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52500"/>
            <a:ext cx="4124084" cy="2362200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B6D44-5A1E-4176-8766-4B81E045D5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0700" y="952500"/>
            <a:ext cx="5934074" cy="49085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810EC6-11DD-4B5D-A2D2-4DCF73E583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1" y="3429000"/>
            <a:ext cx="4124084" cy="24399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5DFCDF-666E-4DB4-A1C0-79D40A007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4/1/2024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A69AC-15E6-4B19-A59D-DBDBE923D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79F0EE-74DE-4FEC-81E9-E40D53397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763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3CA4F-6508-4AD6-8367-A0288D888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1" y="952500"/>
            <a:ext cx="4124084" cy="239791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06BFCD-2F93-4D99-89EA-F0359FB782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22119" y="987425"/>
            <a:ext cx="602218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F4C1F7-1272-41C8-8C29-676316D02D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1" y="3429000"/>
            <a:ext cx="4124084" cy="24399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CDD491-0FE6-4B42-AAA6-B698E46F1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4/1/2024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58F83F-4E9F-4607-A69B-DFC932560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324484-C6E4-4D8A-BDAB-09B1FBB43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628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07F1B-6F93-4E6E-8C8C-D01A9DEB6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7D2968-FE85-492F-A77B-1771F4EAA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48641" y="2028826"/>
            <a:ext cx="11094348" cy="4029074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592DA2-B1FB-45C6-B10C-141AC2BFB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4/1/2024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CA6D78-CE47-4CA7-B3B6-AFAE5175F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EDC5C0-8780-4819-A8FC-32A0141D2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566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B8F9A8-05F2-4F79-B689-1FA2F31965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472612" y="952499"/>
            <a:ext cx="2207417" cy="5105401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D615BC-61CD-4D59-8E85-B59072E2B2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57924" y="952499"/>
            <a:ext cx="8914688" cy="510540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F81C46-8CC0-4B79-AF2E-84C86C6A8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4/1/2024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A76817-4D29-4888-B68C-A35F5A069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0B21A-30A9-4173-9E3F-D985B86A3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053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90E843-90BA-4A7D-8F9F-FFE49387A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39" y="950976"/>
            <a:ext cx="10995659" cy="107784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F7CA62-9B55-49B4-94B6-EAAF7D5AE0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1" y="2028826"/>
            <a:ext cx="10995660" cy="40290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CEA03-AAFA-4A69-A3DA-1DD0EF273F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88729" y="6449535"/>
            <a:ext cx="2983095" cy="308453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4CDE23C7-78A4-413A-A84B-93D4CC0A9EB1}" type="datetimeFigureOut">
              <a:rPr lang="en-US" smtClean="0"/>
              <a:pPr/>
              <a:t>4/1/2024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E97F43-1ECB-4FC2-863E-26CEE24A00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57924" y="17377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7F9D8-4B2E-4871-B2AE-EFC06BE231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10710" y="6449535"/>
            <a:ext cx="932279" cy="308453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6CB39E08-E0E5-4B1A-8F7D-08FE7678A3B6}" type="slidenum">
              <a:rPr lang="en-US" smtClean="0"/>
              <a:pPr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62919E4-C488-4107-9EF1-66152F848008}"/>
              </a:ext>
            </a:extLst>
          </p:cNvPr>
          <p:cNvCxnSpPr>
            <a:cxnSpLocks/>
          </p:cNvCxnSpPr>
          <p:nvPr/>
        </p:nvCxnSpPr>
        <p:spPr>
          <a:xfrm>
            <a:off x="643467" y="678719"/>
            <a:ext cx="1090506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F79732-4088-424C-A653-4534E4389443}"/>
              </a:ext>
            </a:extLst>
          </p:cNvPr>
          <p:cNvCxnSpPr>
            <a:cxnSpLocks/>
          </p:cNvCxnSpPr>
          <p:nvPr/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9822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693" r:id="rId6"/>
    <p:sldLayoutId id="2147483689" r:id="rId7"/>
    <p:sldLayoutId id="2147483690" r:id="rId8"/>
    <p:sldLayoutId id="2147483691" r:id="rId9"/>
    <p:sldLayoutId id="2147483692" r:id="rId10"/>
    <p:sldLayoutId id="2147483694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D18051F-0BA4-4C80-832C-1845011B9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Tinta e aquarela líquida plástica">
            <a:extLst>
              <a:ext uri="{FF2B5EF4-FFF2-40B4-BE49-F238E27FC236}">
                <a16:creationId xmlns:a16="http://schemas.microsoft.com/office/drawing/2014/main" id="{6EB80980-8C6F-E1D8-91DC-B04E2248F70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867" b="6670"/>
          <a:stretch/>
        </p:blipFill>
        <p:spPr>
          <a:xfrm>
            <a:off x="20" y="10"/>
            <a:ext cx="12191981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3F26D5C-77E9-4A8D-95F0-1635BAD12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961205" y="-372795"/>
            <a:ext cx="6857999" cy="7603591"/>
          </a:xfrm>
          <a:prstGeom prst="rect">
            <a:avLst/>
          </a:prstGeom>
          <a:gradFill flip="none" rotWithShape="1">
            <a:gsLst>
              <a:gs pos="3000">
                <a:srgbClr val="000000">
                  <a:alpha val="0"/>
                </a:srgbClr>
              </a:gs>
              <a:gs pos="73000">
                <a:srgbClr val="000000">
                  <a:alpha val="48000"/>
                </a:srgbClr>
              </a:gs>
              <a:gs pos="100000">
                <a:srgbClr val="000000">
                  <a:alpha val="58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D1FDD9E-5E24-A42C-C2D1-510152F0EA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43699" y="952500"/>
            <a:ext cx="4854071" cy="3893582"/>
          </a:xfrm>
        </p:spPr>
        <p:txBody>
          <a:bodyPr>
            <a:normAutofit/>
          </a:bodyPr>
          <a:lstStyle/>
          <a:p>
            <a:pPr algn="r"/>
            <a:r>
              <a:rPr lang="pt-BR" dirty="0">
                <a:solidFill>
                  <a:srgbClr val="FFFFFF"/>
                </a:solidFill>
              </a:rPr>
              <a:t>ÉTICA INCOMPATÍVEL COM A VIOLÊNCIA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46E7F88-ACB9-BF21-48A4-02E8331422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43699" y="4846083"/>
            <a:ext cx="4872618" cy="1211818"/>
          </a:xfrm>
        </p:spPr>
        <p:txBody>
          <a:bodyPr anchor="b">
            <a:normAutofit/>
          </a:bodyPr>
          <a:lstStyle/>
          <a:p>
            <a:pPr algn="r"/>
            <a:r>
              <a:rPr lang="pt-BR" dirty="0">
                <a:solidFill>
                  <a:srgbClr val="FFFFFF"/>
                </a:solidFill>
              </a:rPr>
              <a:t>ÉTICA E ANTROPOLOGIA TEOLÓGICA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632DC5A-0728-490F-8655-6B43778270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78719"/>
            <a:ext cx="10905066" cy="0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8BB1F6D-CF9C-422D-9324-C46415BB9D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1377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F73B48-96EB-CE76-12E9-AE44A3323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Mito da não-violência no Brasil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5CFB567-361C-76EF-96CA-97372204E5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Marilena Chauí</a:t>
            </a:r>
          </a:p>
          <a:p>
            <a:r>
              <a:rPr lang="pt-BR"/>
              <a:t>https://www.youtube.com/watch?v=I0NRYek-P6U</a:t>
            </a:r>
          </a:p>
        </p:txBody>
      </p:sp>
    </p:spTree>
    <p:extLst>
      <p:ext uri="{BB962C8B-B14F-4D97-AF65-F5344CB8AC3E}">
        <p14:creationId xmlns:p14="http://schemas.microsoft.com/office/powerpoint/2010/main" val="3867638878"/>
      </p:ext>
    </p:extLst>
  </p:cSld>
  <p:clrMapOvr>
    <a:masterClrMapping/>
  </p:clrMapOvr>
</p:sld>
</file>

<file path=ppt/theme/theme1.xml><?xml version="1.0" encoding="utf-8"?>
<a:theme xmlns:a="http://schemas.openxmlformats.org/drawingml/2006/main" name="TribuneVTI">
  <a:themeElements>
    <a:clrScheme name="AnalogousFromRegularSeedRightStep">
      <a:dk1>
        <a:srgbClr val="000000"/>
      </a:dk1>
      <a:lt1>
        <a:srgbClr val="FFFFFF"/>
      </a:lt1>
      <a:dk2>
        <a:srgbClr val="2E1B30"/>
      </a:dk2>
      <a:lt2>
        <a:srgbClr val="F3F0F0"/>
      </a:lt2>
      <a:accent1>
        <a:srgbClr val="45AFAD"/>
      </a:accent1>
      <a:accent2>
        <a:srgbClr val="3B82B1"/>
      </a:accent2>
      <a:accent3>
        <a:srgbClr val="4D63C3"/>
      </a:accent3>
      <a:accent4>
        <a:srgbClr val="593EB3"/>
      </a:accent4>
      <a:accent5>
        <a:srgbClr val="994DC3"/>
      </a:accent5>
      <a:accent6>
        <a:srgbClr val="B13BAA"/>
      </a:accent6>
      <a:hlink>
        <a:srgbClr val="BF3F42"/>
      </a:hlink>
      <a:folHlink>
        <a:srgbClr val="7F7F7F"/>
      </a:folHlink>
    </a:clrScheme>
    <a:fontScheme name="Amasis-Univers">
      <a:majorFont>
        <a:latin typeface="Amasis MT Pro Medium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ribuneVTI" id="{4D84C650-59FC-4F6B-ADA6-B11C508FF6CE}" vid="{0E07EAE6-ACBC-4250-8522-FC108A45043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29</Words>
  <Application>Microsoft Office PowerPoint</Application>
  <PresentationFormat>Widescreen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6" baseType="lpstr">
      <vt:lpstr>Amasis MT Pro Medium</vt:lpstr>
      <vt:lpstr>Arial</vt:lpstr>
      <vt:lpstr>Univers Light</vt:lpstr>
      <vt:lpstr>TribuneVTI</vt:lpstr>
      <vt:lpstr>ÉTICA INCOMPATÍVEL COM A VIOLÊNCIA</vt:lpstr>
      <vt:lpstr>Mito da não-violência no Brasil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ÉTICA INCOMPATÍVEL COM A VIOLÊNCIA</dc:title>
  <dc:creator>leonardo piacente</dc:creator>
  <cp:lastModifiedBy>leonardo piacente</cp:lastModifiedBy>
  <cp:revision>1</cp:revision>
  <dcterms:created xsi:type="dcterms:W3CDTF">2024-04-01T12:35:37Z</dcterms:created>
  <dcterms:modified xsi:type="dcterms:W3CDTF">2024-04-01T13:19:25Z</dcterms:modified>
</cp:coreProperties>
</file>