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4" r:id="rId4"/>
    <p:sldId id="265" r:id="rId5"/>
    <p:sldId id="266" r:id="rId6"/>
    <p:sldId id="267" r:id="rId7"/>
    <p:sldId id="269" r:id="rId8"/>
    <p:sldId id="258" r:id="rId9"/>
    <p:sldId id="257" r:id="rId10"/>
    <p:sldId id="260" r:id="rId11"/>
    <p:sldId id="262" r:id="rId12"/>
    <p:sldId id="263" r:id="rId13"/>
    <p:sldId id="261" r:id="rId14"/>
    <p:sldId id="268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793B3-E201-42BE-92FE-BAFA405669BD}" v="2" dt="2022-05-09T22:01:08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piacente" userId="0add8016af67c0e5" providerId="LiveId" clId="{88E793B3-E201-42BE-92FE-BAFA405669BD}"/>
    <pc:docChg chg="custSel addSld modSld">
      <pc:chgData name="leonardo piacente" userId="0add8016af67c0e5" providerId="LiveId" clId="{88E793B3-E201-42BE-92FE-BAFA405669BD}" dt="2022-05-09T22:01:12.304" v="34" actId="26606"/>
      <pc:docMkLst>
        <pc:docMk/>
      </pc:docMkLst>
      <pc:sldChg chg="addSp modSp add mod modClrScheme chgLayout">
        <pc:chgData name="leonardo piacente" userId="0add8016af67c0e5" providerId="LiveId" clId="{88E793B3-E201-42BE-92FE-BAFA405669BD}" dt="2022-05-09T22:01:12.304" v="34" actId="26606"/>
        <pc:sldMkLst>
          <pc:docMk/>
          <pc:sldMk cId="2830453574" sldId="269"/>
        </pc:sldMkLst>
        <pc:spChg chg="mod">
          <ac:chgData name="leonardo piacente" userId="0add8016af67c0e5" providerId="LiveId" clId="{88E793B3-E201-42BE-92FE-BAFA405669BD}" dt="2022-05-09T22:01:12.304" v="34" actId="26606"/>
          <ac:spMkLst>
            <pc:docMk/>
            <pc:sldMk cId="2830453574" sldId="269"/>
            <ac:spMk id="2" creationId="{00000000-0000-0000-0000-000000000000}"/>
          </ac:spMkLst>
        </pc:spChg>
        <pc:spChg chg="mod">
          <ac:chgData name="leonardo piacente" userId="0add8016af67c0e5" providerId="LiveId" clId="{88E793B3-E201-42BE-92FE-BAFA405669BD}" dt="2022-05-09T22:01:12.304" v="34" actId="26606"/>
          <ac:spMkLst>
            <pc:docMk/>
            <pc:sldMk cId="2830453574" sldId="269"/>
            <ac:spMk id="3" creationId="{00000000-0000-0000-0000-000000000000}"/>
          </ac:spMkLst>
        </pc:spChg>
        <pc:picChg chg="add mod">
          <ac:chgData name="leonardo piacente" userId="0add8016af67c0e5" providerId="LiveId" clId="{88E793B3-E201-42BE-92FE-BAFA405669BD}" dt="2022-05-09T22:01:12.304" v="34" actId="26606"/>
          <ac:picMkLst>
            <pc:docMk/>
            <pc:sldMk cId="2830453574" sldId="269"/>
            <ac:picMk id="4" creationId="{60B844E3-4BDF-7D11-CE03-A6E70A3C6D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7D18AB-F445-4468-A362-2FC4F2E566D1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BAC2BFF-8A5D-4044-A4C1-CC79C78E5DA8}" type="slidenum">
              <a:rPr lang="pt-BR" smtClean="0"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youtube.com/watch?v=6udOUlZ_M1Y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greta_thunberg_the_disarming_case_to_act_right_now_on_climate_change?language=pt-b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bnRv81s_9Q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3400" y="714356"/>
            <a:ext cx="7851648" cy="2786082"/>
          </a:xfrm>
        </p:spPr>
        <p:txBody>
          <a:bodyPr>
            <a:normAutofit/>
          </a:bodyPr>
          <a:lstStyle/>
          <a:p>
            <a:r>
              <a:rPr lang="pt-BR" dirty="0"/>
              <a:t>ÉTICA </a:t>
            </a:r>
            <a:r>
              <a:rPr lang="pt-BR"/>
              <a:t>E ECOLOGIA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MEIO AMBIENTE, SUSTENTABILIDADE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3400" y="3890978"/>
            <a:ext cx="7854696" cy="1752600"/>
          </a:xfrm>
        </p:spPr>
        <p:txBody>
          <a:bodyPr/>
          <a:lstStyle/>
          <a:p>
            <a:r>
              <a:rPr lang="pt-BR" dirty="0"/>
              <a:t>ÉTICA E ANTROPOLIGA TEOLÓGICA</a:t>
            </a:r>
          </a:p>
          <a:p>
            <a:r>
              <a:rPr lang="pt-BR" dirty="0"/>
              <a:t>III. ÉTICA E O CONTEXTO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Ética e 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000" dirty="0"/>
              <a:t>O tema da ecologia tem ocupado um considerável espaço nos meios de comunicação. </a:t>
            </a:r>
          </a:p>
          <a:p>
            <a:r>
              <a:rPr lang="pt-BR" sz="3000" dirty="0"/>
              <a:t>O destaque que tem se dado a esse tema não é proposital, trata-se de uma das questões mais graves que enfrentamos no mundo de hoje.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Ética e 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000" dirty="0"/>
              <a:t>Desde logo é bom desfazermos uma confusão que é muito comum. </a:t>
            </a:r>
          </a:p>
          <a:p>
            <a:r>
              <a:rPr lang="pt-BR" sz="3000" dirty="0"/>
              <a:t>Geralmente quando se fala em ecologia as pessoas imediatamente associam ecologia a meio ambiente. </a:t>
            </a:r>
          </a:p>
          <a:p>
            <a:r>
              <a:rPr lang="pt-BR" sz="3000" dirty="0"/>
              <a:t>É claro que a preservação do meio ambiente é uma grande preocupação dos ecologistas, mas a ecologia não se limita ao </a:t>
            </a:r>
            <a:r>
              <a:rPr lang="pt-BR" sz="3000" dirty="0" err="1"/>
              <a:t>ambientalismo</a:t>
            </a:r>
            <a:r>
              <a:rPr lang="pt-BR" sz="3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pt-BR" dirty="0"/>
              <a:t>Ética e 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2918" y="1357298"/>
            <a:ext cx="8686800" cy="4967302"/>
          </a:xfrm>
        </p:spPr>
        <p:txBody>
          <a:bodyPr>
            <a:normAutofit/>
          </a:bodyPr>
          <a:lstStyle/>
          <a:p>
            <a:r>
              <a:rPr lang="pt-BR" sz="3200" dirty="0"/>
              <a:t>Ecologia é a ciência que estuda as relações de intercâmbio e transformação de energia entre os seres vivos, engloba a relação de todas as coisas existentes entre si e com tudo o que existe. </a:t>
            </a:r>
          </a:p>
          <a:p>
            <a:r>
              <a:rPr lang="pt-BR" sz="3200" dirty="0"/>
              <a:t>Nesse sentido, a ecologia não se restringe ao campo da biologia, mas se estende por vários ramos do conhecimentos, principalmente ao da economia e da política.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pt-BR" dirty="0"/>
              <a:t>Ética e 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5720" y="1390656"/>
            <a:ext cx="8686800" cy="5110178"/>
          </a:xfrm>
        </p:spPr>
        <p:txBody>
          <a:bodyPr>
            <a:noAutofit/>
          </a:bodyPr>
          <a:lstStyle/>
          <a:p>
            <a:r>
              <a:rPr lang="pt-BR" sz="3200" dirty="0"/>
              <a:t>Aliás, ‘ecologia’ e ‘economia’ vêm igualmente da palavra grega </a:t>
            </a:r>
            <a:r>
              <a:rPr lang="pt-BR" sz="3200" i="1" dirty="0" err="1"/>
              <a:t>oikos</a:t>
            </a:r>
            <a:r>
              <a:rPr lang="pt-BR" sz="3200" dirty="0"/>
              <a:t>, que significa casa. </a:t>
            </a:r>
          </a:p>
          <a:p>
            <a:r>
              <a:rPr lang="pt-BR" sz="3200" dirty="0"/>
              <a:t>A ecologia é o estudo da casa (ou economia doméstica), de como os seres vivos se relacionam entre si e com a sua casa, o planeta terra. </a:t>
            </a:r>
          </a:p>
          <a:p>
            <a:r>
              <a:rPr lang="pt-BR" sz="3200" dirty="0"/>
              <a:t>Da mesma forma que uma dona de casa administra os bens escassos, ou seja, faz ‘economia’, os seres humanos não estamos fora da natureza, somos parte dela.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Ética e 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200" dirty="0"/>
          </a:p>
          <a:p>
            <a:r>
              <a:rPr lang="pt-BR" sz="3200" dirty="0"/>
              <a:t>Cada agressão que causamos à natureza também nos atinge, e daí a urgência de mudança de atitude do homem frente à natureza.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anchor="b">
            <a:normAutofit/>
          </a:bodyPr>
          <a:lstStyle/>
          <a:p>
            <a:r>
              <a:rPr lang="pt-BR" dirty="0"/>
              <a:t>Ética e 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>
            <a:normAutofit/>
          </a:bodyPr>
          <a:lstStyle/>
          <a:p>
            <a:r>
              <a:rPr lang="pt-BR">
                <a:hlinkClick r:id="rId2"/>
              </a:rPr>
              <a:t>https://www.youtube.com/watch?v=6udOUlZ_M1Y</a:t>
            </a:r>
            <a:endParaRPr lang="pt-BR"/>
          </a:p>
          <a:p>
            <a:r>
              <a:rPr lang="pt-BR" b="0" i="0">
                <a:effectLst/>
              </a:rPr>
              <a:t>Discurso de ABERTURA da COP26 </a:t>
            </a:r>
            <a:r>
              <a:rPr lang="pt-BR" b="0" i="0" err="1">
                <a:effectLst/>
              </a:rPr>
              <a:t>po</a:t>
            </a:r>
            <a:r>
              <a:rPr lang="pt-BR" b="0" i="0">
                <a:effectLst/>
              </a:rPr>
              <a:t> </a:t>
            </a:r>
            <a:r>
              <a:rPr lang="pt-BR" b="0" i="0" err="1">
                <a:effectLst/>
              </a:rPr>
              <a:t>Txai</a:t>
            </a:r>
            <a:r>
              <a:rPr lang="pt-BR" b="0" i="0">
                <a:effectLst/>
              </a:rPr>
              <a:t> </a:t>
            </a:r>
            <a:r>
              <a:rPr lang="pt-BR" err="1"/>
              <a:t>S</a:t>
            </a:r>
            <a:r>
              <a:rPr lang="pt-BR" b="0" i="0" err="1">
                <a:effectLst/>
              </a:rPr>
              <a:t>urui</a:t>
            </a:r>
            <a:r>
              <a:rPr lang="pt-BR" b="0" i="0">
                <a:effectLst/>
              </a:rPr>
              <a:t> 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0B844E3-4BDF-7D11-CE03-A6E70A3C6D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74" r="24773" b="-1"/>
          <a:stretch/>
        </p:blipFill>
        <p:spPr>
          <a:xfrm>
            <a:off x="4648200" y="1920085"/>
            <a:ext cx="4038600" cy="44348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0453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Ética e 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Ativista Greta </a:t>
            </a:r>
            <a:r>
              <a:rPr lang="pt-BR" dirty="0" err="1"/>
              <a:t>Thunberg</a:t>
            </a:r>
            <a:endParaRPr lang="pt-BR" dirty="0">
              <a:hlinkClick r:id="rId2"/>
            </a:endParaRPr>
          </a:p>
          <a:p>
            <a:r>
              <a:rPr lang="pt-BR" dirty="0">
                <a:hlinkClick r:id="rId2"/>
              </a:rPr>
              <a:t>https://www.ted.com/talks/greta_thunberg_the_disarming_case_to_act_right_now_on_climate_change?language=pt-br#t-347810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Ética e 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Ativista Greta </a:t>
            </a:r>
            <a:r>
              <a:rPr lang="pt-BR" dirty="0" err="1"/>
              <a:t>Thunberg</a:t>
            </a:r>
            <a:r>
              <a:rPr lang="pt-BR" dirty="0"/>
              <a:t> discursou esta segunda-feira na abertura do Encontro de Cúpula sobre Ação Climática. A estudante sueca, 16 anos, diz que "o mundo está despertando" para o problema da emergência climática e que os jovens ficarão de "olho nos políticos e líderes internacionais". </a:t>
            </a:r>
          </a:p>
          <a:p>
            <a:r>
              <a:rPr lang="pt-BR" dirty="0">
                <a:hlinkClick r:id="rId2"/>
              </a:rPr>
              <a:t>23/09/2019</a:t>
            </a:r>
          </a:p>
          <a:p>
            <a:endParaRPr lang="pt-BR" dirty="0">
              <a:hlinkClick r:id="rId2"/>
            </a:endParaRPr>
          </a:p>
          <a:p>
            <a:r>
              <a:rPr lang="pt-BR" dirty="0">
                <a:hlinkClick r:id="rId2"/>
              </a:rPr>
              <a:t>https://www.youtube.com/watch?v=mbnRv81s_9Q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2612330"/>
          </a:xfrm>
        </p:spPr>
        <p:txBody>
          <a:bodyPr/>
          <a:lstStyle/>
          <a:p>
            <a:r>
              <a:rPr lang="pt-BR" dirty="0"/>
              <a:t>VAMOS REFLETIR UM POUCO...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2844" y="357166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CRESCIMENTO ECONÔMICO ETERNO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SUSTENTABILIDADE ECONÔMICA, FINANCEIRA, DESENVOLVIMENTO</a:t>
            </a:r>
          </a:p>
          <a:p>
            <a:endParaRPr lang="pt-BR" dirty="0"/>
          </a:p>
          <a:p>
            <a:r>
              <a:rPr lang="pt-BR" dirty="0"/>
              <a:t>TECNOLOGIAS</a:t>
            </a:r>
          </a:p>
          <a:p>
            <a:endParaRPr lang="pt-BR" dirty="0"/>
          </a:p>
          <a:p>
            <a:r>
              <a:rPr lang="pt-BR" dirty="0"/>
              <a:t>PERSPECTIVAS DE FUTURO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SUSTENTABILIDADE ECOLÓGICA, CLIMÁTICA, EXISTÊNCIA DA VIDA</a:t>
            </a:r>
          </a:p>
          <a:p>
            <a:endParaRPr lang="pt-BR" dirty="0"/>
          </a:p>
          <a:p>
            <a:r>
              <a:rPr lang="pt-BR" dirty="0"/>
              <a:t>TECNOLOGIAS</a:t>
            </a:r>
          </a:p>
          <a:p>
            <a:endParaRPr lang="pt-BR" dirty="0"/>
          </a:p>
          <a:p>
            <a:r>
              <a:rPr lang="pt-BR" dirty="0"/>
              <a:t>PERSPECTIVAS NO PRESENTE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ACORDOS CLIMÁTICOS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NO FUTURO HAVERÁ TECNOLOGIA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NÚMEROS E PORCENTAGENS CALCULADAS DE EMISSÃO OU DIMINUIÇÃO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NO PRESENTE HÁ POSSIBILIDADES DE MUDANÇA</a:t>
            </a:r>
          </a:p>
          <a:p>
            <a:endParaRPr lang="pt-BR" dirty="0"/>
          </a:p>
          <a:p>
            <a:r>
              <a:rPr lang="pt-BR" dirty="0"/>
              <a:t>PANDEMIA – PROVOU QUE SE PARAR A EMISSÃO MUDA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775542"/>
          </a:xfrm>
        </p:spPr>
        <p:txBody>
          <a:bodyPr>
            <a:normAutofit fontScale="90000"/>
          </a:bodyPr>
          <a:lstStyle/>
          <a:p>
            <a:r>
              <a:rPr lang="pt-BR" dirty="0"/>
              <a:t>Grande Muralha Verde na África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5720" y="1214422"/>
            <a:ext cx="8686800" cy="928694"/>
          </a:xfrm>
        </p:spPr>
        <p:txBody>
          <a:bodyPr>
            <a:normAutofit lnSpcReduction="10000"/>
          </a:bodyPr>
          <a:lstStyle/>
          <a:p>
            <a:endParaRPr lang="pt-BR" dirty="0"/>
          </a:p>
          <a:p>
            <a:r>
              <a:rPr lang="pt-BR" dirty="0"/>
              <a:t>https://www.youtube.com/watch?v=cpSSzXRrWOs</a:t>
            </a:r>
          </a:p>
        </p:txBody>
      </p:sp>
      <p:pic>
        <p:nvPicPr>
          <p:cNvPr id="7170" name="Picture 2" descr="A Grande Muralha Verde: 8 mil Km de árvore para salvar a África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206" y="2509857"/>
            <a:ext cx="5715000" cy="38481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Grande Muralha Verde na África</a:t>
            </a:r>
          </a:p>
        </p:txBody>
      </p:sp>
      <p:pic>
        <p:nvPicPr>
          <p:cNvPr id="25602" name="Picture 2" descr="A grande muralha verde african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143116"/>
            <a:ext cx="8072414" cy="45407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71</TotalTime>
  <Words>523</Words>
  <Application>Microsoft Office PowerPoint</Application>
  <PresentationFormat>Apresentação na tela 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Calibri</vt:lpstr>
      <vt:lpstr>Constantia</vt:lpstr>
      <vt:lpstr>Wingdings 2</vt:lpstr>
      <vt:lpstr>Fluxo</vt:lpstr>
      <vt:lpstr>ÉTICA E ECOLOGIA,  MEIO AMBIENTE, SUSTENTABILIDADE</vt:lpstr>
      <vt:lpstr>Ética e Ecologia</vt:lpstr>
      <vt:lpstr>Ética e Ecologia</vt:lpstr>
      <vt:lpstr>Ética e Ecologia</vt:lpstr>
      <vt:lpstr>Ética e Ecologia</vt:lpstr>
      <vt:lpstr>Ética e Ecologia</vt:lpstr>
      <vt:lpstr>Ética e Ecologia</vt:lpstr>
      <vt:lpstr>Ética e Ecologia</vt:lpstr>
      <vt:lpstr>Ética e Ecologia</vt:lpstr>
      <vt:lpstr>VAMOS REFLETIR UM POUCO...</vt:lpstr>
      <vt:lpstr>CRESCIMENTO ECONÔMICO ETERNO</vt:lpstr>
      <vt:lpstr>ACORDOS CLIMÁTICOS</vt:lpstr>
      <vt:lpstr>Grande Muralha Verde na África</vt:lpstr>
      <vt:lpstr>Grande Muralha Verde na África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E EOLOGIA,  MEIO AMBIENTE, SUSTENTABILIDADE</dc:title>
  <dc:creator>User</dc:creator>
  <cp:lastModifiedBy>leonardo piacente</cp:lastModifiedBy>
  <cp:revision>4</cp:revision>
  <dcterms:created xsi:type="dcterms:W3CDTF">2020-05-18T23:15:50Z</dcterms:created>
  <dcterms:modified xsi:type="dcterms:W3CDTF">2024-05-13T13:03:21Z</dcterms:modified>
</cp:coreProperties>
</file>