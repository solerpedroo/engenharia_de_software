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43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68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44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8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52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9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54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9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97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5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65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F2AC6-1EE4-45C8-B901-393CC4D5B381}" type="datetimeFigureOut">
              <a:rPr lang="pt-BR" smtClean="0"/>
              <a:t>06/06/2022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E60763-F7C8-44FC-9FC0-8AB77AFFA57B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58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_YnlPXKlL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F584A-DBB5-4E6D-BA0C-A48561DB4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Desafios para ética contemporânea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89B035-20AC-4D31-8098-4A09F5A2D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06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975D1-C1BE-4452-95E0-F54EA241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do cotidiano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91F77-B722-4E37-AB56-5A43213D6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Mario Sergio </a:t>
            </a:r>
            <a:r>
              <a:rPr lang="pt-BR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Cortella</a:t>
            </a:r>
            <a:r>
              <a:rPr lang="pt-BR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e Clóvis de Barros Filho</a:t>
            </a:r>
          </a:p>
          <a:p>
            <a:r>
              <a:rPr lang="pt-BR" dirty="0"/>
              <a:t>Vídeo - </a:t>
            </a:r>
            <a:r>
              <a:rPr lang="pt-BR" dirty="0">
                <a:hlinkClick r:id="rId2"/>
              </a:rPr>
              <a:t>https://www.youtube.com/watch?v=9_YnlPXKlLU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633828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32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Gill Sans MT</vt:lpstr>
      <vt:lpstr>Roboto</vt:lpstr>
      <vt:lpstr>Galeria</vt:lpstr>
      <vt:lpstr>Desafios para ética contemporânea</vt:lpstr>
      <vt:lpstr>Ética do cotidiano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Desafios para ética contemporânea</dc:title>
  <dc:creator>leonardo piacente</dc:creator>
  <cp:lastModifiedBy>leonardo piacente</cp:lastModifiedBy>
  <cp:revision>1</cp:revision>
  <dcterms:created xsi:type="dcterms:W3CDTF">2022-04-18T23:22:03Z</dcterms:created>
  <dcterms:modified xsi:type="dcterms:W3CDTF">2022-06-06T21:17:17Z</dcterms:modified>
</cp:coreProperties>
</file>