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piacente" userId="0add8016af67c0e5" providerId="LiveId" clId="{B96297E8-56CB-4445-B5BF-58BEFB84C30B}"/>
    <pc:docChg chg="custSel modSld">
      <pc:chgData name="leonardo piacente" userId="0add8016af67c0e5" providerId="LiveId" clId="{B96297E8-56CB-4445-B5BF-58BEFB84C30B}" dt="2022-05-24T00:01:00.982" v="121"/>
      <pc:docMkLst>
        <pc:docMk/>
      </pc:docMkLst>
      <pc:sldChg chg="modSp mod">
        <pc:chgData name="leonardo piacente" userId="0add8016af67c0e5" providerId="LiveId" clId="{B96297E8-56CB-4445-B5BF-58BEFB84C30B}" dt="2022-05-23T22:30:10.089" v="120" actId="27636"/>
        <pc:sldMkLst>
          <pc:docMk/>
          <pc:sldMk cId="0" sldId="257"/>
        </pc:sldMkLst>
        <pc:spChg chg="mod">
          <ac:chgData name="leonardo piacente" userId="0add8016af67c0e5" providerId="LiveId" clId="{B96297E8-56CB-4445-B5BF-58BEFB84C30B}" dt="2022-05-23T22:30:10.089" v="120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leonardo piacente" userId="0add8016af67c0e5" providerId="LiveId" clId="{B96297E8-56CB-4445-B5BF-58BEFB84C30B}" dt="2022-05-24T00:01:00.982" v="121"/>
        <pc:sldMkLst>
          <pc:docMk/>
          <pc:sldMk cId="0" sldId="259"/>
        </pc:sldMkLst>
        <pc:spChg chg="mod">
          <ac:chgData name="leonardo piacente" userId="0add8016af67c0e5" providerId="LiveId" clId="{B96297E8-56CB-4445-B5BF-58BEFB84C30B}" dt="2022-05-24T00:01:00.982" v="121"/>
          <ac:spMkLst>
            <pc:docMk/>
            <pc:sldMk cId="0" sldId="259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Divisa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os estilos do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os estilos do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A2FE28D-9350-4C8A-82F3-994151572FAD}" type="datetimeFigureOut">
              <a:rPr lang="pt-BR" smtClean="0"/>
              <a:pPr/>
              <a:t>23/05/2022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4D40CAF-0E0E-4816-B638-1BE6FCE0E55B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RELAÇÕES HUMANAS E ÉTICA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85800" y="3933056"/>
            <a:ext cx="7772400" cy="1224135"/>
          </a:xfrm>
        </p:spPr>
        <p:txBody>
          <a:bodyPr>
            <a:normAutofit fontScale="92500" lnSpcReduction="10000"/>
          </a:bodyPr>
          <a:lstStyle/>
          <a:p>
            <a:r>
              <a:rPr lang="pt-BR" sz="2500" dirty="0"/>
              <a:t>ÉTICA E ANTROPOLOGIA TEOLÓGICA</a:t>
            </a:r>
          </a:p>
          <a:p>
            <a:r>
              <a:rPr lang="pt-BR" sz="2500" dirty="0"/>
              <a:t>ANTROPOLOGIA TEOLÓGICA C</a:t>
            </a:r>
          </a:p>
          <a:p>
            <a:r>
              <a:rPr lang="pt-BR" sz="2500" dirty="0"/>
              <a:t>Prof. Pe. Leonardo Henrique Piacente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https://www.youtube.com/watch?v=NavkKM7w-cc</a:t>
            </a:r>
            <a:endParaRPr lang="pt-BR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xadrez da cores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119</TotalTime>
  <Words>35</Words>
  <Application>Microsoft Office PowerPoint</Application>
  <PresentationFormat>Apresentação na tela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Lucida Sans Unicode</vt:lpstr>
      <vt:lpstr>Verdana</vt:lpstr>
      <vt:lpstr>Wingdings 2</vt:lpstr>
      <vt:lpstr>Wingdings 3</vt:lpstr>
      <vt:lpstr>Concurso</vt:lpstr>
      <vt:lpstr>RELAÇÕES HUMANAS E ÉTICA</vt:lpstr>
      <vt:lpstr>O xadrez da cores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https://www.youtube.com/watch?v=CGIBoGzNMR0</dc:title>
  <dc:creator>User</dc:creator>
  <cp:lastModifiedBy>leonardo piacente</cp:lastModifiedBy>
  <cp:revision>2</cp:revision>
  <dcterms:created xsi:type="dcterms:W3CDTF">2019-11-08T21:46:15Z</dcterms:created>
  <dcterms:modified xsi:type="dcterms:W3CDTF">2022-05-24T00:01:09Z</dcterms:modified>
</cp:coreProperties>
</file>